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88" r:id="rId4"/>
    <p:sldId id="269" r:id="rId5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>
      <p:cViewPr>
        <p:scale>
          <a:sx n="60" d="100"/>
          <a:sy n="60" d="100"/>
        </p:scale>
        <p:origin x="1446" y="13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abc530c-d19d-430b-81a4-80c54fd5ba7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标题 4" descr="48784fa9-c2b2-431d-a12a-cc42239edab1"/>
          <p:cNvSpPr>
            <a:spLocks noGrp="1"/>
          </p:cNvSpPr>
          <p:nvPr>
            <p:ph type="ctrTitle" hasCustomPrompt="1"/>
          </p:nvPr>
        </p:nvSpPr>
        <p:spPr>
          <a:xfrm>
            <a:off x="660400" y="1104900"/>
            <a:ext cx="5969000" cy="257055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ln w="19050"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 descr="7652301d-df0c-4c93-8645-de45d446f71e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3792151"/>
            <a:ext cx="5969000" cy="6020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 descr="6b8beaea-3ec9-4feb-888a-1235ad13e5e4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5857101"/>
            <a:ext cx="284480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 descr="a228982b-6ffc-4137-91c9-40ff242734ae"/>
          <p:cNvSpPr>
            <a:spLocks noGrp="1"/>
          </p:cNvSpPr>
          <p:nvPr>
            <p:ph type="body" sz="quarter" idx="14" hasCustomPrompt="1"/>
          </p:nvPr>
        </p:nvSpPr>
        <p:spPr>
          <a:xfrm>
            <a:off x="3784600" y="5857101"/>
            <a:ext cx="284480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9b9074f9-43f6-4dbf-86e9-b01dba440e8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内容占位符 2" descr="a2ff495c-791b-416e-a65f-41489b81116a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 descr="83db8434-c1c7-4961-a5e3-38a036daa93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8363e239-76b2-49ca-a23a-2a88382423c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6734d928-bdc6-4ab2-8af5-c67d0858c7c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 descr="8cb00ee5-22a6-4fc3-aeab-fe468d9ff533"/>
          <p:cNvSpPr/>
          <p:nvPr/>
        </p:nvSpPr>
        <p:spPr>
          <a:xfrm>
            <a:off x="1783445" y="1719944"/>
            <a:ext cx="9735455" cy="44141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 descr="6d59798f-c78d-42d8-bf47-6ead0c88f4f2"/>
          <p:cNvSpPr>
            <a:spLocks noGrp="1"/>
          </p:cNvSpPr>
          <p:nvPr>
            <p:ph type="title" hasCustomPrompt="1"/>
          </p:nvPr>
        </p:nvSpPr>
        <p:spPr>
          <a:xfrm>
            <a:off x="2970377" y="855429"/>
            <a:ext cx="19221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 descr="fefa6af2-792f-4534-8c92-8ced183b6280"/>
          <p:cNvSpPr>
            <a:spLocks noGrp="1"/>
          </p:cNvSpPr>
          <p:nvPr>
            <p:ph sz="quarter" idx="1" hasCustomPrompt="1"/>
          </p:nvPr>
        </p:nvSpPr>
        <p:spPr>
          <a:xfrm>
            <a:off x="2970377" y="2002970"/>
            <a:ext cx="8231021" cy="3674251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 descr="c6fc205b-5dae-4785-a8c6-ec457484aef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页脚占位符 4" descr="32219d59-3b38-4de7-bd94-20292293199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 descr="7f820550-5eb8-4e7f-a67e-5109c1a9030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 dirty="0"/>
          </a:p>
        </p:txBody>
      </p:sp>
      <p:cxnSp>
        <p:nvCxnSpPr>
          <p:cNvPr id="10" name="直接连接符 9" descr="6ebc8a5e-86df-4910-86bb-4ff5d18eae98"/>
          <p:cNvCxnSpPr/>
          <p:nvPr/>
        </p:nvCxnSpPr>
        <p:spPr>
          <a:xfrm>
            <a:off x="2846319" y="1605285"/>
            <a:ext cx="0" cy="4071937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accent1"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任意多边形 12" descr="d8ee1687-6d46-4aae-b507-c450f9056936"/>
          <p:cNvSpPr>
            <a:spLocks noChangeAspect="1"/>
          </p:cNvSpPr>
          <p:nvPr/>
        </p:nvSpPr>
        <p:spPr bwMode="auto">
          <a:xfrm>
            <a:off x="1851756" y="4761555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3ada9cb5-5c5e-4a22-9db3-48a148bd29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标题 4" descr="8413eb37-1697-408c-8907-dc0cc826f51d"/>
          <p:cNvSpPr>
            <a:spLocks noGrp="1"/>
          </p:cNvSpPr>
          <p:nvPr>
            <p:ph type="title" hasCustomPrompt="1"/>
          </p:nvPr>
        </p:nvSpPr>
        <p:spPr>
          <a:xfrm>
            <a:off x="660400" y="2123623"/>
            <a:ext cx="5981700" cy="128608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4800"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 descr="0ce319e8-2243-4ad5-944c-3c0d75fffe4d"/>
          <p:cNvSpPr>
            <a:spLocks noGrp="1"/>
          </p:cNvSpPr>
          <p:nvPr>
            <p:ph type="body" sz="quarter" idx="1" hasCustomPrompt="1"/>
          </p:nvPr>
        </p:nvSpPr>
        <p:spPr>
          <a:xfrm>
            <a:off x="660400" y="3621799"/>
            <a:ext cx="5981700" cy="148723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 descr="4c5caeb5-05f0-417b-a330-33e51857931b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 descr="09f85980-3df0-4cdd-8d89-050be3fde0e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iSlide</a:t>
            </a:r>
            <a:endParaRPr lang="zh-CN" altLang="en-US"/>
          </a:p>
        </p:txBody>
      </p:sp>
      <p:sp>
        <p:nvSpPr>
          <p:cNvPr id="8" name="灯片编号占位符 7" descr="84ba8c0a-2295-47d2-9fc2-62598e64995c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 descr="4d25431a-4434-4506-ae87-406c0815c16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e605216e-3797-4a18-8bcc-48bad75d4f2f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 descr="6ec748f9-d380-4033-b330-5783ae2923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d01f9fd1-2d1b-4a35-80c7-e355b1196d9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97c19ca5-9844-4008-89d9-3ee345ddeec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 descr="3b105f6e-86b7-4680-abcb-84253bfb675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e9f28214-5cbd-4415-8cc2-089244c0215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标题 4" descr="43776481-344f-4baf-890f-3e92542949f2"/>
          <p:cNvSpPr>
            <a:spLocks noGrp="1"/>
          </p:cNvSpPr>
          <p:nvPr>
            <p:ph type="title" hasCustomPrompt="1"/>
          </p:nvPr>
        </p:nvSpPr>
        <p:spPr>
          <a:xfrm>
            <a:off x="660400" y="1104900"/>
            <a:ext cx="6438900" cy="3517900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lnSpc>
                <a:spcPct val="100000"/>
              </a:lnSpc>
              <a:defRPr sz="9600">
                <a:ln w="19050"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 descr="9043d75a-6496-4d59-8f0d-b9f9c2f79f91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476101"/>
            <a:ext cx="643890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 descr="49ed17c2-4d47-442c-9c13-7d2ea8e04510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780901"/>
            <a:ext cx="643890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8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93" t="22442" r="38374" b="25525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660400" y="1018678"/>
            <a:ext cx="10858500" cy="0"/>
          </a:xfrm>
          <a:prstGeom prst="line">
            <a:avLst/>
          </a:prstGeom>
          <a:ln>
            <a:gradFill flip="none" rotWithShape="1">
              <a:gsLst>
                <a:gs pos="1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48784fa9-c2b2-431d-a12a-cc42239edab1"/>
          <p:cNvSpPr>
            <a:spLocks noGrp="1"/>
          </p:cNvSpPr>
          <p:nvPr>
            <p:ph type="ctrTitle" hasCustomPrompt="1"/>
          </p:nvPr>
        </p:nvSpPr>
        <p:spPr>
          <a:xfrm>
            <a:off x="426720" y="2579370"/>
            <a:ext cx="10553700" cy="1953260"/>
          </a:xfrm>
        </p:spPr>
        <p:txBody>
          <a:bodyPr anchorCtr="0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5400" b="1" i="0" u="none">
                <a:latin typeface="Arial" panose="020B0604020202020204"/>
              </a:rPr>
              <a:t>LicheePi 4A </a:t>
            </a:r>
            <a:r>
              <a:rPr lang="zh-CN" altLang="en-US" sz="5400" b="1" i="0" u="none">
                <a:latin typeface="Arial" panose="020B0604020202020204"/>
              </a:rPr>
              <a:t>平台</a:t>
            </a:r>
            <a:br>
              <a:rPr lang="zh-CN" altLang="en-US" sz="5400" b="1" i="0" u="none">
                <a:latin typeface="Arial" panose="020B0604020202020204"/>
              </a:rPr>
            </a:br>
            <a:r>
              <a:rPr lang="zh-CN" altLang="en-US" sz="5400" b="1" i="0" u="none">
                <a:latin typeface="Arial" panose="020B0604020202020204"/>
              </a:rPr>
              <a:t> </a:t>
            </a:r>
            <a:r>
              <a:rPr lang="en-US" altLang="zh-CN" sz="5400" b="1" i="0" u="none">
                <a:latin typeface="Arial" panose="020B0604020202020204"/>
              </a:rPr>
              <a:t>     </a:t>
            </a:r>
            <a:r>
              <a:rPr lang="zh-CN" altLang="en-US" sz="5400" b="1" i="0" u="none">
                <a:latin typeface="Arial" panose="020B0604020202020204"/>
              </a:rPr>
              <a:t>运行</a:t>
            </a:r>
            <a:r>
              <a:rPr lang="en-US" altLang="zh-CN" sz="5400" b="1" i="0" u="none">
                <a:latin typeface="Arial" panose="020B0604020202020204"/>
              </a:rPr>
              <a:t>DeepSeek-R1(1.5B)</a:t>
            </a:r>
            <a:endParaRPr lang="en-US" altLang="zh-CN" sz="5400" b="1" i="0" u="none">
              <a:latin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 descr="87a1a356-0726-4286-849e-a1bd66165936"/>
          <p:cNvCxnSpPr/>
          <p:nvPr/>
        </p:nvCxnSpPr>
        <p:spPr>
          <a:xfrm>
            <a:off x="579120" y="6228080"/>
            <a:ext cx="1085850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 anchorCtr="0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b="1" i="0" u="none">
                <a:solidFill>
                  <a:srgbClr val="279CF0"/>
                </a:solidFill>
                <a:ea typeface="微软雅黑" panose="020B0503020204020204" charset="-122"/>
              </a:rPr>
              <a:t>“LicheePi 4A_</a:t>
            </a:r>
            <a:r>
              <a:rPr lang="en-US" altLang="zh-CN">
                <a:latin typeface="Arial" panose="020B0604020202020204"/>
                <a:sym typeface="+mn-ea"/>
              </a:rPr>
              <a:t>DeepSeek-R1(1.5B)</a:t>
            </a:r>
            <a:r>
              <a:rPr lang="en-US" altLang="zh-CN" sz="3600" b="1" i="0" u="none">
                <a:solidFill>
                  <a:srgbClr val="279CF0"/>
                </a:solidFill>
                <a:ea typeface="微软雅黑" panose="020B0503020204020204" charset="-122"/>
              </a:rPr>
              <a:t>”</a:t>
            </a:r>
            <a:endParaRPr lang="en-US" altLang="zh-CN" sz="3600" b="1" i="0" u="none">
              <a:solidFill>
                <a:srgbClr val="279CF0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0400" y="1057275"/>
            <a:ext cx="10455275" cy="356362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安装系统依赖：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获取必要的编译工具和运行环境。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Go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语言环境：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RISC-V 64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位专用版本。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获取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Ollama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源码：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GitHub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克隆最新代码库。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配置编译环境：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设置镜像加速，开始构建。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Ollama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服务与模型：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启动服务并加载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AI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模型。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43776481-344f-4baf-890f-3e92542949f2"/>
          <p:cNvSpPr>
            <a:spLocks noGrp="1"/>
          </p:cNvSpPr>
          <p:nvPr>
            <p:ph type="title" hasCustomPrompt="1"/>
          </p:nvPr>
        </p:nvSpPr>
        <p:spPr>
          <a:xfrm>
            <a:off x="865505" y="2472690"/>
            <a:ext cx="6438900" cy="1751330"/>
          </a:xfrm>
        </p:spPr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9600" b="1" i="0" u="none">
                <a:ea typeface="微软雅黑" panose="020B0503020204020204" charset="-122"/>
              </a:rPr>
              <a:t>谢谢观看</a:t>
            </a:r>
            <a:endParaRPr lang="en-US" sz="9600" b="1" i="0" u="none"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279CF0"/>
      </a:accent1>
      <a:accent2>
        <a:srgbClr val="0DFEFF"/>
      </a:accent2>
      <a:accent3>
        <a:srgbClr val="415DF8"/>
      </a:accent3>
      <a:accent4>
        <a:srgbClr val="F59A00"/>
      </a:accent4>
      <a:accent5>
        <a:srgbClr val="3098F5"/>
      </a:accent5>
      <a:accent6>
        <a:srgbClr val="E6C636"/>
      </a:accent6>
      <a:hlink>
        <a:srgbClr val="305BF5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221</Words>
  <Application>WPS 演示</Application>
  <PresentationFormat>宽屏</PresentationFormat>
  <Paragraphs>15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Designed by iSlide</vt:lpstr>
      <vt:lpstr>LicheePi 4A 平台       运行DeepSeek-R1(1.5B)</vt:lpstr>
      <vt:lpstr>“LicheePi 4A_DeepSeek-R1(1.5B)”</vt:lpstr>
      <vt:lpstr>谢谢观看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iSlide</dc:creator>
  <cp:lastModifiedBy>酸甜草莓酱</cp:lastModifiedBy>
  <cp:revision>38</cp:revision>
  <cp:lastPrinted>2025-04-23T00:00:00Z</cp:lastPrinted>
  <dcterms:created xsi:type="dcterms:W3CDTF">2025-04-23T00:00:00Z</dcterms:created>
  <dcterms:modified xsi:type="dcterms:W3CDTF">2025-12-11T06:08:20Z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01234f0d-63b0-47eb-8d64-d57019e6c72b</vt:lpwstr>
  </property>
  <property fmtid="{D5CDD505-2E9C-101B-9397-08002B2CF9AE}" pid="3" name="ICV">
    <vt:lpwstr>DEA2EEE08C454133962FC8B5CCCD5E07_12</vt:lpwstr>
  </property>
  <property fmtid="{D5CDD505-2E9C-101B-9397-08002B2CF9AE}" pid="4" name="KSOProductBuildVer">
    <vt:lpwstr>2052-12.1.0.23542</vt:lpwstr>
  </property>
</Properties>
</file>