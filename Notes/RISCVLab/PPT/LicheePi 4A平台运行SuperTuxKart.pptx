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3"/>
    <p:sldId id="288" r:id="rId4"/>
    <p:sldId id="269" r:id="rId5"/>
  </p:sldIdLst>
  <p:sldSz cx="12192000" cy="6858000"/>
  <p:notesSz cx="6858000" cy="9144000"/>
  <p:custDataLst>
    <p:tags r:id="rId1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7" autoAdjust="0"/>
    <p:restoredTop sz="86483" autoAdjust="0"/>
  </p:normalViewPr>
  <p:slideViewPr>
    <p:cSldViewPr snapToGrid="0">
      <p:cViewPr>
        <p:scale>
          <a:sx n="60" d="100"/>
          <a:sy n="60" d="100"/>
        </p:scale>
        <p:origin x="1446" y="13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gs" Target="tags/tag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matchingName="Title Slid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1abc530c-d19d-430b-81a4-80c54fd5ba7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标题 4" descr="48784fa9-c2b2-431d-a12a-cc42239edab1"/>
          <p:cNvSpPr>
            <a:spLocks noGrp="1"/>
          </p:cNvSpPr>
          <p:nvPr>
            <p:ph type="ctrTitle" hasCustomPrompt="1"/>
          </p:nvPr>
        </p:nvSpPr>
        <p:spPr>
          <a:xfrm>
            <a:off x="660400" y="1104900"/>
            <a:ext cx="5969000" cy="2570550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ln w="19050">
                  <a:noFill/>
                </a:ln>
                <a:gradFill>
                  <a:gsLst>
                    <a:gs pos="0">
                      <a:schemeClr val="accent1"/>
                    </a:gs>
                    <a:gs pos="100000">
                      <a:schemeClr val="accent4">
                        <a:lumMod val="60000"/>
                        <a:lumOff val="40000"/>
                      </a:schemeClr>
                    </a:gs>
                  </a:gsLst>
                  <a:lin ang="0" scaled="1"/>
                </a:gradFill>
              </a:defRPr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9" name="副标题 8" descr="7652301d-df0c-4c93-8645-de45d446f71e"/>
          <p:cNvSpPr>
            <a:spLocks noGrp="1"/>
          </p:cNvSpPr>
          <p:nvPr>
            <p:ph type="subTitle" sz="quarter" idx="1" hasCustomPrompt="1"/>
          </p:nvPr>
        </p:nvSpPr>
        <p:spPr>
          <a:xfrm>
            <a:off x="660400" y="3792151"/>
            <a:ext cx="5969000" cy="602049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vert="horz" wrap="square" lIns="91440" tIns="45720" rIns="91440" bIns="45720" rtlCol="0" anchor="t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lang="en-US" sz="14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zh-CN" altLang="en-US" dirty="0"/>
              <a:t>Click to add subtitle</a:t>
            </a:r>
            <a:endParaRPr lang="en-US" dirty="0"/>
          </a:p>
        </p:txBody>
      </p:sp>
      <p:sp>
        <p:nvSpPr>
          <p:cNvPr id="4" name="文本占位符 3" descr="6b8beaea-3ec9-4feb-888a-1235ad13e5e4"/>
          <p:cNvSpPr>
            <a:spLocks noGrp="1"/>
          </p:cNvSpPr>
          <p:nvPr>
            <p:ph type="body" sz="quarter" idx="13" hasCustomPrompt="1"/>
          </p:nvPr>
        </p:nvSpPr>
        <p:spPr>
          <a:xfrm>
            <a:off x="660401" y="5857101"/>
            <a:ext cx="2844800" cy="276999"/>
          </a:xfrm>
          <a:prstGeom prst="rect">
            <a:avLst/>
          </a:prstGeom>
        </p:spPr>
        <p:txBody>
          <a:bodyPr wrap="square" lIns="90000">
            <a:normAutofit/>
          </a:bodyPr>
          <a:lstStyle>
            <a:lvl1pPr marL="0" indent="0" algn="l">
              <a:lnSpc>
                <a:spcPct val="100000"/>
              </a:lnSpc>
              <a:buNone/>
              <a:defRPr sz="1200"/>
            </a:lvl1pPr>
          </a:lstStyle>
          <a:p>
            <a:pPr lvl="0"/>
            <a:r>
              <a:rPr lang="zh-CN" altLang="en-US" dirty="0"/>
              <a:t>Presenter name</a:t>
            </a:r>
            <a:endParaRPr lang="en-US" dirty="0"/>
          </a:p>
        </p:txBody>
      </p:sp>
      <p:sp>
        <p:nvSpPr>
          <p:cNvPr id="7" name="文本占位符 6" descr="a228982b-6ffc-4137-91c9-40ff242734ae"/>
          <p:cNvSpPr>
            <a:spLocks noGrp="1"/>
          </p:cNvSpPr>
          <p:nvPr>
            <p:ph type="body" sz="quarter" idx="14" hasCustomPrompt="1"/>
          </p:nvPr>
        </p:nvSpPr>
        <p:spPr>
          <a:xfrm>
            <a:off x="3784600" y="5857101"/>
            <a:ext cx="2844800" cy="276999"/>
          </a:xfrm>
          <a:prstGeom prst="rect">
            <a:avLst/>
          </a:prstGeom>
        </p:spPr>
        <p:txBody>
          <a:bodyPr wrap="none">
            <a:normAutofit/>
          </a:bodyPr>
          <a:lstStyle>
            <a:lvl1pPr marL="0" indent="0" algn="l">
              <a:lnSpc>
                <a:spcPct val="100000"/>
              </a:lnSpc>
              <a:buNone/>
              <a:defRPr sz="1200"/>
            </a:lvl1pPr>
          </a:lstStyle>
          <a:p>
            <a:pPr lvl="0"/>
            <a:r>
              <a:rPr lang="zh-CN" altLang="en-US" dirty="0"/>
              <a:t>20XX.XX.XX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9b9074f9-43f6-4dbf-86e9-b01dba440e8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3" name="内容占位符 2" descr="a2ff495c-791b-416e-a65f-41489b81116a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Click to add text</a:t>
            </a:r>
            <a:endParaRPr lang="en-US" dirty="0"/>
          </a:p>
          <a:p>
            <a:pPr lvl="1"/>
            <a:r>
              <a:rPr lang="zh-CN" altLang="en-US" dirty="0"/>
              <a:t>Second level</a:t>
            </a:r>
            <a:endParaRPr lang="en-US" dirty="0"/>
          </a:p>
          <a:p>
            <a:pPr lvl="2"/>
            <a:r>
              <a:rPr lang="zh-CN" altLang="en-US" dirty="0"/>
              <a:t>Third level</a:t>
            </a:r>
            <a:endParaRPr lang="en-US" dirty="0"/>
          </a:p>
          <a:p>
            <a:pPr lvl="3"/>
            <a:r>
              <a:rPr lang="zh-CN" altLang="en-US" dirty="0"/>
              <a:t>Fourth level</a:t>
            </a:r>
            <a:endParaRPr lang="en-US" dirty="0"/>
          </a:p>
          <a:p>
            <a:pPr lvl="4"/>
            <a:r>
              <a:rPr lang="zh-CN" altLang="en-US" dirty="0"/>
              <a:t>Fifth level</a:t>
            </a:r>
            <a:endParaRPr lang="en-US" dirty="0"/>
          </a:p>
        </p:txBody>
      </p:sp>
      <p:sp>
        <p:nvSpPr>
          <p:cNvPr id="4" name="日期占位符 3" descr="83db8434-c1c7-4961-a5e3-38a036daa93c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 descr="8363e239-76b2-49ca-a23a-2a88382423c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 descr="6734d928-bdc6-4ab2-8af5-c67d0858c7c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matchingName="Agenda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 descr="8cb00ee5-22a6-4fc3-aeab-fe468d9ff533"/>
          <p:cNvSpPr/>
          <p:nvPr/>
        </p:nvSpPr>
        <p:spPr>
          <a:xfrm>
            <a:off x="1783445" y="1719944"/>
            <a:ext cx="9735455" cy="44141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 descr="6d59798f-c78d-42d8-bf47-6ead0c88f4f2"/>
          <p:cNvSpPr>
            <a:spLocks noGrp="1"/>
          </p:cNvSpPr>
          <p:nvPr>
            <p:ph type="title" hasCustomPrompt="1"/>
          </p:nvPr>
        </p:nvSpPr>
        <p:spPr>
          <a:xfrm>
            <a:off x="2970377" y="855429"/>
            <a:ext cx="1922161" cy="864515"/>
          </a:xfrm>
          <a:prstGeom prst="rect">
            <a:avLst/>
          </a:prstGeom>
          <a:noFill/>
        </p:spPr>
        <p:txBody>
          <a:bodyPr anchor="t" anchorCtr="0">
            <a:normAutofit/>
          </a:bodyPr>
          <a:lstStyle>
            <a:lvl1pPr algn="l"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Agenda</a:t>
            </a:r>
            <a:endParaRPr lang="en-US" dirty="0"/>
          </a:p>
        </p:txBody>
      </p:sp>
      <p:sp>
        <p:nvSpPr>
          <p:cNvPr id="3" name="内容占位符 2" descr="fefa6af2-792f-4534-8c92-8ced183b6280"/>
          <p:cNvSpPr>
            <a:spLocks noGrp="1"/>
          </p:cNvSpPr>
          <p:nvPr>
            <p:ph sz="quarter" idx="1" hasCustomPrompt="1"/>
          </p:nvPr>
        </p:nvSpPr>
        <p:spPr>
          <a:xfrm>
            <a:off x="2970377" y="2002970"/>
            <a:ext cx="8231021" cy="3674251"/>
          </a:xfrm>
        </p:spPr>
        <p:txBody>
          <a:bodyPr numCol="1"/>
          <a:lstStyle>
            <a:lvl1pPr marL="342900" indent="-342900">
              <a:lnSpc>
                <a:spcPct val="100000"/>
              </a:lnSpc>
              <a:buFont typeface="+mj-lt"/>
              <a:buAutoNum type="arabicPeriod"/>
              <a:defRPr/>
            </a:lvl1pPr>
            <a:lvl2pPr marL="800100" indent="-342900">
              <a:lnSpc>
                <a:spcPct val="100000"/>
              </a:lnSpc>
              <a:buFont typeface="+mj-ea"/>
              <a:buAutoNum type="circleNumDbPlain"/>
              <a:defRPr/>
            </a:lvl2pPr>
            <a:lvl3pPr marL="1257300" indent="-342900">
              <a:lnSpc>
                <a:spcPct val="100000"/>
              </a:lnSpc>
              <a:buFont typeface="+mj-lt"/>
              <a:buAutoNum type="alphaLcParenR"/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zh-CN" altLang="en-US" dirty="0"/>
              <a:t>Click to add text</a:t>
            </a:r>
            <a:endParaRPr lang="en-US" dirty="0"/>
          </a:p>
          <a:p>
            <a:pPr lvl="1"/>
            <a:r>
              <a:rPr lang="zh-CN" altLang="en-US" dirty="0"/>
              <a:t>Second level</a:t>
            </a:r>
            <a:endParaRPr lang="en-US" dirty="0"/>
          </a:p>
          <a:p>
            <a:pPr lvl="2"/>
            <a:r>
              <a:rPr lang="zh-CN" altLang="en-US" dirty="0"/>
              <a:t>Third level</a:t>
            </a:r>
            <a:endParaRPr lang="en-US" dirty="0"/>
          </a:p>
          <a:p>
            <a:pPr lvl="3"/>
            <a:r>
              <a:rPr lang="zh-CN" altLang="en-US" dirty="0"/>
              <a:t>Fourth level</a:t>
            </a:r>
            <a:endParaRPr lang="en-US" dirty="0"/>
          </a:p>
          <a:p>
            <a:pPr lvl="4"/>
            <a:r>
              <a:rPr lang="zh-CN" altLang="en-US" dirty="0"/>
              <a:t>Fifth level</a:t>
            </a:r>
            <a:endParaRPr lang="en-US" dirty="0"/>
          </a:p>
        </p:txBody>
      </p:sp>
      <p:sp>
        <p:nvSpPr>
          <p:cNvPr id="4" name="日期占位符 3" descr="c6fc205b-5dae-4785-a8c6-ec457484aef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8E8E8E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页脚占位符 4" descr="32219d59-3b38-4de7-bd94-20292293199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E8E8E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 descr="7f820550-5eb8-4e7f-a67e-5109c1a9030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8E8E8E"/>
                </a:solidFill>
              </a:defRPr>
            </a:lvl1pPr>
          </a:lstStyle>
          <a:p>
            <a:fld id="{C8BB1146-E542-4D4E-B8E9-6919A11DDD48}" type="slidenum">
              <a:rPr lang="en-US" smtClean="0"/>
            </a:fld>
            <a:endParaRPr lang="en-US" dirty="0"/>
          </a:p>
        </p:txBody>
      </p:sp>
      <p:cxnSp>
        <p:nvCxnSpPr>
          <p:cNvPr id="10" name="直接连接符 9" descr="6ebc8a5e-86df-4910-86bb-4ff5d18eae98"/>
          <p:cNvCxnSpPr/>
          <p:nvPr/>
        </p:nvCxnSpPr>
        <p:spPr>
          <a:xfrm>
            <a:off x="2846319" y="1605285"/>
            <a:ext cx="0" cy="4071937"/>
          </a:xfrm>
          <a:prstGeom prst="line">
            <a:avLst/>
          </a:prstGeom>
          <a:solidFill>
            <a:srgbClr val="FFCC00"/>
          </a:solidFill>
          <a:ln w="3175" cap="flat" cmpd="sng" algn="ctr">
            <a:solidFill>
              <a:schemeClr val="accent1">
                <a:alpha val="3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" name="任意多边形 12" descr="d8ee1687-6d46-4aae-b507-c450f9056936"/>
          <p:cNvSpPr>
            <a:spLocks noChangeAspect="1"/>
          </p:cNvSpPr>
          <p:nvPr/>
        </p:nvSpPr>
        <p:spPr bwMode="auto">
          <a:xfrm>
            <a:off x="1851756" y="4761555"/>
            <a:ext cx="870506" cy="915667"/>
          </a:xfrm>
          <a:custGeom>
            <a:avLst/>
            <a:gdLst>
              <a:gd name="T0" fmla="*/ 3353 w 5127"/>
              <a:gd name="T1" fmla="*/ 1728 h 5401"/>
              <a:gd name="T2" fmla="*/ 2183 w 5127"/>
              <a:gd name="T3" fmla="*/ 1608 h 5401"/>
              <a:gd name="T4" fmla="*/ 3353 w 5127"/>
              <a:gd name="T5" fmla="*/ 1488 h 5401"/>
              <a:gd name="T6" fmla="*/ 3103 w 5127"/>
              <a:gd name="T7" fmla="*/ 2231 h 5401"/>
              <a:gd name="T8" fmla="*/ 3103 w 5127"/>
              <a:gd name="T9" fmla="*/ 1991 h 5401"/>
              <a:gd name="T10" fmla="*/ 2432 w 5127"/>
              <a:gd name="T11" fmla="*/ 2111 h 5401"/>
              <a:gd name="T12" fmla="*/ 3103 w 5127"/>
              <a:gd name="T13" fmla="*/ 2231 h 5401"/>
              <a:gd name="T14" fmla="*/ 3353 w 5127"/>
              <a:gd name="T15" fmla="*/ 2648 h 5401"/>
              <a:gd name="T16" fmla="*/ 2183 w 5127"/>
              <a:gd name="T17" fmla="*/ 2768 h 5401"/>
              <a:gd name="T18" fmla="*/ 3353 w 5127"/>
              <a:gd name="T19" fmla="*/ 2888 h 5401"/>
              <a:gd name="T20" fmla="*/ 2552 w 5127"/>
              <a:gd name="T21" fmla="*/ 3151 h 5401"/>
              <a:gd name="T22" fmla="*/ 2552 w 5127"/>
              <a:gd name="T23" fmla="*/ 3391 h 5401"/>
              <a:gd name="T24" fmla="*/ 3223 w 5127"/>
              <a:gd name="T25" fmla="*/ 3271 h 5401"/>
              <a:gd name="T26" fmla="*/ 2552 w 5127"/>
              <a:gd name="T27" fmla="*/ 3151 h 5401"/>
              <a:gd name="T28" fmla="*/ 4448 w 5127"/>
              <a:gd name="T29" fmla="*/ 1442 h 5401"/>
              <a:gd name="T30" fmla="*/ 4688 w 5127"/>
              <a:gd name="T31" fmla="*/ 1442 h 5401"/>
              <a:gd name="T32" fmla="*/ 3988 w 5127"/>
              <a:gd name="T33" fmla="*/ 0 h 5401"/>
              <a:gd name="T34" fmla="*/ 0 w 5127"/>
              <a:gd name="T35" fmla="*/ 604 h 5401"/>
              <a:gd name="T36" fmla="*/ 120 w 5127"/>
              <a:gd name="T37" fmla="*/ 1792 h 5401"/>
              <a:gd name="T38" fmla="*/ 686 w 5127"/>
              <a:gd name="T39" fmla="*/ 1672 h 5401"/>
              <a:gd name="T40" fmla="*/ 240 w 5127"/>
              <a:gd name="T41" fmla="*/ 1552 h 5401"/>
              <a:gd name="T42" fmla="*/ 604 w 5127"/>
              <a:gd name="T43" fmla="*/ 240 h 5401"/>
              <a:gd name="T44" fmla="*/ 968 w 5127"/>
              <a:gd name="T45" fmla="*/ 4179 h 5401"/>
              <a:gd name="T46" fmla="*/ 3904 w 5127"/>
              <a:gd name="T47" fmla="*/ 4879 h 5401"/>
              <a:gd name="T48" fmla="*/ 3904 w 5127"/>
              <a:gd name="T49" fmla="*/ 4639 h 5401"/>
              <a:gd name="T50" fmla="*/ 1208 w 5127"/>
              <a:gd name="T51" fmla="*/ 4179 h 5401"/>
              <a:gd name="T52" fmla="*/ 1086 w 5127"/>
              <a:gd name="T53" fmla="*/ 240 h 5401"/>
              <a:gd name="T54" fmla="*/ 4448 w 5127"/>
              <a:gd name="T55" fmla="*/ 700 h 5401"/>
              <a:gd name="T56" fmla="*/ 4568 w 5127"/>
              <a:gd name="T57" fmla="*/ 2000 h 5401"/>
              <a:gd name="T58" fmla="*/ 4568 w 5127"/>
              <a:gd name="T59" fmla="*/ 2240 h 5401"/>
              <a:gd name="T60" fmla="*/ 4887 w 5127"/>
              <a:gd name="T61" fmla="*/ 2340 h 5401"/>
              <a:gd name="T62" fmla="*/ 5007 w 5127"/>
              <a:gd name="T63" fmla="*/ 3838 h 5401"/>
              <a:gd name="T64" fmla="*/ 5127 w 5127"/>
              <a:gd name="T65" fmla="*/ 2340 h 5401"/>
              <a:gd name="T66" fmla="*/ 4568 w 5127"/>
              <a:gd name="T67" fmla="*/ 5139 h 5401"/>
              <a:gd name="T68" fmla="*/ 4448 w 5127"/>
              <a:gd name="T69" fmla="*/ 5281 h 5401"/>
              <a:gd name="T70" fmla="*/ 4688 w 5127"/>
              <a:gd name="T71" fmla="*/ 5281 h 5401"/>
              <a:gd name="T72" fmla="*/ 4568 w 5127"/>
              <a:gd name="T73" fmla="*/ 5139 h 5401"/>
              <a:gd name="T74" fmla="*/ 4448 w 5127"/>
              <a:gd name="T75" fmla="*/ 2559 h 5401"/>
              <a:gd name="T76" fmla="*/ 4568 w 5127"/>
              <a:gd name="T77" fmla="*/ 4974 h 5401"/>
              <a:gd name="T78" fmla="*/ 4688 w 5127"/>
              <a:gd name="T79" fmla="*/ 2559 h 5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chemeClr val="accent1">
              <a:alpha val="15000"/>
            </a:schemeClr>
          </a:solidFill>
          <a:ln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matchingName="Section Header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3ada9cb5-5c5e-4a22-9db3-48a148bd29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标题 4" descr="8413eb37-1697-408c-8907-dc0cc826f51d"/>
          <p:cNvSpPr>
            <a:spLocks noGrp="1"/>
          </p:cNvSpPr>
          <p:nvPr>
            <p:ph type="title" hasCustomPrompt="1"/>
          </p:nvPr>
        </p:nvSpPr>
        <p:spPr>
          <a:xfrm>
            <a:off x="660400" y="2123623"/>
            <a:ext cx="5981700" cy="1286086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sz="4800">
                <a:gradFill>
                  <a:gsLst>
                    <a:gs pos="0">
                      <a:schemeClr val="accent1"/>
                    </a:gs>
                    <a:gs pos="100000">
                      <a:schemeClr val="accent4">
                        <a:lumMod val="60000"/>
                        <a:lumOff val="40000"/>
                      </a:schemeClr>
                    </a:gs>
                  </a:gsLst>
                  <a:lin ang="0" scaled="1"/>
                </a:gradFill>
              </a:defRPr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25" name="文本占位符 24" descr="0ce319e8-2243-4ad5-944c-3c0d75fffe4d"/>
          <p:cNvSpPr>
            <a:spLocks noGrp="1"/>
          </p:cNvSpPr>
          <p:nvPr>
            <p:ph type="body" sz="quarter" idx="1" hasCustomPrompt="1"/>
          </p:nvPr>
        </p:nvSpPr>
        <p:spPr>
          <a:xfrm>
            <a:off x="660400" y="3621799"/>
            <a:ext cx="5981700" cy="148723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120000"/>
              </a:lnSpc>
              <a:buFont typeface="+mj-lt"/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zh-CN" altLang="en-US" dirty="0"/>
              <a:t>Click to add text</a:t>
            </a:r>
            <a:endParaRPr lang="en-US" dirty="0"/>
          </a:p>
        </p:txBody>
      </p:sp>
      <p:sp>
        <p:nvSpPr>
          <p:cNvPr id="4" name="日期占位符 3" descr="4c5caeb5-05f0-417b-a330-33e51857931b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7A813-B2FD-42E1-9222-83B574E99074}" type="datetime1">
              <a:rPr lang="zh-CN" altLang="en-US" smtClean="0"/>
            </a:fld>
            <a:endParaRPr lang="en-US" altLang="zh-CN"/>
          </a:p>
        </p:txBody>
      </p:sp>
      <p:sp>
        <p:nvSpPr>
          <p:cNvPr id="6" name="页脚占位符 5" descr="09f85980-3df0-4cdd-8d89-050be3fde0e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iSlide</a:t>
            </a:r>
            <a:endParaRPr lang="zh-CN" altLang="en-US"/>
          </a:p>
        </p:txBody>
      </p:sp>
      <p:sp>
        <p:nvSpPr>
          <p:cNvPr id="8" name="灯片编号占位符 7" descr="84ba8c0a-2295-47d2-9fc2-62598e64995c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5261052b-d83c-46c0-94a3-7f1a2d534ddd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3" name="日期占位符 2" descr="4d25431a-4434-4506-ae87-406c0815c16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页脚占位符 3" descr="e605216e-3797-4a18-8bcc-48bad75d4f2f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 descr="6ec748f9-d380-4033-b330-5783ae2923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 descr="d01f9fd1-2d1b-4a35-80c7-e355b1196d9c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页脚占位符 2" descr="97c19ca5-9844-4008-89d9-3ee345ddeec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 descr="3b105f6e-86b7-4680-abcb-84253bfb675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Closing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e9f28214-5cbd-4415-8cc2-089244c0215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标题 4" descr="43776481-344f-4baf-890f-3e92542949f2"/>
          <p:cNvSpPr>
            <a:spLocks noGrp="1"/>
          </p:cNvSpPr>
          <p:nvPr>
            <p:ph type="title" hasCustomPrompt="1"/>
          </p:nvPr>
        </p:nvSpPr>
        <p:spPr>
          <a:xfrm>
            <a:off x="660400" y="1104900"/>
            <a:ext cx="6438900" cy="3517900"/>
          </a:xfrm>
          <a:prstGeom prst="rect">
            <a:avLst/>
          </a:prstGeom>
        </p:spPr>
        <p:txBody>
          <a:bodyPr wrap="square" anchor="b">
            <a:noAutofit/>
          </a:bodyPr>
          <a:lstStyle>
            <a:lvl1pPr algn="l">
              <a:lnSpc>
                <a:spcPct val="100000"/>
              </a:lnSpc>
              <a:defRPr sz="9600">
                <a:ln w="19050">
                  <a:noFill/>
                </a:ln>
                <a:gradFill>
                  <a:gsLst>
                    <a:gs pos="0">
                      <a:schemeClr val="accent1"/>
                    </a:gs>
                    <a:gs pos="100000">
                      <a:schemeClr val="accent4">
                        <a:lumMod val="60000"/>
                        <a:lumOff val="40000"/>
                      </a:schemeClr>
                    </a:gs>
                  </a:gsLst>
                  <a:lin ang="0" scaled="1"/>
                </a:gradFill>
              </a:defRPr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4" name="文本占位符 3" descr="9043d75a-6496-4d59-8f0d-b9f9c2f79f91"/>
          <p:cNvSpPr>
            <a:spLocks noGrp="1"/>
          </p:cNvSpPr>
          <p:nvPr>
            <p:ph type="body" sz="quarter" idx="13" hasCustomPrompt="1"/>
          </p:nvPr>
        </p:nvSpPr>
        <p:spPr>
          <a:xfrm>
            <a:off x="660400" y="5476101"/>
            <a:ext cx="6438900" cy="276999"/>
          </a:xfrm>
          <a:prstGeom prst="rect">
            <a:avLst/>
          </a:prstGeom>
        </p:spPr>
        <p:txBody>
          <a:bodyPr wrap="square" lIns="90000">
            <a:normAutofit/>
          </a:bodyPr>
          <a:lstStyle>
            <a:lvl1pPr marL="0" indent="0" algn="l">
              <a:lnSpc>
                <a:spcPct val="100000"/>
              </a:lnSpc>
              <a:buNone/>
              <a:defRPr sz="1200"/>
            </a:lvl1pPr>
          </a:lstStyle>
          <a:p>
            <a:pPr lvl="0"/>
            <a:r>
              <a:rPr lang="zh-CN" altLang="en-US" dirty="0"/>
              <a:t>Presenter name</a:t>
            </a:r>
            <a:endParaRPr lang="en-US" dirty="0"/>
          </a:p>
        </p:txBody>
      </p:sp>
      <p:sp>
        <p:nvSpPr>
          <p:cNvPr id="7" name="文本占位符 6" descr="49ed17c2-4d47-442c-9c13-7d2ea8e04510"/>
          <p:cNvSpPr>
            <a:spLocks noGrp="1"/>
          </p:cNvSpPr>
          <p:nvPr>
            <p:ph type="body" sz="quarter" idx="14" hasCustomPrompt="1"/>
          </p:nvPr>
        </p:nvSpPr>
        <p:spPr>
          <a:xfrm>
            <a:off x="660400" y="5780901"/>
            <a:ext cx="6438900" cy="276999"/>
          </a:xfrm>
          <a:prstGeom prst="rect">
            <a:avLst/>
          </a:prstGeom>
        </p:spPr>
        <p:txBody>
          <a:bodyPr wrap="none">
            <a:normAutofit/>
          </a:bodyPr>
          <a:lstStyle>
            <a:lvl1pPr marL="0" indent="0" algn="l">
              <a:lnSpc>
                <a:spcPct val="100000"/>
              </a:lnSpc>
              <a:buNone/>
              <a:defRPr sz="1200"/>
            </a:lvl1pPr>
          </a:lstStyle>
          <a:p>
            <a:pPr lvl="0"/>
            <a:r>
              <a:rPr lang="zh-CN" altLang="en-US" dirty="0"/>
              <a:t>20XX.XX.XX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8">
            <a:alphaModFix amt="2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93" t="22442" r="38374" b="25525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Click to add text</a:t>
            </a:r>
            <a:endParaRPr lang="en-US" dirty="0"/>
          </a:p>
          <a:p>
            <a:pPr lvl="1"/>
            <a:r>
              <a:rPr lang="zh-CN" altLang="en-US" dirty="0"/>
              <a:t>Second level</a:t>
            </a:r>
            <a:endParaRPr lang="en-US" dirty="0"/>
          </a:p>
          <a:p>
            <a:pPr lvl="2"/>
            <a:r>
              <a:rPr lang="zh-CN" altLang="en-US" dirty="0"/>
              <a:t>Third level</a:t>
            </a:r>
            <a:endParaRPr lang="en-US" dirty="0"/>
          </a:p>
          <a:p>
            <a:pPr lvl="3"/>
            <a:r>
              <a:rPr lang="zh-CN" altLang="en-US" dirty="0"/>
              <a:t>Fourth level</a:t>
            </a:r>
            <a:endParaRPr lang="en-US" dirty="0"/>
          </a:p>
          <a:p>
            <a:pPr lvl="4"/>
            <a:r>
              <a:rPr lang="zh-CN" altLang="en-US" dirty="0"/>
              <a:t>Fifth level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</a:fld>
            <a:endParaRPr 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660400" y="1018678"/>
            <a:ext cx="10858500" cy="0"/>
          </a:xfrm>
          <a:prstGeom prst="line">
            <a:avLst/>
          </a:prstGeom>
          <a:ln>
            <a:gradFill flip="none" rotWithShape="1">
              <a:gsLst>
                <a:gs pos="1400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 descr="48784fa9-c2b2-431d-a12a-cc42239edab1"/>
          <p:cNvSpPr>
            <a:spLocks noGrp="1"/>
          </p:cNvSpPr>
          <p:nvPr>
            <p:ph type="ctrTitle" hasCustomPrompt="1"/>
          </p:nvPr>
        </p:nvSpPr>
        <p:spPr>
          <a:xfrm>
            <a:off x="426720" y="2579370"/>
            <a:ext cx="10553700" cy="1953260"/>
          </a:xfrm>
        </p:spPr>
        <p:txBody>
          <a:bodyPr anchorCtr="0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5400" b="1" i="0" u="none">
                <a:latin typeface="Arial" panose="020B0604020202020204"/>
              </a:rPr>
              <a:t>LicheePi 4A </a:t>
            </a:r>
            <a:r>
              <a:rPr lang="zh-CN" altLang="en-US" sz="5400" b="1" i="0" u="none">
                <a:latin typeface="Arial" panose="020B0604020202020204"/>
              </a:rPr>
              <a:t>平台</a:t>
            </a:r>
            <a:br>
              <a:rPr lang="zh-CN" altLang="en-US" sz="5400" b="1" i="0" u="none">
                <a:latin typeface="Arial" panose="020B0604020202020204"/>
              </a:rPr>
            </a:br>
            <a:r>
              <a:rPr lang="zh-CN" altLang="en-US" sz="5400" b="1" i="0" u="none">
                <a:latin typeface="Arial" panose="020B0604020202020204"/>
              </a:rPr>
              <a:t> </a:t>
            </a:r>
            <a:r>
              <a:rPr lang="en-US" altLang="zh-CN" sz="5400" b="1" i="0" u="none">
                <a:latin typeface="Arial" panose="020B0604020202020204"/>
              </a:rPr>
              <a:t>     </a:t>
            </a:r>
            <a:r>
              <a:rPr lang="zh-CN" altLang="en-US" sz="5400" b="1" i="0" u="none">
                <a:latin typeface="Arial" panose="020B0604020202020204"/>
              </a:rPr>
              <a:t>运行</a:t>
            </a:r>
            <a:r>
              <a:rPr lang="en-US" altLang="zh-CN" sz="5400" b="1" i="0" u="none">
                <a:latin typeface="Arial" panose="020B0604020202020204"/>
              </a:rPr>
              <a:t>SuperTux</a:t>
            </a:r>
            <a:r>
              <a:rPr lang="en-US" altLang="zh-CN" sz="5400" b="1" i="0" u="none">
                <a:latin typeface="Arial" panose="020B0604020202020204"/>
              </a:rPr>
              <a:t>Kart</a:t>
            </a:r>
            <a:endParaRPr lang="en-US" altLang="zh-CN" sz="5400" b="1" i="0" u="none">
              <a:latin typeface="Arial" panose="020B0604020202020204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34725" y="0"/>
            <a:ext cx="1057275" cy="10572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直接连接符 13" descr="87a1a356-0726-4286-849e-a1bd66165936"/>
          <p:cNvCxnSpPr/>
          <p:nvPr/>
        </p:nvCxnSpPr>
        <p:spPr>
          <a:xfrm>
            <a:off x="579120" y="6228080"/>
            <a:ext cx="10858500" cy="0"/>
          </a:xfrm>
          <a:prstGeom prst="line">
            <a:avLst/>
          </a:prstGeom>
          <a:ln>
            <a:solidFill>
              <a:schemeClr val="tx1">
                <a:alpha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标题 3" descr="5261052b-d83c-46c0-94a3-7f1a2d534ddd"/>
          <p:cNvSpPr>
            <a:spLocks noGrp="1"/>
          </p:cNvSpPr>
          <p:nvPr>
            <p:ph type="title" hasCustomPrompt="1"/>
          </p:nvPr>
        </p:nvSpPr>
        <p:spPr/>
        <p:txBody>
          <a:bodyPr anchorCtr="0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3600" b="1" i="0" u="none">
                <a:solidFill>
                  <a:srgbClr val="279CF0"/>
                </a:solidFill>
                <a:ea typeface="微软雅黑" panose="020B0503020204020204" charset="-122"/>
              </a:rPr>
              <a:t>“LicheePi 4A_</a:t>
            </a:r>
            <a:r>
              <a:rPr lang="en-US" altLang="zh-CN">
                <a:latin typeface="Arial" panose="020B0604020202020204"/>
                <a:sym typeface="+mn-ea"/>
              </a:rPr>
              <a:t>SuperTuxKart</a:t>
            </a:r>
            <a:r>
              <a:rPr lang="en-US" altLang="zh-CN" sz="3600" b="1" i="0" u="none">
                <a:solidFill>
                  <a:srgbClr val="279CF0"/>
                </a:solidFill>
                <a:ea typeface="微软雅黑" panose="020B0503020204020204" charset="-122"/>
              </a:rPr>
              <a:t>”</a:t>
            </a:r>
            <a:endParaRPr lang="en-US" altLang="zh-CN" sz="3600" b="1" i="0" u="none">
              <a:solidFill>
                <a:srgbClr val="279CF0"/>
              </a:solidFill>
              <a:ea typeface="微软雅黑" panose="020B050302020402020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34725" y="0"/>
            <a:ext cx="1057275" cy="105727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60400" y="1057275"/>
            <a:ext cx="10455275" cy="356362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indent="0" algn="l" fontAlgn="auto">
              <a:lnSpc>
                <a:spcPct val="200000"/>
              </a:lnSpc>
              <a:spcBef>
                <a:spcPts val="60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</a:t>
            </a:r>
            <a:r>
              <a:rPr lang="zh-CN" alt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安装</a:t>
            </a:r>
            <a:r>
              <a:rPr lang="zh-CN" alt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相关依赖：</a:t>
            </a:r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获取必要的编译工具和运行环境。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 fontAlgn="auto">
              <a:lnSpc>
                <a:spcPct val="200000"/>
              </a:lnSpc>
              <a:spcBef>
                <a:spcPts val="60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</a:t>
            </a:r>
            <a:r>
              <a:rPr lang="zh-CN" alt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获取针对</a:t>
            </a:r>
            <a:r>
              <a:rPr lang="en-US" altLang="zh-CN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LicheePi 4A </a:t>
            </a:r>
            <a:r>
              <a:rPr lang="zh-CN" alt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lang="en-US" altLang="zh-CN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SDL2 </a:t>
            </a:r>
            <a:r>
              <a:rPr lang="zh-CN" alt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库：</a:t>
            </a:r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获取适配的库文件</a:t>
            </a:r>
            <a:r>
              <a:rPr lang="zh-CN" alt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 fontAlgn="auto">
              <a:lnSpc>
                <a:spcPct val="200000"/>
              </a:lnSpc>
              <a:spcBef>
                <a:spcPts val="60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3. </a:t>
            </a:r>
            <a:r>
              <a:rPr lang="zh-CN" alt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获取项目源码：</a:t>
            </a:r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使用</a:t>
            </a: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Git</a:t>
            </a:r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克隆</a:t>
            </a:r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相关代码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l" fontAlgn="auto">
              <a:lnSpc>
                <a:spcPct val="200000"/>
              </a:lnSpc>
              <a:spcBef>
                <a:spcPts val="60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4. </a:t>
            </a:r>
            <a:r>
              <a:rPr lang="zh-CN" alt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运行</a:t>
            </a:r>
            <a:r>
              <a:rPr lang="en-US" altLang="zh-CN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SuperTuxKart</a:t>
            </a:r>
            <a:r>
              <a:rPr lang="zh-CN" alt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完成编译后启动游戏可执行文件。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 fontAlgn="auto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 fontAlgn="auto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fontAlgn="auto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 descr="43776481-344f-4baf-890f-3e92542949f2"/>
          <p:cNvSpPr>
            <a:spLocks noGrp="1"/>
          </p:cNvSpPr>
          <p:nvPr>
            <p:ph type="title" hasCustomPrompt="1"/>
          </p:nvPr>
        </p:nvSpPr>
        <p:spPr>
          <a:xfrm>
            <a:off x="865505" y="2472690"/>
            <a:ext cx="6438900" cy="1751330"/>
          </a:xfrm>
        </p:spPr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9600" b="1" i="0" u="none">
                <a:ea typeface="微软雅黑" panose="020B0503020204020204" charset="-122"/>
              </a:rPr>
              <a:t>谢谢观看</a:t>
            </a:r>
            <a:endParaRPr lang="en-US" sz="9600" b="1" i="0" u="none">
              <a:ea typeface="微软雅黑" panose="020B050302020402020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34725" y="0"/>
            <a:ext cx="1057275" cy="105727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</p:tagLst>
</file>

<file path=ppt/theme/theme1.xml><?xml version="1.0" encoding="utf-8"?>
<a:theme xmlns:a="http://schemas.openxmlformats.org/drawingml/2006/main" name="Designed by iSlide">
  <a:themeElements>
    <a:clrScheme name="iSlid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279CF0"/>
      </a:accent1>
      <a:accent2>
        <a:srgbClr val="0DFEFF"/>
      </a:accent2>
      <a:accent3>
        <a:srgbClr val="415DF8"/>
      </a:accent3>
      <a:accent4>
        <a:srgbClr val="F59A00"/>
      </a:accent4>
      <a:accent5>
        <a:srgbClr val="3098F5"/>
      </a:accent5>
      <a:accent6>
        <a:srgbClr val="E6C636"/>
      </a:accent6>
      <a:hlink>
        <a:srgbClr val="305BF5"/>
      </a:hlink>
      <a:folHlink>
        <a:srgbClr val="BFBFBF"/>
      </a:folHlink>
    </a:clrScheme>
    <a:fontScheme name="iSlide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iSlide</Template>
  <TotalTime>0</TotalTime>
  <Words>183</Words>
  <Application>WPS 演示</Application>
  <PresentationFormat>宽屏</PresentationFormat>
  <Paragraphs>14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Arial</vt:lpstr>
      <vt:lpstr>微软雅黑</vt:lpstr>
      <vt:lpstr>Arial Unicode MS</vt:lpstr>
      <vt:lpstr>Calibri</vt:lpstr>
      <vt:lpstr>Designed by iSlide</vt:lpstr>
      <vt:lpstr>LicheePi 4A 平台       运行DeepSeek-R1(1.5B)</vt:lpstr>
      <vt:lpstr>“LicheePi 4A_DeepSeek-R1(1.5B)”</vt:lpstr>
      <vt:lpstr>谢谢观看</vt:lpstr>
    </vt:vector>
  </TitlesOfParts>
  <Company>iSlide</Company>
  <LinksUpToDate>false</LinksUpToDate>
  <SharedDoc>false</SharedDoc>
  <HyperlinksChanged>false</HyperlinksChanged>
  <AppVersion>14.0000</AppVersion>
  <Manager>iSlide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iSlide</dc:creator>
  <cp:lastModifiedBy>酸甜草莓酱</cp:lastModifiedBy>
  <cp:revision>40</cp:revision>
  <cp:lastPrinted>2025-04-23T00:00:00Z</cp:lastPrinted>
  <dcterms:created xsi:type="dcterms:W3CDTF">2025-04-23T00:00:00Z</dcterms:created>
  <dcterms:modified xsi:type="dcterms:W3CDTF">2025-12-22T01:07:37Z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01234f0d-63b0-47eb-8d64-d57019e6c72b</vt:lpwstr>
  </property>
  <property fmtid="{D5CDD505-2E9C-101B-9397-08002B2CF9AE}" pid="3" name="ICV">
    <vt:lpwstr>DEA2EEE08C454133962FC8B5CCCD5E07_12</vt:lpwstr>
  </property>
  <property fmtid="{D5CDD505-2E9C-101B-9397-08002B2CF9AE}" pid="4" name="KSOProductBuildVer">
    <vt:lpwstr>2052-12.1.0.24034</vt:lpwstr>
  </property>
</Properties>
</file>