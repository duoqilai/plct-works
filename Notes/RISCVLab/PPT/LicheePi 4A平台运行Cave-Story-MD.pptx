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88" r:id="rId4"/>
    <p:sldId id="269" r:id="rId5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>
        <p:scale>
          <a:sx n="60" d="100"/>
          <a:sy n="60" d="100"/>
        </p:scale>
        <p:origin x="1446" y="13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abc530c-d19d-430b-81a4-80c54fd5ba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660400" y="1104900"/>
            <a:ext cx="5969000" cy="25705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 descr="7652301d-df0c-4c93-8645-de45d446f7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792151"/>
            <a:ext cx="5969000" cy="6020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6b8beaea-3ec9-4feb-888a-1235ad13e5e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5857101"/>
            <a:ext cx="28448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a228982b-6ffc-4137-91c9-40ff242734ae"/>
          <p:cNvSpPr>
            <a:spLocks noGrp="1"/>
          </p:cNvSpPr>
          <p:nvPr>
            <p:ph type="body" sz="quarter" idx="14" hasCustomPrompt="1"/>
          </p:nvPr>
        </p:nvSpPr>
        <p:spPr>
          <a:xfrm>
            <a:off x="3784600" y="5857101"/>
            <a:ext cx="28448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b9074f9-43f6-4dbf-86e9-b01dba440e8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 descr="a2ff495c-791b-416e-a65f-41489b81116a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83db8434-c1c7-4961-a5e3-38a036daa93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363e239-76b2-49ca-a23a-2a88382423c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6734d928-bdc6-4ab2-8af5-c67d0858c7c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 descr="8cb00ee5-22a6-4fc3-aeab-fe468d9ff533"/>
          <p:cNvSpPr/>
          <p:nvPr/>
        </p:nvSpPr>
        <p:spPr>
          <a:xfrm>
            <a:off x="1783445" y="1719944"/>
            <a:ext cx="9735455" cy="4414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6d59798f-c78d-42d8-bf47-6ead0c88f4f2"/>
          <p:cNvSpPr>
            <a:spLocks noGrp="1"/>
          </p:cNvSpPr>
          <p:nvPr>
            <p:ph type="title" hasCustomPrompt="1"/>
          </p:nvPr>
        </p:nvSpPr>
        <p:spPr>
          <a:xfrm>
            <a:off x="2970377" y="855429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 descr="fefa6af2-792f-4534-8c92-8ced183b6280"/>
          <p:cNvSpPr>
            <a:spLocks noGrp="1"/>
          </p:cNvSpPr>
          <p:nvPr>
            <p:ph sz="quarter" idx="1" hasCustomPrompt="1"/>
          </p:nvPr>
        </p:nvSpPr>
        <p:spPr>
          <a:xfrm>
            <a:off x="2970377" y="2002970"/>
            <a:ext cx="8231021" cy="3674251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c6fc205b-5dae-4785-a8c6-ec457484aef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 descr="32219d59-3b38-4de7-bd94-20292293199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 descr="7f820550-5eb8-4e7f-a67e-5109c1a9030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10" name="直接连接符 9" descr="6ebc8a5e-86df-4910-86bb-4ff5d18eae98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 12" descr="d8ee1687-6d46-4aae-b507-c450f9056936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3ada9cb5-5c5e-4a22-9db3-48a148bd29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>
          <a:xfrm>
            <a:off x="660400" y="2123623"/>
            <a:ext cx="5981700" cy="128608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80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621799"/>
            <a:ext cx="5981700" cy="14872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 descr="4c5caeb5-05f0-417b-a330-33e51857931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09f85980-3df0-4cdd-8d89-050be3fde0e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84ba8c0a-2295-47d2-9fc2-62598e64995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 descr="4d25431a-4434-4506-ae87-406c0815c16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e605216e-3797-4a18-8bcc-48bad75d4f2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6ec748f9-d380-4033-b330-5783ae2923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d01f9fd1-2d1b-4a35-80c7-e355b1196d9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97c19ca5-9844-4008-89d9-3ee345ddeec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3b105f6e-86b7-4680-abcb-84253bfb67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e9f28214-5cbd-4415-8cc2-089244c021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660400" y="1104900"/>
            <a:ext cx="6438900" cy="35179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96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9043d75a-6496-4d59-8f0d-b9f9c2f79f91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476101"/>
            <a:ext cx="64389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49ed17c2-4d47-442c-9c13-7d2ea8e04510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780901"/>
            <a:ext cx="64389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3" t="22442" r="38374" b="25525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0400" y="1018678"/>
            <a:ext cx="10858500" cy="0"/>
          </a:xfrm>
          <a:prstGeom prst="line">
            <a:avLst/>
          </a:prstGeom>
          <a:ln>
            <a:gradFill flip="none" rotWithShape="1">
              <a:gsLst>
                <a:gs pos="1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385445" y="2316480"/>
            <a:ext cx="10553700" cy="1953260"/>
          </a:xfrm>
        </p:spPr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>
                <a:latin typeface="Arial" panose="020B0604020202020204"/>
              </a:rPr>
              <a:t>LicheePi 4A </a:t>
            </a:r>
            <a:r>
              <a:rPr lang="zh-CN" altLang="en-US" sz="5400" b="1" i="0" u="none">
                <a:latin typeface="Arial" panose="020B0604020202020204"/>
              </a:rPr>
              <a:t>平台</a:t>
            </a:r>
            <a:br>
              <a:rPr lang="zh-CN" altLang="en-US" sz="5400" b="1" i="0" u="none">
                <a:latin typeface="Arial" panose="020B0604020202020204"/>
              </a:rPr>
            </a:br>
            <a:r>
              <a:rPr lang="zh-CN" altLang="en-US" sz="5400" b="1" i="0" u="none">
                <a:latin typeface="Arial" panose="020B0604020202020204"/>
              </a:rPr>
              <a:t> </a:t>
            </a:r>
            <a:r>
              <a:rPr lang="en-US" altLang="zh-CN" sz="5400" b="1" i="0" u="none">
                <a:latin typeface="Arial" panose="020B0604020202020204"/>
              </a:rPr>
              <a:t>       </a:t>
            </a:r>
            <a:r>
              <a:rPr lang="zh-CN" altLang="en-US" sz="5400" b="1" i="0" u="none">
                <a:latin typeface="Arial" panose="020B0604020202020204"/>
              </a:rPr>
              <a:t>运行</a:t>
            </a:r>
            <a:r>
              <a:rPr lang="en-US" altLang="zh-CN" sz="5400" b="1" i="0" u="none">
                <a:latin typeface="Arial" panose="020B0604020202020204"/>
              </a:rPr>
              <a:t>Cave-Story-MD</a:t>
            </a:r>
            <a:endParaRPr lang="en-US" altLang="zh-CN" sz="5400" b="1" i="0" u="none"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“LicheePi 4A_Cave-Story-MD”</a:t>
            </a:r>
            <a:endParaRPr lang="en-US" altLang="zh-CN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0400" y="1057275"/>
            <a:ext cx="10455275" cy="35636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安装相关依赖：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首先更新软件包列表并安装构建所需的基础工具。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M68K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交叉编译工具链：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MarsDev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框架构建能够在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RISC-V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系统上为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M68K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架构生成代码的交叉编译器。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Cave-Story-MD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源代码并编译：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克隆游戏源代码，并使用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M68K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工具链编译生成可在世嘉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MD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上运行的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ROM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获取世嘉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MD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模拟器：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安装或编译模拟器，以便在开发板上测试生成的游戏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ROM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865505" y="2472690"/>
            <a:ext cx="6438900" cy="1751330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9600" b="1" i="0" u="none">
                <a:ea typeface="微软雅黑" panose="020B0503020204020204" charset="-122"/>
              </a:rPr>
              <a:t>谢谢观看</a:t>
            </a:r>
            <a:endParaRPr lang="en-US" sz="9600" b="1" i="0" u="none"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79CF0"/>
      </a:accent1>
      <a:accent2>
        <a:srgbClr val="0DFEFF"/>
      </a:accent2>
      <a:accent3>
        <a:srgbClr val="415DF8"/>
      </a:accent3>
      <a:accent4>
        <a:srgbClr val="F59A00"/>
      </a:accent4>
      <a:accent5>
        <a:srgbClr val="3098F5"/>
      </a:accent5>
      <a:accent6>
        <a:srgbClr val="E6C636"/>
      </a:accent6>
      <a:hlink>
        <a:srgbClr val="305BF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283</Words>
  <Application>WPS 演示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Designed by iSlide</vt:lpstr>
      <vt:lpstr>LicheePi 4A 平台           运行cavy-story</vt:lpstr>
      <vt:lpstr>“LicheePi 4A_cavy-story”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酸甜草莓酱</cp:lastModifiedBy>
  <cp:revision>46</cp:revision>
  <cp:lastPrinted>2025-04-23T00:00:00Z</cp:lastPrinted>
  <dcterms:created xsi:type="dcterms:W3CDTF">2025-04-23T00:00:00Z</dcterms:created>
  <dcterms:modified xsi:type="dcterms:W3CDTF">2025-12-26T09:17:08Z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01234f0d-63b0-47eb-8d64-d57019e6c72b</vt:lpwstr>
  </property>
  <property fmtid="{D5CDD505-2E9C-101B-9397-08002B2CF9AE}" pid="3" name="ICV">
    <vt:lpwstr>DEA2EEE08C454133962FC8B5CCCD5E07_12</vt:lpwstr>
  </property>
  <property fmtid="{D5CDD505-2E9C-101B-9397-08002B2CF9AE}" pid="4" name="KSOProductBuildVer">
    <vt:lpwstr>2052-12.1.0.24034</vt:lpwstr>
  </property>
</Properties>
</file>