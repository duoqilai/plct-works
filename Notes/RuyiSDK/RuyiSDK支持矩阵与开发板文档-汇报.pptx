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63" r:id="rId4"/>
    <p:sldMasterId id="2147483666" r:id="rId5"/>
  </p:sldMasterIdLst>
  <p:notesMasterIdLst>
    <p:notesMasterId r:id="rId7"/>
  </p:notesMasterIdLst>
  <p:sldIdLst>
    <p:sldId id="256" r:id="rId6"/>
    <p:sldId id="257" r:id="rId8"/>
    <p:sldId id="258" r:id="rId9"/>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pc="119">
                <a:solidFill>
                  <a:schemeClr val="dk1">
                    <a:lumMod val="85000"/>
                    <a:lumOff val="15000"/>
                  </a:schemeClr>
                </a:solidFill>
                <a:latin typeface="微软雅黑"/>
                <a:ea typeface="微软雅黑"/>
                <a:cs typeface="微软雅黑"/>
                <a:sym typeface="+mn-ea"/>
              </a:rPr>
              <a:t>matrix.ruyisdk.org</a:t>
            </a:r>
            <a:endParaRPr spc="119">
              <a:solidFill>
                <a:schemeClr val="dk1">
                  <a:lumMod val="85000"/>
                  <a:lumOff val="15000"/>
                </a:schemeClr>
              </a:solidFill>
              <a:latin typeface="微软雅黑"/>
              <a:ea typeface="微软雅黑"/>
              <a:cs typeface="微软雅黑"/>
              <a:sym typeface="+mn-ea"/>
            </a:endParaRPr>
          </a:p>
          <a:p>
            <a:endParaRPr lang="en-US" altLang="zh-CN" spc="119">
              <a:solidFill>
                <a:schemeClr val="dk1">
                  <a:lumMod val="85000"/>
                  <a:lumOff val="15000"/>
                </a:schemeClr>
              </a:solidFill>
              <a:latin typeface="微软雅黑"/>
              <a:ea typeface="微软雅黑"/>
              <a:cs typeface="微软雅黑"/>
              <a:sym typeface="+mn-ea"/>
            </a:endParaRPr>
          </a:p>
          <a:p>
            <a:r>
              <a:rPr lang="en-US" altLang="zh-CN" spc="119">
                <a:solidFill>
                  <a:schemeClr val="dk1">
                    <a:lumMod val="85000"/>
                    <a:lumOff val="15000"/>
                  </a:schemeClr>
                </a:solidFill>
                <a:latin typeface="微软雅黑"/>
                <a:ea typeface="微软雅黑"/>
                <a:cs typeface="微软雅黑"/>
                <a:sym typeface="+mn-ea"/>
              </a:rPr>
              <a:t>https://camo.githubusercontent.com/ac71e756a3629920be6380bad0fb302b79ede0409af2f5d0a89524e4eb8bf1e5/68747470733a2f2f7275796973646b2e6769746875622e696f2f737570706f72742d6d61747269782f6c696e75785f7a682e737667</a:t>
            </a:r>
            <a:endParaRPr lang="en-US" altLang="zh-CN" spc="119">
              <a:solidFill>
                <a:schemeClr val="dk1">
                  <a:lumMod val="85000"/>
                  <a:lumOff val="15000"/>
                </a:schemeClr>
              </a:solidFill>
              <a:latin typeface="微软雅黑"/>
              <a:ea typeface="微软雅黑"/>
              <a:cs typeface="微软雅黑"/>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boards.ruyisdk.org</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4" Type="http://schemas.openxmlformats.org/officeDocument/2006/relationships/image" Target="../media/image3.svg"/><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4" Type="http://schemas.openxmlformats.org/officeDocument/2006/relationships/image" Target="../media/image3.svg"/><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4" Type="http://schemas.openxmlformats.org/officeDocument/2006/relationships/image" Target="../media/image3.svg"/><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4" Type="http://schemas.openxmlformats.org/officeDocument/2006/relationships/image" Target="../media/image3.svg"/><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封面">
    <p:spTree>
      <p:nvGrpSpPr>
        <p:cNvPr id="1" name=""/>
        <p:cNvGrpSpPr/>
        <p:nvPr/>
      </p:nvGrpSpPr>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内容页5">
    <p:bg>
      <p:bgPr>
        <a:solidFill>
          <a:srgbClr val="FFFFFF"/>
        </a:solidFill>
        <a:effectLst/>
      </p:bgPr>
    </p:bg>
    <p:spTree>
      <p:nvGrpSpPr>
        <p:cNvPr id="1" name=""/>
        <p:cNvGrpSpPr/>
        <p:nvPr/>
      </p:nvGrpSpPr>
      <p:grpSpPr/>
      <p:pic>
        <p:nvPicPr>
          <p:cNvPr id="136"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32"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33"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4"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5"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6"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38"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9"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40"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41"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42"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43"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148" name="图片 2"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46" name="Freeform 1031"/>
          <p:cNvSpPr>
            <a:spLocks noGrp="1"/>
          </p:cNvSpPr>
          <p:nvPr/>
        </p:nvSpPr>
        <p:spPr>
          <a:xfrm>
            <a:off x="511560" y="415080"/>
            <a:ext cx="295920" cy="387360"/>
          </a:xfrm>
          <a:custGeom>
            <a:avLst/>
            <a:gdLst>
              <a:gd name="textAreaLeft" fmla="*/ 0 w 295920"/>
              <a:gd name="textAreaRight" fmla="*/ 296280 w 295920"/>
              <a:gd name="textAreaTop" fmla="*/ 0 h 387360"/>
              <a:gd name="textAreaBottom" fmla="*/ 387720 h 387360"/>
              <a:gd name="GluePoint1X" fmla="*/ 162 w 539"/>
              <a:gd name="GluePoint1Y" fmla="*/ 705 h 705"/>
              <a:gd name="GluePoint2X" fmla="*/ 0 w 539"/>
              <a:gd name="GluePoint2Y" fmla="*/ 705 h 705"/>
              <a:gd name="GluePoint3X" fmla="*/ 375 w 539"/>
              <a:gd name="GluePoint3Y" fmla="*/ 0 h 705"/>
              <a:gd name="GluePoint4X" fmla="*/ 539 w 539"/>
              <a:gd name="GluePoint4Y" fmla="*/ 0 h 705"/>
              <a:gd name="GluePoint5X" fmla="*/ 162 w 539"/>
              <a:gd name="GluePoint5Y" fmla="*/ 705 h 705"/>
            </a:gdLst>
            <a:ahLst/>
            <a:cxnLst/>
            <a:rect l="textAreaLeft" t="textAreaTop" r="textAreaRight" b="textAreaBottom"/>
            <a:pathLst>
              <a:path w="539" h="705">
                <a:moveTo>
                  <a:pt x="162" y="705"/>
                </a:moveTo>
                <a:lnTo>
                  <a:pt x="0" y="705"/>
                </a:lnTo>
                <a:lnTo>
                  <a:pt x="375" y="0"/>
                </a:lnTo>
                <a:lnTo>
                  <a:pt x="539" y="0"/>
                </a:lnTo>
                <a:lnTo>
                  <a:pt x="162" y="705"/>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47" name="Freeform 1034"/>
          <p:cNvSpPr>
            <a:spLocks noGrp="1"/>
          </p:cNvSpPr>
          <p:nvPr/>
        </p:nvSpPr>
        <p:spPr>
          <a:xfrm>
            <a:off x="435600" y="456840"/>
            <a:ext cx="185400" cy="242640"/>
          </a:xfrm>
          <a:custGeom>
            <a:avLst/>
            <a:gdLst>
              <a:gd name="textAreaLeft" fmla="*/ 0 w 185400"/>
              <a:gd name="textAreaRight" fmla="*/ 185760 w 185400"/>
              <a:gd name="textAreaTop" fmla="*/ 0 h 242640"/>
              <a:gd name="textAreaBottom" fmla="*/ 243000 h 242640"/>
              <a:gd name="GluePoint1X" fmla="*/ 102 w 338"/>
              <a:gd name="GluePoint1Y" fmla="*/ 442 h 442"/>
              <a:gd name="GluePoint2X" fmla="*/ 0 w 338"/>
              <a:gd name="GluePoint2Y" fmla="*/ 442 h 442"/>
              <a:gd name="GluePoint3X" fmla="*/ 235 w 338"/>
              <a:gd name="GluePoint3Y" fmla="*/ 0 h 442"/>
              <a:gd name="GluePoint4X" fmla="*/ 338 w 338"/>
              <a:gd name="GluePoint4Y" fmla="*/ 0 h 442"/>
              <a:gd name="GluePoint5X" fmla="*/ 102 w 338"/>
              <a:gd name="GluePoint5Y" fmla="*/ 442 h 442"/>
            </a:gdLst>
            <a:ahLst/>
            <a:cxnLst/>
            <a:rect l="textAreaLeft" t="textAreaTop" r="textAreaRight" b="textAreaBottom"/>
            <a:pathLst>
              <a:path w="338" h="442">
                <a:moveTo>
                  <a:pt x="102" y="442"/>
                </a:moveTo>
                <a:lnTo>
                  <a:pt x="0" y="442"/>
                </a:lnTo>
                <a:lnTo>
                  <a:pt x="235" y="0"/>
                </a:lnTo>
                <a:lnTo>
                  <a:pt x="338" y="0"/>
                </a:lnTo>
                <a:lnTo>
                  <a:pt x="102" y="442"/>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48" name="Freeform 1032"/>
          <p:cNvSpPr>
            <a:spLocks noGrp="1"/>
          </p:cNvSpPr>
          <p:nvPr/>
        </p:nvSpPr>
        <p:spPr>
          <a:xfrm>
            <a:off x="696240" y="572400"/>
            <a:ext cx="185400" cy="243360"/>
          </a:xfrm>
          <a:custGeom>
            <a:avLst/>
            <a:gdLst>
              <a:gd name="textAreaLeft" fmla="*/ 0 w 185400"/>
              <a:gd name="textAreaRight" fmla="*/ 185760 w 185400"/>
              <a:gd name="textAreaTop" fmla="*/ 0 h 243360"/>
              <a:gd name="textAreaBottom" fmla="*/ 243720 h 243360"/>
              <a:gd name="GluePoint1X" fmla="*/ 102 w 338"/>
              <a:gd name="GluePoint1Y" fmla="*/ 443 h 443"/>
              <a:gd name="GluePoint2X" fmla="*/ 0 w 338"/>
              <a:gd name="GluePoint2Y" fmla="*/ 443 h 443"/>
              <a:gd name="GluePoint3X" fmla="*/ 235 w 338"/>
              <a:gd name="GluePoint3Y" fmla="*/ 0 h 443"/>
              <a:gd name="GluePoint4X" fmla="*/ 338 w 338"/>
              <a:gd name="GluePoint4Y" fmla="*/ 0 h 443"/>
              <a:gd name="GluePoint5X" fmla="*/ 102 w 338"/>
              <a:gd name="GluePoint5Y" fmla="*/ 443 h 443"/>
            </a:gdLst>
            <a:ahLst/>
            <a:cxnLst/>
            <a:rect l="textAreaLeft" t="textAreaTop" r="textAreaRight" b="textAreaBottom"/>
            <a:pathLst>
              <a:path w="338" h="443">
                <a:moveTo>
                  <a:pt x="102" y="443"/>
                </a:moveTo>
                <a:lnTo>
                  <a:pt x="0" y="443"/>
                </a:lnTo>
                <a:lnTo>
                  <a:pt x="235" y="0"/>
                </a:lnTo>
                <a:lnTo>
                  <a:pt x="338" y="0"/>
                </a:lnTo>
                <a:lnTo>
                  <a:pt x="102" y="443"/>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49" name="Freeform 1033"/>
          <p:cNvSpPr>
            <a:spLocks noGrp="1"/>
          </p:cNvSpPr>
          <p:nvPr/>
        </p:nvSpPr>
        <p:spPr>
          <a:xfrm>
            <a:off x="543960" y="318960"/>
            <a:ext cx="185400" cy="242640"/>
          </a:xfrm>
          <a:custGeom>
            <a:avLst/>
            <a:gdLst>
              <a:gd name="textAreaLeft" fmla="*/ 0 w 185400"/>
              <a:gd name="textAreaRight" fmla="*/ 185760 w 185400"/>
              <a:gd name="textAreaTop" fmla="*/ 0 h 242640"/>
              <a:gd name="textAreaBottom" fmla="*/ 243000 h 242640"/>
              <a:gd name="GluePoint1X" fmla="*/ 103 w 338"/>
              <a:gd name="GluePoint1Y" fmla="*/ 442 h 442"/>
              <a:gd name="GluePoint2X" fmla="*/ 0 w 338"/>
              <a:gd name="GluePoint2Y" fmla="*/ 442 h 442"/>
              <a:gd name="GluePoint3X" fmla="*/ 236 w 338"/>
              <a:gd name="GluePoint3Y" fmla="*/ 0 h 442"/>
              <a:gd name="GluePoint4X" fmla="*/ 338 w 338"/>
              <a:gd name="GluePoint4Y" fmla="*/ 0 h 442"/>
              <a:gd name="GluePoint5X" fmla="*/ 103 w 338"/>
              <a:gd name="GluePoint5Y" fmla="*/ 442 h 442"/>
            </a:gdLst>
            <a:ahLst/>
            <a:cxnLst/>
            <a:rect l="textAreaLeft" t="textAreaTop" r="textAreaRight" b="textAreaBottom"/>
            <a:pathLst>
              <a:path w="338" h="442">
                <a:moveTo>
                  <a:pt x="103" y="442"/>
                </a:moveTo>
                <a:lnTo>
                  <a:pt x="0" y="442"/>
                </a:lnTo>
                <a:lnTo>
                  <a:pt x="236" y="0"/>
                </a:lnTo>
                <a:lnTo>
                  <a:pt x="338" y="0"/>
                </a:lnTo>
                <a:lnTo>
                  <a:pt x="103" y="442"/>
                </a:lnTo>
                <a:close/>
              </a:path>
            </a:pathLst>
          </a:custGeom>
          <a:solidFill>
            <a:schemeClr val="accent1">
              <a:alpha val="73000"/>
            </a:schemeClr>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50" name="Freeform 1029"/>
          <p:cNvSpPr>
            <a:spLocks noGrp="1"/>
          </p:cNvSpPr>
          <p:nvPr/>
        </p:nvSpPr>
        <p:spPr>
          <a:xfrm>
            <a:off x="595440" y="327240"/>
            <a:ext cx="5800320" cy="440280"/>
          </a:xfrm>
          <a:prstGeom prst="parallelogram">
            <a:avLst>
              <a:gd name="adj" fmla="val 53329"/>
            </a:avLst>
          </a:prstGeom>
          <a:gradFill rotWithShape="0">
            <a:gsLst>
              <a:gs pos="0">
                <a:srgbClr val="ED6F00">
                  <a:alpha val="9000"/>
                </a:srgbClr>
              </a:gs>
              <a:gs pos="100000">
                <a:srgbClr val="ED6F00">
                  <a:alpha val="0"/>
                </a:srgbClr>
              </a:gs>
            </a:gsLst>
            <a:lin ang="2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51" name="Freeform 1030"/>
          <p:cNvSpPr>
            <a:spLocks noGrp="1"/>
          </p:cNvSpPr>
          <p:nvPr/>
        </p:nvSpPr>
        <p:spPr>
          <a:xfrm>
            <a:off x="585360" y="327240"/>
            <a:ext cx="336600" cy="440280"/>
          </a:xfrm>
          <a:custGeom>
            <a:avLst/>
            <a:gdLst>
              <a:gd name="textAreaLeft" fmla="*/ 0 w 336600"/>
              <a:gd name="textAreaRight" fmla="*/ 336960 w 336600"/>
              <a:gd name="textAreaTop" fmla="*/ 0 h 440280"/>
              <a:gd name="textAreaBottom" fmla="*/ 440640 h 440280"/>
              <a:gd name="GluePoint1X" fmla="*/ 161 w 539"/>
              <a:gd name="GluePoint1Y" fmla="*/ 705 h 705"/>
              <a:gd name="GluePoint2X" fmla="*/ 0 w 539"/>
              <a:gd name="GluePoint2Y" fmla="*/ 705 h 705"/>
              <a:gd name="GluePoint3X" fmla="*/ 377 w 539"/>
              <a:gd name="GluePoint3Y" fmla="*/ 0 h 705"/>
              <a:gd name="GluePoint4X" fmla="*/ 539 w 539"/>
              <a:gd name="GluePoint4Y" fmla="*/ 0 h 705"/>
              <a:gd name="GluePoint5X" fmla="*/ 161 w 539"/>
              <a:gd name="GluePoint5Y" fmla="*/ 705 h 705"/>
            </a:gdLst>
            <a:ahLst/>
            <a:cxnLst/>
            <a:rect l="textAreaLeft" t="textAreaTop" r="textAreaRight" b="textAreaBottom"/>
            <a:pathLst>
              <a:path w="539" h="705">
                <a:moveTo>
                  <a:pt x="161" y="705"/>
                </a:moveTo>
                <a:lnTo>
                  <a:pt x="0" y="705"/>
                </a:lnTo>
                <a:lnTo>
                  <a:pt x="377" y="0"/>
                </a:lnTo>
                <a:lnTo>
                  <a:pt x="539" y="0"/>
                </a:lnTo>
                <a:lnTo>
                  <a:pt x="161" y="705"/>
                </a:lnTo>
                <a:close/>
              </a:path>
            </a:pathLst>
          </a:custGeom>
          <a:gradFill rotWithShape="0">
            <a:gsLst>
              <a:gs pos="26000">
                <a:srgbClr val="ED6F00"/>
              </a:gs>
              <a:gs pos="100000">
                <a:srgbClr val="FFA85B"/>
              </a:gs>
            </a:gsLst>
            <a:lin ang="162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52" name="PlaceHolder 1"/>
          <p:cNvSpPr>
            <a:spLocks noGrp="1"/>
          </p:cNvSpPr>
          <p:nvPr>
            <p:ph type="title"/>
          </p:nvPr>
        </p:nvSpPr>
        <p:spPr>
          <a:xfrm>
            <a:off x="1003680" y="364320"/>
            <a:ext cx="6845040" cy="369000"/>
          </a:xfrm>
          <a:prstGeom prst="rect">
            <a:avLst/>
          </a:prstGeom>
          <a:noFill/>
          <a:ln w="0">
            <a:noFill/>
          </a:ln>
        </p:spPr>
        <p:txBody>
          <a:bodyPr lIns="90000" tIns="45000" rIns="90000" bIns="45000" anchor="t">
            <a:normAutofit fontScale="85000" lnSpcReduction="9999"/>
          </a:bodyPr>
          <a:lstStyle>
            <a:lvl1pPr indent="0" algn="l" defTabSz="914400">
              <a:lnSpc>
                <a:spcPct val="100000"/>
              </a:lnSpc>
              <a:buNone/>
              <a:tabLst>
                <a:tab pos="0" algn="l"/>
              </a:tabLst>
              <a:defRPr sz="2400" b="1" u="none" spc="99">
                <a:solidFill>
                  <a:schemeClr val="accent1"/>
                </a:solidFill>
                <a:latin typeface="思源黑体 CN Bold"/>
                <a:ea typeface="思源黑体 CN Bold"/>
                <a:cs typeface="思源黑体 CN Bold"/>
              </a:defRPr>
            </a:lvl1pPr>
          </a:lstStyle>
          <a:p>
            <a:pPr indent="0" algn="l" defTabSz="914400">
              <a:lnSpc>
                <a:spcPct val="100000"/>
              </a:lnSpc>
              <a:buNone/>
              <a:tabLst>
                <a:tab pos="0" algn="l"/>
              </a:tabLst>
            </a:pPr>
            <a:r>
              <a:rPr sz="2400" b="1" u="none" spc="99">
                <a:solidFill>
                  <a:schemeClr val="accent1"/>
                </a:solidFill>
                <a:latin typeface="思源黑体 CN Bold"/>
                <a:ea typeface="思源黑体 CN Bold"/>
                <a:cs typeface="思源黑体 CN Bold"/>
              </a:rPr>
              <a:t>单击此处编辑母版标题样式</a:t>
            </a:r>
            <a:endParaRPr sz="2400" b="1" u="none" spc="99">
              <a:solidFill>
                <a:schemeClr val="accent1"/>
              </a:solidFill>
              <a:latin typeface="思源黑体 CN Bold"/>
              <a:ea typeface="思源黑体 CN Bold"/>
              <a:cs typeface="思源黑体 CN Bold"/>
            </a:endParaRPr>
          </a:p>
        </p:txBody>
      </p:sp>
      <p:sp>
        <p:nvSpPr>
          <p:cNvPr id="53" name="任意多边形: 形状 9"/>
          <p:cNvSpPr>
            <a:spLocks noGrp="1"/>
          </p:cNvSpPr>
          <p:nvPr/>
        </p:nvSpPr>
        <p:spPr>
          <a:xfrm>
            <a:off x="0" y="6427800"/>
            <a:ext cx="12191760" cy="429840"/>
          </a:xfrm>
          <a:custGeom>
            <a:avLst/>
            <a:gdLst>
              <a:gd name="textAreaLeft" fmla="*/ 0 w 12191760"/>
              <a:gd name="textAreaRight" fmla="*/ 12192120 w 12191760"/>
              <a:gd name="textAreaTop" fmla="*/ 0 h 429840"/>
              <a:gd name="textAreaBottom" fmla="*/ 430200 h 429840"/>
              <a:gd name="GluePoint1X" fmla="*/ 0 w 12192000"/>
              <a:gd name="GluePoint1Y" fmla="*/ 0 h 381000"/>
              <a:gd name="GluePoint2X" fmla="*/ 12192000 w 12192000"/>
              <a:gd name="GluePoint2Y" fmla="*/ 0 h 381000"/>
              <a:gd name="GluePoint3X" fmla="*/ 12192000 w 12192000"/>
              <a:gd name="GluePoint3Y" fmla="*/ 381000 h 381000"/>
              <a:gd name="GluePoint4X" fmla="*/ 0 w 12192000"/>
              <a:gd name="GluePoint4Y" fmla="*/ 381000 h 381000"/>
            </a:gdLst>
            <a:ahLst/>
            <a:cxnLst/>
            <a:rect l="textAreaLeft" t="textAreaTop" r="textAreaRight" b="textAreaBottom"/>
            <a:pathLst>
              <a:path w="12192000" h="381000">
                <a:moveTo>
                  <a:pt x="0" y="0"/>
                </a:moveTo>
                <a:lnTo>
                  <a:pt x="12192000" y="0"/>
                </a:lnTo>
                <a:lnTo>
                  <a:pt x="12192000" y="381000"/>
                </a:lnTo>
                <a:lnTo>
                  <a:pt x="0" y="381000"/>
                </a:lnTo>
                <a:close/>
              </a:path>
            </a:pathLst>
          </a:custGeom>
          <a:solidFill>
            <a:srgbClr val="ED6F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56" name="任意多边形: 形状 33"/>
          <p:cNvSpPr>
            <a:spLocks noGrp="1"/>
          </p:cNvSpPr>
          <p:nvPr/>
        </p:nvSpPr>
        <p:spPr>
          <a:xfrm>
            <a:off x="10206000" y="6556680"/>
            <a:ext cx="88200" cy="100800"/>
          </a:xfrm>
          <a:custGeom>
            <a:avLst/>
            <a:gdLst>
              <a:gd name="textAreaLeft" fmla="*/ 0 w 88200"/>
              <a:gd name="textAreaRight" fmla="*/ 88560 w 88200"/>
              <a:gd name="textAreaTop" fmla="*/ 0 h 100800"/>
              <a:gd name="textAreaBottom" fmla="*/ 101160 h 100800"/>
              <a:gd name="GluePoint1X" fmla="*/ 21465 w 53300"/>
              <a:gd name="GluePoint1Y" fmla="*/ 19954 h 60737"/>
              <a:gd name="GluePoint2X" fmla="*/ 21465 w 53300"/>
              <a:gd name="GluePoint2Y" fmla="*/ 31321 h 60737"/>
              <a:gd name="GluePoint3X" fmla="*/ 8798 w 53300"/>
              <a:gd name="GluePoint3Y" fmla="*/ 31321 h 60737"/>
              <a:gd name="GluePoint4X" fmla="*/ 8798 w 53300"/>
              <a:gd name="GluePoint4Y" fmla="*/ 19954 h 60737"/>
              <a:gd name="GluePoint5X" fmla="*/ 21465 w 53300"/>
              <a:gd name="GluePoint5Y" fmla="*/ 19954 h 60737"/>
              <a:gd name="GluePoint6X" fmla="*/ 8798 w 53300"/>
              <a:gd name="GluePoint6Y" fmla="*/ 42961 h 60737"/>
              <a:gd name="GluePoint7X" fmla="*/ 8798 w 53300"/>
              <a:gd name="GluePoint7Y" fmla="*/ 38305 h 60737"/>
              <a:gd name="GluePoint8X" fmla="*/ 21465 w 53300"/>
              <a:gd name="GluePoint8Y" fmla="*/ 38305 h 60737"/>
              <a:gd name="GluePoint9X" fmla="*/ 21465 w 53300"/>
              <a:gd name="GluePoint9Y" fmla="*/ 60738 h 60737"/>
              <a:gd name="GluePoint10X" fmla="*/ 30777 w 53300"/>
              <a:gd name="GluePoint10Y" fmla="*/ 60738 h 60737"/>
              <a:gd name="GluePoint11X" fmla="*/ 30777 w 53300"/>
              <a:gd name="GluePoint11Y" fmla="*/ 38305 h 60737"/>
              <a:gd name="GluePoint12X" fmla="*/ 43717 w 53300"/>
              <a:gd name="GluePoint12Y" fmla="*/ 38305 h 60737"/>
              <a:gd name="GluePoint13X" fmla="*/ 43717 w 53300"/>
              <a:gd name="GluePoint13Y" fmla="*/ 42175 h 60737"/>
              <a:gd name="GluePoint14X" fmla="*/ 53300 w 53300"/>
              <a:gd name="GluePoint14Y" fmla="*/ 42175 h 60737"/>
              <a:gd name="GluePoint15X" fmla="*/ 53300 w 53300"/>
              <a:gd name="GluePoint15Y" fmla="*/ 12698 h 60737"/>
              <a:gd name="GluePoint16X" fmla="*/ 30807 w 53300"/>
              <a:gd name="GluePoint16Y" fmla="*/ 12698 h 60737"/>
              <a:gd name="GluePoint17X" fmla="*/ 30807 w 53300"/>
              <a:gd name="GluePoint17Y" fmla="*/ 6228 h 60737"/>
              <a:gd name="GluePoint18X" fmla="*/ 31684 w 53300"/>
              <a:gd name="GluePoint18Y" fmla="*/ 1270 h 60737"/>
              <a:gd name="GluePoint19X" fmla="*/ 31865 w 53300"/>
              <a:gd name="GluePoint19Y" fmla="*/ 514 h 60737"/>
              <a:gd name="GluePoint20X" fmla="*/ 30112 w 53300"/>
              <a:gd name="GluePoint20Y" fmla="*/ 60 h 60737"/>
              <a:gd name="GluePoint21X" fmla="*/ 27330 w 53300"/>
              <a:gd name="GluePoint21Y" fmla="*/ 0 h 60737"/>
              <a:gd name="GluePoint22X" fmla="*/ 21223 w 53300"/>
              <a:gd name="GluePoint22Y" fmla="*/ 0 h 60737"/>
              <a:gd name="GluePoint23X" fmla="*/ 21223 w 53300"/>
              <a:gd name="GluePoint23Y" fmla="*/ 12668 h 60737"/>
              <a:gd name="GluePoint24X" fmla="*/ 0 w 53300"/>
              <a:gd name="GluePoint24Y" fmla="*/ 12668 h 60737"/>
              <a:gd name="GluePoint25X" fmla="*/ 0 w 53300"/>
              <a:gd name="GluePoint25Y" fmla="*/ 42930 h 60737"/>
              <a:gd name="GluePoint26X" fmla="*/ 8798 w 53300"/>
              <a:gd name="GluePoint26Y" fmla="*/ 42930 h 60737"/>
              <a:gd name="GluePoint27X" fmla="*/ 30777 w 53300"/>
              <a:gd name="GluePoint27Y" fmla="*/ 31321 h 60737"/>
              <a:gd name="GluePoint28X" fmla="*/ 30777 w 53300"/>
              <a:gd name="GluePoint28Y" fmla="*/ 19954 h 60737"/>
              <a:gd name="GluePoint29X" fmla="*/ 43717 w 53300"/>
              <a:gd name="GluePoint29Y" fmla="*/ 19954 h 60737"/>
              <a:gd name="GluePoint30X" fmla="*/ 43717 w 53300"/>
              <a:gd name="GluePoint30Y" fmla="*/ 31321 h 60737"/>
              <a:gd name="GluePoint31X" fmla="*/ 30777 w 53300"/>
              <a:gd name="GluePoint31Y" fmla="*/ 31321 h 60737"/>
            </a:gdLst>
            <a:ahLst/>
            <a:cxnLst/>
            <a:rect l="textAreaLeft" t="textAreaTop" r="textAreaRight" b="textAreaBottom"/>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7" name="任意多边形: 形状 34"/>
          <p:cNvSpPr>
            <a:spLocks noGrp="1"/>
          </p:cNvSpPr>
          <p:nvPr/>
        </p:nvSpPr>
        <p:spPr>
          <a:xfrm>
            <a:off x="10353240" y="6559560"/>
            <a:ext cx="89640" cy="97560"/>
          </a:xfrm>
          <a:custGeom>
            <a:avLst/>
            <a:gdLst>
              <a:gd name="textAreaLeft" fmla="*/ 0 w 89640"/>
              <a:gd name="textAreaRight" fmla="*/ 90000 w 89640"/>
              <a:gd name="textAreaTop" fmla="*/ 0 h 97560"/>
              <a:gd name="textAreaBottom" fmla="*/ 97920 h 97560"/>
              <a:gd name="GluePoint1X" fmla="*/ 45531 w 54056"/>
              <a:gd name="GluePoint1Y" fmla="*/ 48614 h 58923"/>
              <a:gd name="GluePoint2X" fmla="*/ 8284 w 54056"/>
              <a:gd name="GluePoint2Y" fmla="*/ 48614 h 58923"/>
              <a:gd name="GluePoint3X" fmla="*/ 8284 w 54056"/>
              <a:gd name="GluePoint3Y" fmla="*/ 6984 h 58923"/>
              <a:gd name="GluePoint4X" fmla="*/ 45531 w 54056"/>
              <a:gd name="GluePoint4Y" fmla="*/ 6984 h 58923"/>
              <a:gd name="GluePoint5X" fmla="*/ 45531 w 54056"/>
              <a:gd name="GluePoint5Y" fmla="*/ 48614 h 58923"/>
              <a:gd name="GluePoint6X" fmla="*/ 8284 w 54056"/>
              <a:gd name="GluePoint6Y" fmla="*/ 58893 h 58923"/>
              <a:gd name="GluePoint7X" fmla="*/ 8284 w 54056"/>
              <a:gd name="GluePoint7Y" fmla="*/ 55538 h 58923"/>
              <a:gd name="GluePoint8X" fmla="*/ 45531 w 54056"/>
              <a:gd name="GluePoint8Y" fmla="*/ 55538 h 58923"/>
              <a:gd name="GluePoint9X" fmla="*/ 45531 w 54056"/>
              <a:gd name="GluePoint9Y" fmla="*/ 58379 h 58923"/>
              <a:gd name="GluePoint10X" fmla="*/ 54056 w 54056"/>
              <a:gd name="GluePoint10Y" fmla="*/ 58379 h 58923"/>
              <a:gd name="GluePoint11X" fmla="*/ 54056 w 54056"/>
              <a:gd name="GluePoint11Y" fmla="*/ 0 h 58923"/>
              <a:gd name="GluePoint12X" fmla="*/ 0 w 54056"/>
              <a:gd name="GluePoint12Y" fmla="*/ 0 h 58923"/>
              <a:gd name="GluePoint13X" fmla="*/ 0 w 54056"/>
              <a:gd name="GluePoint13Y" fmla="*/ 58924 h 58923"/>
              <a:gd name="GluePoint14X" fmla="*/ 8284 w 54056"/>
              <a:gd name="GluePoint14Y" fmla="*/ 58924 h 58923"/>
              <a:gd name="GluePoint15X" fmla="*/ 11640 w 54056"/>
              <a:gd name="GluePoint15Y" fmla="*/ 29477 h 58923"/>
              <a:gd name="GluePoint16X" fmla="*/ 22251 w 54056"/>
              <a:gd name="GluePoint16Y" fmla="*/ 29477 h 58923"/>
              <a:gd name="GluePoint17X" fmla="*/ 22251 w 54056"/>
              <a:gd name="GluePoint17Y" fmla="*/ 38003 h 58923"/>
              <a:gd name="GluePoint18X" fmla="*/ 10098 w 54056"/>
              <a:gd name="GluePoint18Y" fmla="*/ 38003 h 58923"/>
              <a:gd name="GluePoint19X" fmla="*/ 10098 w 54056"/>
              <a:gd name="GluePoint19Y" fmla="*/ 44714 h 58923"/>
              <a:gd name="GluePoint20X" fmla="*/ 43717 w 54056"/>
              <a:gd name="GluePoint20Y" fmla="*/ 44714 h 58923"/>
              <a:gd name="GluePoint21X" fmla="*/ 43717 w 54056"/>
              <a:gd name="GluePoint21Y" fmla="*/ 38003 h 58923"/>
              <a:gd name="GluePoint22X" fmla="*/ 38819 w 54056"/>
              <a:gd name="GluePoint22Y" fmla="*/ 38003 h 58923"/>
              <a:gd name="GluePoint23X" fmla="*/ 42689 w 54056"/>
              <a:gd name="GluePoint23Y" fmla="*/ 35403 h 58923"/>
              <a:gd name="GluePoint24X" fmla="*/ 39061 w 54056"/>
              <a:gd name="GluePoint24Y" fmla="*/ 29447 h 58923"/>
              <a:gd name="GluePoint25X" fmla="*/ 42144 w 54056"/>
              <a:gd name="GluePoint25Y" fmla="*/ 29447 h 58923"/>
              <a:gd name="GluePoint26X" fmla="*/ 42144 w 54056"/>
              <a:gd name="GluePoint26Y" fmla="*/ 22977 h 58923"/>
              <a:gd name="GluePoint27X" fmla="*/ 30505 w 54056"/>
              <a:gd name="GluePoint27Y" fmla="*/ 22977 h 58923"/>
              <a:gd name="GluePoint28X" fmla="*/ 30505 w 54056"/>
              <a:gd name="GluePoint28Y" fmla="*/ 17293 h 58923"/>
              <a:gd name="GluePoint29X" fmla="*/ 43172 w 54056"/>
              <a:gd name="GluePoint29Y" fmla="*/ 17293 h 58923"/>
              <a:gd name="GluePoint30X" fmla="*/ 43172 w 54056"/>
              <a:gd name="GluePoint30Y" fmla="*/ 10823 h 58923"/>
              <a:gd name="GluePoint31X" fmla="*/ 10581 w 54056"/>
              <a:gd name="GluePoint31Y" fmla="*/ 10823 h 58923"/>
              <a:gd name="GluePoint32X" fmla="*/ 10581 w 54056"/>
              <a:gd name="GluePoint32Y" fmla="*/ 17293 h 58923"/>
              <a:gd name="GluePoint33X" fmla="*/ 22221 w 54056"/>
              <a:gd name="GluePoint33Y" fmla="*/ 17293 h 58923"/>
              <a:gd name="GluePoint34X" fmla="*/ 22221 w 54056"/>
              <a:gd name="GluePoint34Y" fmla="*/ 22977 h 58923"/>
              <a:gd name="GluePoint35X" fmla="*/ 11609 w 54056"/>
              <a:gd name="GluePoint35Y" fmla="*/ 22977 h 58923"/>
              <a:gd name="GluePoint36X" fmla="*/ 11609 w 54056"/>
              <a:gd name="GluePoint36Y" fmla="*/ 29447 h 58923"/>
              <a:gd name="GluePoint37X" fmla="*/ 35705 w 54056"/>
              <a:gd name="GluePoint37Y" fmla="*/ 38003 h 58923"/>
              <a:gd name="GluePoint38X" fmla="*/ 30535 w 54056"/>
              <a:gd name="GluePoint38Y" fmla="*/ 38003 h 58923"/>
              <a:gd name="GluePoint39X" fmla="*/ 30535 w 54056"/>
              <a:gd name="GluePoint39Y" fmla="*/ 29477 h 58923"/>
              <a:gd name="GluePoint40X" fmla="*/ 35705 w 54056"/>
              <a:gd name="GluePoint40Y" fmla="*/ 29477 h 58923"/>
              <a:gd name="GluePoint41X" fmla="*/ 31835 w 54056"/>
              <a:gd name="GluePoint41Y" fmla="*/ 32077 h 58923"/>
              <a:gd name="GluePoint42X" fmla="*/ 35705 w 54056"/>
              <a:gd name="GluePoint42Y" fmla="*/ 38033 h 58923"/>
            </a:gdLst>
            <a:ahLst/>
            <a:cxnLst/>
            <a:rect l="textAreaLeft" t="textAreaTop" r="textAreaRight" b="textAreaBottom"/>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8" name="任意多边形: 形状 35"/>
          <p:cNvSpPr>
            <a:spLocks noGrp="1"/>
          </p:cNvSpPr>
          <p:nvPr/>
        </p:nvSpPr>
        <p:spPr>
          <a:xfrm>
            <a:off x="10494720" y="6557400"/>
            <a:ext cx="102240" cy="99360"/>
          </a:xfrm>
          <a:custGeom>
            <a:avLst/>
            <a:gdLst>
              <a:gd name="textAreaLeft" fmla="*/ 0 w 102240"/>
              <a:gd name="textAreaRight" fmla="*/ 102600 w 102240"/>
              <a:gd name="textAreaTop" fmla="*/ 0 h 99360"/>
              <a:gd name="textAreaBottom" fmla="*/ 99720 h 99360"/>
              <a:gd name="GluePoint1X" fmla="*/ 45017 w 61584"/>
              <a:gd name="GluePoint1Y" fmla="*/ 13998 h 59981"/>
              <a:gd name="GluePoint2X" fmla="*/ 39061 w 61584"/>
              <a:gd name="GluePoint2Y" fmla="*/ 18654 h 59981"/>
              <a:gd name="GluePoint3X" fmla="*/ 37640 w 61584"/>
              <a:gd name="GluePoint3Y" fmla="*/ 16779 h 59981"/>
              <a:gd name="GluePoint4X" fmla="*/ 31019 w 61584"/>
              <a:gd name="GluePoint4Y" fmla="*/ 8314 h 59981"/>
              <a:gd name="GluePoint5X" fmla="*/ 37489 w 61584"/>
              <a:gd name="GluePoint5Y" fmla="*/ 3658 h 59981"/>
              <a:gd name="GluePoint6X" fmla="*/ 44986 w 61584"/>
              <a:gd name="GluePoint6Y" fmla="*/ 13998 h 59981"/>
              <a:gd name="GluePoint7X" fmla="*/ 45803 w 61584"/>
              <a:gd name="GluePoint7Y" fmla="*/ 30 h 59981"/>
              <a:gd name="GluePoint8X" fmla="*/ 51244 w 61584"/>
              <a:gd name="GluePoint8Y" fmla="*/ 30 h 59981"/>
              <a:gd name="GluePoint9X" fmla="*/ 54600 w 61584"/>
              <a:gd name="GluePoint9Y" fmla="*/ 1058 h 59981"/>
              <a:gd name="GluePoint10X" fmla="*/ 54510 w 61584"/>
              <a:gd name="GluePoint10Y" fmla="*/ 1814 h 59981"/>
              <a:gd name="GluePoint11X" fmla="*/ 54086 w 61584"/>
              <a:gd name="GluePoint11Y" fmla="*/ 5986 h 59981"/>
              <a:gd name="GluePoint12X" fmla="*/ 54086 w 61584"/>
              <a:gd name="GluePoint12Y" fmla="*/ 34949 h 59981"/>
              <a:gd name="GluePoint13X" fmla="*/ 61070 w 61584"/>
              <a:gd name="GluePoint13Y" fmla="*/ 33921 h 59981"/>
              <a:gd name="GluePoint14X" fmla="*/ 61584 w 61584"/>
              <a:gd name="GluePoint14Y" fmla="*/ 40633 h 59981"/>
              <a:gd name="GluePoint15X" fmla="*/ 54086 w 61584"/>
              <a:gd name="GluePoint15Y" fmla="*/ 41933 h 59981"/>
              <a:gd name="GluePoint16X" fmla="*/ 54086 w 61584"/>
              <a:gd name="GluePoint16Y" fmla="*/ 59982 h 59981"/>
              <a:gd name="GluePoint17X" fmla="*/ 45803 w 61584"/>
              <a:gd name="GluePoint17Y" fmla="*/ 59982 h 59981"/>
              <a:gd name="GluePoint18X" fmla="*/ 45803 w 61584"/>
              <a:gd name="GluePoint18Y" fmla="*/ 43233 h 59981"/>
              <a:gd name="GluePoint19X" fmla="*/ 26937 w 61584"/>
              <a:gd name="GluePoint19Y" fmla="*/ 46075 h 59981"/>
              <a:gd name="GluePoint20X" fmla="*/ 26151 w 61584"/>
              <a:gd name="GluePoint20Y" fmla="*/ 40391 h 59981"/>
              <a:gd name="GluePoint21X" fmla="*/ 25123 w 61584"/>
              <a:gd name="GluePoint21Y" fmla="*/ 41177 h 59981"/>
              <a:gd name="GluePoint22X" fmla="*/ 24337 w 61584"/>
              <a:gd name="GluePoint22Y" fmla="*/ 40179 h 59981"/>
              <a:gd name="GluePoint23X" fmla="*/ 20195 w 61584"/>
              <a:gd name="GluePoint23Y" fmla="*/ 34707 h 59981"/>
              <a:gd name="GluePoint24X" fmla="*/ 20195 w 61584"/>
              <a:gd name="GluePoint24Y" fmla="*/ 59468 h 59981"/>
              <a:gd name="GluePoint25X" fmla="*/ 12426 w 61584"/>
              <a:gd name="GluePoint25Y" fmla="*/ 59468 h 59981"/>
              <a:gd name="GluePoint26X" fmla="*/ 12426 w 61584"/>
              <a:gd name="GluePoint26Y" fmla="*/ 37277 h 59981"/>
              <a:gd name="GluePoint27X" fmla="*/ 10642 w 61584"/>
              <a:gd name="GluePoint27Y" fmla="*/ 40512 h 59981"/>
              <a:gd name="GluePoint28X" fmla="*/ 5170 w 61584"/>
              <a:gd name="GluePoint28Y" fmla="*/ 49703 h 59981"/>
              <a:gd name="GluePoint29X" fmla="*/ 877 w 61584"/>
              <a:gd name="GluePoint29Y" fmla="*/ 44261 h 59981"/>
              <a:gd name="GluePoint30X" fmla="*/ 0 w 61584"/>
              <a:gd name="GluePoint30Y" fmla="*/ 43233 h 59981"/>
              <a:gd name="GluePoint31X" fmla="*/ 11126 w 61584"/>
              <a:gd name="GluePoint31Y" fmla="*/ 23823 h 59981"/>
              <a:gd name="GluePoint32X" fmla="*/ 1542 w 61584"/>
              <a:gd name="GluePoint32Y" fmla="*/ 23823 h 59981"/>
              <a:gd name="GluePoint33X" fmla="*/ 1542 w 61584"/>
              <a:gd name="GluePoint33Y" fmla="*/ 17112 h 59981"/>
              <a:gd name="GluePoint34X" fmla="*/ 12395 w 61584"/>
              <a:gd name="GluePoint34Y" fmla="*/ 17112 h 59981"/>
              <a:gd name="GluePoint35X" fmla="*/ 12395 w 61584"/>
              <a:gd name="GluePoint35Y" fmla="*/ 9856 h 59981"/>
              <a:gd name="GluePoint36X" fmla="*/ 4112 w 61584"/>
              <a:gd name="GluePoint36Y" fmla="*/ 10642 h 59981"/>
              <a:gd name="GluePoint37X" fmla="*/ 1270 w 61584"/>
              <a:gd name="GluePoint37Y" fmla="*/ 4172 h 59981"/>
              <a:gd name="GluePoint38X" fmla="*/ 25335 w 61584"/>
              <a:gd name="GluePoint38Y" fmla="*/ 544 h 59981"/>
              <a:gd name="GluePoint39X" fmla="*/ 26998 w 61584"/>
              <a:gd name="GluePoint39Y" fmla="*/ 3658 h 59981"/>
              <a:gd name="GluePoint40X" fmla="*/ 28691 w 61584"/>
              <a:gd name="GluePoint40Y" fmla="*/ 6772 h 59981"/>
              <a:gd name="GluePoint41X" fmla="*/ 28993 w 61584"/>
              <a:gd name="GluePoint41Y" fmla="*/ 7800 h 59981"/>
              <a:gd name="GluePoint42X" fmla="*/ 28691 w 61584"/>
              <a:gd name="GluePoint42Y" fmla="*/ 8314 h 59981"/>
              <a:gd name="GluePoint43X" fmla="*/ 20165 w 61584"/>
              <a:gd name="GluePoint43Y" fmla="*/ 9100 h 59981"/>
              <a:gd name="GluePoint44X" fmla="*/ 20165 w 61584"/>
              <a:gd name="GluePoint44Y" fmla="*/ 17112 h 59981"/>
              <a:gd name="GluePoint45X" fmla="*/ 28963 w 61584"/>
              <a:gd name="GluePoint45Y" fmla="*/ 17112 h 59981"/>
              <a:gd name="GluePoint46X" fmla="*/ 28963 w 61584"/>
              <a:gd name="GluePoint46Y" fmla="*/ 23823 h 59981"/>
              <a:gd name="GluePoint47X" fmla="*/ 20165 w 61584"/>
              <a:gd name="GluePoint47Y" fmla="*/ 23823 h 59981"/>
              <a:gd name="GluePoint48X" fmla="*/ 20165 w 61584"/>
              <a:gd name="GluePoint48Y" fmla="*/ 29779 h 59981"/>
              <a:gd name="GluePoint49X" fmla="*/ 23793 w 61584"/>
              <a:gd name="GluePoint49Y" fmla="*/ 27179 h 59981"/>
              <a:gd name="GluePoint50X" fmla="*/ 31291 w 61584"/>
              <a:gd name="GluePoint50Y" fmla="*/ 36491 h 59981"/>
              <a:gd name="GluePoint51X" fmla="*/ 28449 w 61584"/>
              <a:gd name="GluePoint51Y" fmla="*/ 38819 h 59981"/>
              <a:gd name="GluePoint52X" fmla="*/ 45772 w 61584"/>
              <a:gd name="GluePoint52Y" fmla="*/ 36219 h 59981"/>
              <a:gd name="GluePoint53X" fmla="*/ 45772 w 61584"/>
              <a:gd name="GluePoint53Y" fmla="*/ 0 h 59981"/>
              <a:gd name="GluePoint54X" fmla="*/ 43203 w 61584"/>
              <a:gd name="GluePoint54Y" fmla="*/ 31563 h 59981"/>
              <a:gd name="GluePoint55X" fmla="*/ 36219 w 61584"/>
              <a:gd name="GluePoint55Y" fmla="*/ 34919 h 59981"/>
              <a:gd name="GluePoint56X" fmla="*/ 29749 w 61584"/>
              <a:gd name="GluePoint56Y" fmla="*/ 23521 h 59981"/>
              <a:gd name="GluePoint57X" fmla="*/ 36733 w 61584"/>
              <a:gd name="GluePoint57Y" fmla="*/ 19379 h 59981"/>
              <a:gd name="GluePoint58X" fmla="*/ 43203 w 61584"/>
              <a:gd name="GluePoint58Y" fmla="*/ 31533 h 59981"/>
            </a:gdLst>
            <a:ahLst/>
            <a:cxnLst/>
            <a:rect l="textAreaLeft" t="textAreaTop" r="textAreaRight" b="textAreaBottom"/>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9" name="任意多边形: 形状 36"/>
          <p:cNvSpPr>
            <a:spLocks noGrp="1"/>
          </p:cNvSpPr>
          <p:nvPr/>
        </p:nvSpPr>
        <p:spPr>
          <a:xfrm>
            <a:off x="10646280" y="6555960"/>
            <a:ext cx="95040" cy="101880"/>
          </a:xfrm>
          <a:custGeom>
            <a:avLst/>
            <a:gdLst>
              <a:gd name="textAreaLeft" fmla="*/ 0 w 95040"/>
              <a:gd name="textAreaRight" fmla="*/ 95400 w 95040"/>
              <a:gd name="textAreaTop" fmla="*/ 0 h 101880"/>
              <a:gd name="textAreaBottom" fmla="*/ 102240 h 101880"/>
              <a:gd name="GluePoint1X" fmla="*/ 25637 w 57442"/>
              <a:gd name="GluePoint1Y" fmla="*/ 12154 h 61463"/>
              <a:gd name="GluePoint2X" fmla="*/ 22554 w 57442"/>
              <a:gd name="GluePoint2Y" fmla="*/ 1814 h 61463"/>
              <a:gd name="GluePoint3X" fmla="*/ 24458 w 57442"/>
              <a:gd name="GluePoint3Y" fmla="*/ 1512 h 61463"/>
              <a:gd name="GluePoint4X" fmla="*/ 32137 w 57442"/>
              <a:gd name="GluePoint4Y" fmla="*/ 514 h 61463"/>
              <a:gd name="GluePoint5X" fmla="*/ 32561 w 57442"/>
              <a:gd name="GluePoint5Y" fmla="*/ 2267 h 61463"/>
              <a:gd name="GluePoint6X" fmla="*/ 34193 w 57442"/>
              <a:gd name="GluePoint6Y" fmla="*/ 10854 h 61463"/>
              <a:gd name="GluePoint7X" fmla="*/ 25668 w 57442"/>
              <a:gd name="GluePoint7Y" fmla="*/ 12154 h 61463"/>
              <a:gd name="GluePoint8X" fmla="*/ 15812 w 57442"/>
              <a:gd name="GluePoint8Y" fmla="*/ 14481 h 61463"/>
              <a:gd name="GluePoint9X" fmla="*/ 34707 w 57442"/>
              <a:gd name="GluePoint9Y" fmla="*/ 14481 h 61463"/>
              <a:gd name="GluePoint10X" fmla="*/ 42991 w 57442"/>
              <a:gd name="GluePoint10Y" fmla="*/ 0 h 61463"/>
              <a:gd name="GluePoint11X" fmla="*/ 52817 w 57442"/>
              <a:gd name="GluePoint11Y" fmla="*/ 3870 h 61463"/>
              <a:gd name="GluePoint12X" fmla="*/ 51486 w 57442"/>
              <a:gd name="GluePoint12Y" fmla="*/ 5502 h 61463"/>
              <a:gd name="GluePoint13X" fmla="*/ 49975 w 57442"/>
              <a:gd name="GluePoint13Y" fmla="*/ 6984 h 61463"/>
              <a:gd name="GluePoint14X" fmla="*/ 47707 w 57442"/>
              <a:gd name="GluePoint14Y" fmla="*/ 9765 h 61463"/>
              <a:gd name="GluePoint15X" fmla="*/ 44019 w 57442"/>
              <a:gd name="GluePoint15Y" fmla="*/ 14209 h 61463"/>
              <a:gd name="GluePoint16X" fmla="*/ 56686 w 57442"/>
              <a:gd name="GluePoint16Y" fmla="*/ 14209 h 61463"/>
              <a:gd name="GluePoint17X" fmla="*/ 56686 w 57442"/>
              <a:gd name="GluePoint17Y" fmla="*/ 28177 h 61463"/>
              <a:gd name="GluePoint18X" fmla="*/ 47889 w 57442"/>
              <a:gd name="GluePoint18Y" fmla="*/ 28177 h 61463"/>
              <a:gd name="GluePoint19X" fmla="*/ 47889 w 57442"/>
              <a:gd name="GluePoint19Y" fmla="*/ 21465 h 61463"/>
              <a:gd name="GluePoint20X" fmla="*/ 8828 w 57442"/>
              <a:gd name="GluePoint20Y" fmla="*/ 21465 h 61463"/>
              <a:gd name="GluePoint21X" fmla="*/ 8828 w 57442"/>
              <a:gd name="GluePoint21Y" fmla="*/ 28177 h 61463"/>
              <a:gd name="GluePoint22X" fmla="*/ 544 w 57442"/>
              <a:gd name="GluePoint22Y" fmla="*/ 28177 h 61463"/>
              <a:gd name="GluePoint23X" fmla="*/ 544 w 57442"/>
              <a:gd name="GluePoint23Y" fmla="*/ 14451 h 61463"/>
              <a:gd name="GluePoint24X" fmla="*/ 13212 w 57442"/>
              <a:gd name="GluePoint24Y" fmla="*/ 14451 h 61463"/>
              <a:gd name="GluePoint25X" fmla="*/ 6500 w 57442"/>
              <a:gd name="GluePoint25Y" fmla="*/ 5926 h 61463"/>
              <a:gd name="GluePoint26X" fmla="*/ 15056 w 57442"/>
              <a:gd name="GluePoint26Y" fmla="*/ 1784 h 61463"/>
              <a:gd name="GluePoint27X" fmla="*/ 21526 w 57442"/>
              <a:gd name="GluePoint27Y" fmla="*/ 11095 h 61463"/>
              <a:gd name="GluePoint28X" fmla="*/ 17082 w 57442"/>
              <a:gd name="GluePoint28Y" fmla="*/ 13756 h 61463"/>
              <a:gd name="GluePoint29X" fmla="*/ 15812 w 57442"/>
              <a:gd name="GluePoint29Y" fmla="*/ 14481 h 61463"/>
              <a:gd name="GluePoint30X" fmla="*/ 31079 w 57442"/>
              <a:gd name="GluePoint30Y" fmla="*/ 32863 h 61463"/>
              <a:gd name="GluePoint31X" fmla="*/ 10642 w 57442"/>
              <a:gd name="GluePoint31Y" fmla="*/ 32863 h 61463"/>
              <a:gd name="GluePoint32X" fmla="*/ 10642 w 57442"/>
              <a:gd name="GluePoint32Y" fmla="*/ 25879 h 61463"/>
              <a:gd name="GluePoint33X" fmla="*/ 46075 w 57442"/>
              <a:gd name="GluePoint33Y" fmla="*/ 25879 h 61463"/>
              <a:gd name="GluePoint34X" fmla="*/ 34435 w 57442"/>
              <a:gd name="GluePoint34Y" fmla="*/ 38547 h 61463"/>
              <a:gd name="GluePoint35X" fmla="*/ 34435 w 57442"/>
              <a:gd name="GluePoint35Y" fmla="*/ 39061 h 61463"/>
              <a:gd name="GluePoint36X" fmla="*/ 57442 w 57442"/>
              <a:gd name="GluePoint36Y" fmla="*/ 39061 h 61463"/>
              <a:gd name="GluePoint37X" fmla="*/ 57442 w 57442"/>
              <a:gd name="GluePoint37Y" fmla="*/ 46286 h 61463"/>
              <a:gd name="GluePoint38X" fmla="*/ 34163 w 57442"/>
              <a:gd name="GluePoint38Y" fmla="*/ 46286 h 61463"/>
              <a:gd name="GluePoint39X" fmla="*/ 34163 w 57442"/>
              <a:gd name="GluePoint39Y" fmla="*/ 54751 h 61463"/>
              <a:gd name="GluePoint40X" fmla="*/ 31896 w 57442"/>
              <a:gd name="GluePoint40Y" fmla="*/ 60072 h 61463"/>
              <a:gd name="GluePoint41X" fmla="*/ 20195 w 57442"/>
              <a:gd name="GluePoint41Y" fmla="*/ 61463 h 61463"/>
              <a:gd name="GluePoint42X" fmla="*/ 17595 w 57442"/>
              <a:gd name="GluePoint42Y" fmla="*/ 52998 h 61463"/>
              <a:gd name="GluePoint43X" fmla="*/ 18744 w 57442"/>
              <a:gd name="GluePoint43Y" fmla="*/ 52847 h 61463"/>
              <a:gd name="GluePoint44X" fmla="*/ 25335 w 57442"/>
              <a:gd name="GluePoint44Y" fmla="*/ 50156 h 61463"/>
              <a:gd name="GluePoint45X" fmla="*/ 25335 w 57442"/>
              <a:gd name="GluePoint45Y" fmla="*/ 46286 h 61463"/>
              <a:gd name="GluePoint46X" fmla="*/ 0 w 57442"/>
              <a:gd name="GluePoint46Y" fmla="*/ 46286 h 61463"/>
              <a:gd name="GluePoint47X" fmla="*/ 0 w 57442"/>
              <a:gd name="GluePoint47Y" fmla="*/ 39061 h 61463"/>
              <a:gd name="GluePoint48X" fmla="*/ 25335 w 57442"/>
              <a:gd name="GluePoint48Y" fmla="*/ 39061 h 61463"/>
              <a:gd name="GluePoint49X" fmla="*/ 25335 w 57442"/>
              <a:gd name="GluePoint49Y" fmla="*/ 36975 h 61463"/>
              <a:gd name="GluePoint50X" fmla="*/ 26484 w 57442"/>
              <a:gd name="GluePoint50Y" fmla="*/ 35342 h 61463"/>
              <a:gd name="GluePoint51X" fmla="*/ 31049 w 57442"/>
              <a:gd name="GluePoint51Y" fmla="*/ 32863 h 61463"/>
            </a:gdLst>
            <a:ahLst/>
            <a:cxnLst/>
            <a:rect l="textAreaLeft" t="textAreaTop" r="textAreaRight" b="textAreaBottom"/>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0" name="任意多边形: 形状 37"/>
          <p:cNvSpPr>
            <a:spLocks noGrp="1"/>
          </p:cNvSpPr>
          <p:nvPr/>
        </p:nvSpPr>
        <p:spPr>
          <a:xfrm>
            <a:off x="10792800" y="6556320"/>
            <a:ext cx="97920" cy="100080"/>
          </a:xfrm>
          <a:custGeom>
            <a:avLst/>
            <a:gdLst>
              <a:gd name="textAreaLeft" fmla="*/ 0 w 97920"/>
              <a:gd name="textAreaRight" fmla="*/ 98280 w 97920"/>
              <a:gd name="textAreaTop" fmla="*/ 0 h 100080"/>
              <a:gd name="textAreaBottom" fmla="*/ 100440 h 100080"/>
              <a:gd name="GluePoint1X" fmla="*/ 7770 w 58984"/>
              <a:gd name="GluePoint1Y" fmla="*/ 25093 h 60465"/>
              <a:gd name="GluePoint2X" fmla="*/ 12668 w 58984"/>
              <a:gd name="GluePoint2Y" fmla="*/ 34919 h 60465"/>
              <a:gd name="GluePoint3X" fmla="*/ 7498 w 58984"/>
              <a:gd name="GluePoint3Y" fmla="*/ 40089 h 60465"/>
              <a:gd name="GluePoint4X" fmla="*/ 7498 w 58984"/>
              <a:gd name="GluePoint4Y" fmla="*/ 9584 h 60465"/>
              <a:gd name="GluePoint5X" fmla="*/ 11367 w 58984"/>
              <a:gd name="GluePoint5Y" fmla="*/ 9584 h 60465"/>
              <a:gd name="GluePoint6X" fmla="*/ 7740 w 58984"/>
              <a:gd name="GluePoint6Y" fmla="*/ 25093 h 60465"/>
              <a:gd name="GluePoint7X" fmla="*/ 20195 w 58984"/>
              <a:gd name="GluePoint7Y" fmla="*/ 20195 h 60465"/>
              <a:gd name="GluePoint8X" fmla="*/ 24065 w 58984"/>
              <a:gd name="GluePoint8Y" fmla="*/ 20195 h 60465"/>
              <a:gd name="GluePoint9X" fmla="*/ 24065 w 58984"/>
              <a:gd name="GluePoint9Y" fmla="*/ 25365 h 60465"/>
              <a:gd name="GluePoint10X" fmla="*/ 51728 w 58984"/>
              <a:gd name="GluePoint10Y" fmla="*/ 25365 h 60465"/>
              <a:gd name="GluePoint11X" fmla="*/ 51728 w 58984"/>
              <a:gd name="GluePoint11Y" fmla="*/ 20195 h 60465"/>
              <a:gd name="GluePoint12X" fmla="*/ 55870 w 58984"/>
              <a:gd name="GluePoint12Y" fmla="*/ 20195 h 60465"/>
              <a:gd name="GluePoint13X" fmla="*/ 55870 w 58984"/>
              <a:gd name="GluePoint13Y" fmla="*/ 7256 h 60465"/>
              <a:gd name="GluePoint14X" fmla="*/ 42689 w 58984"/>
              <a:gd name="GluePoint14Y" fmla="*/ 7256 h 60465"/>
              <a:gd name="GluePoint15X" fmla="*/ 40633 w 58984"/>
              <a:gd name="GluePoint15Y" fmla="*/ 0 h 60465"/>
              <a:gd name="GluePoint16X" fmla="*/ 32107 w 58984"/>
              <a:gd name="GluePoint16Y" fmla="*/ 786 h 60465"/>
              <a:gd name="GluePoint17X" fmla="*/ 32682 w 58984"/>
              <a:gd name="GluePoint17Y" fmla="*/ 2540 h 60465"/>
              <a:gd name="GluePoint18X" fmla="*/ 34405 w 58984"/>
              <a:gd name="GluePoint18Y" fmla="*/ 7256 h 60465"/>
              <a:gd name="GluePoint19X" fmla="*/ 20195 w 58984"/>
              <a:gd name="GluePoint19Y" fmla="*/ 7256 h 60465"/>
              <a:gd name="GluePoint20X" fmla="*/ 20195 w 58984"/>
              <a:gd name="GluePoint20Y" fmla="*/ 20195 h 60465"/>
              <a:gd name="GluePoint21X" fmla="*/ 0 w 58984"/>
              <a:gd name="GluePoint21Y" fmla="*/ 60465 h 60465"/>
              <a:gd name="GluePoint22X" fmla="*/ 7498 w 58984"/>
              <a:gd name="GluePoint22Y" fmla="*/ 60465 h 60465"/>
              <a:gd name="GluePoint23X" fmla="*/ 7498 w 58984"/>
              <a:gd name="GluePoint23Y" fmla="*/ 41903 h 60465"/>
              <a:gd name="GluePoint24X" fmla="*/ 9312 w 58984"/>
              <a:gd name="GluePoint24Y" fmla="*/ 47586 h 60465"/>
              <a:gd name="GluePoint25X" fmla="*/ 19409 w 58984"/>
              <a:gd name="GluePoint25Y" fmla="*/ 36975 h 60465"/>
              <a:gd name="GluePoint26X" fmla="*/ 28207 w 58984"/>
              <a:gd name="GluePoint26Y" fmla="*/ 36975 h 60465"/>
              <a:gd name="GluePoint27X" fmla="*/ 12940 w 58984"/>
              <a:gd name="GluePoint27Y" fmla="*/ 53965 h 60465"/>
              <a:gd name="GluePoint28X" fmla="*/ 18351 w 58984"/>
              <a:gd name="GluePoint28Y" fmla="*/ 60435 h 60465"/>
              <a:gd name="GluePoint29X" fmla="*/ 32228 w 58984"/>
              <a:gd name="GluePoint29Y" fmla="*/ 51124 h 60465"/>
              <a:gd name="GluePoint30X" fmla="*/ 35433 w 58984"/>
              <a:gd name="GluePoint30Y" fmla="*/ 36975 h 60465"/>
              <a:gd name="GluePoint31X" fmla="*/ 37761 w 58984"/>
              <a:gd name="GluePoint31Y" fmla="*/ 36975 h 60465"/>
              <a:gd name="GluePoint32X" fmla="*/ 37761 w 58984"/>
              <a:gd name="GluePoint32Y" fmla="*/ 55265 h 60465"/>
              <a:gd name="GluePoint33X" fmla="*/ 42930 w 58984"/>
              <a:gd name="GluePoint33Y" fmla="*/ 59407 h 60465"/>
              <a:gd name="GluePoint34X" fmla="*/ 50942 w 58984"/>
              <a:gd name="GluePoint34Y" fmla="*/ 59407 h 60465"/>
              <a:gd name="GluePoint35X" fmla="*/ 56868 w 58984"/>
              <a:gd name="GluePoint35Y" fmla="*/ 57261 h 60465"/>
              <a:gd name="GluePoint36X" fmla="*/ 58984 w 58984"/>
              <a:gd name="GluePoint36Y" fmla="*/ 48856 h 60465"/>
              <a:gd name="GluePoint37X" fmla="*/ 51728 w 58984"/>
              <a:gd name="GluePoint37Y" fmla="*/ 46014 h 60465"/>
              <a:gd name="GluePoint38X" fmla="*/ 49400 w 58984"/>
              <a:gd name="GluePoint38Y" fmla="*/ 52484 h 60465"/>
              <a:gd name="GluePoint39X" fmla="*/ 46830 w 58984"/>
              <a:gd name="GluePoint39Y" fmla="*/ 52484 h 60465"/>
              <a:gd name="GluePoint40X" fmla="*/ 45531 w 58984"/>
              <a:gd name="GluePoint40Y" fmla="*/ 50670 h 60465"/>
              <a:gd name="GluePoint41X" fmla="*/ 45531 w 58984"/>
              <a:gd name="GluePoint41Y" fmla="*/ 36975 h 60465"/>
              <a:gd name="GluePoint42X" fmla="*/ 56928 w 58984"/>
              <a:gd name="GluePoint42Y" fmla="*/ 36975 h 60465"/>
              <a:gd name="GluePoint43X" fmla="*/ 56928 w 58984"/>
              <a:gd name="GluePoint43Y" fmla="*/ 29991 h 60465"/>
              <a:gd name="GluePoint44X" fmla="*/ 19440 w 58984"/>
              <a:gd name="GluePoint44Y" fmla="*/ 29991 h 60465"/>
              <a:gd name="GluePoint45X" fmla="*/ 19440 w 58984"/>
              <a:gd name="GluePoint45Y" fmla="*/ 35161 h 60465"/>
              <a:gd name="GluePoint46X" fmla="*/ 15298 w 58984"/>
              <a:gd name="GluePoint46Y" fmla="*/ 23763 h 60465"/>
              <a:gd name="GluePoint47X" fmla="*/ 16507 w 58984"/>
              <a:gd name="GluePoint47Y" fmla="*/ 17323 h 60465"/>
              <a:gd name="GluePoint48X" fmla="*/ 19168 w 58984"/>
              <a:gd name="GluePoint48Y" fmla="*/ 3054 h 60465"/>
              <a:gd name="GluePoint49X" fmla="*/ 30 w 58984"/>
              <a:gd name="GluePoint49Y" fmla="*/ 3054 h 60465"/>
              <a:gd name="GluePoint50X" fmla="*/ 30 w 58984"/>
              <a:gd name="GluePoint50Y" fmla="*/ 60405 h 60465"/>
              <a:gd name="GluePoint51X" fmla="*/ 27935 w 58984"/>
              <a:gd name="GluePoint51Y" fmla="*/ 18895 h 60465"/>
              <a:gd name="GluePoint52X" fmla="*/ 27935 w 58984"/>
              <a:gd name="GluePoint52Y" fmla="*/ 13726 h 60465"/>
              <a:gd name="GluePoint53X" fmla="*/ 47344 w 58984"/>
              <a:gd name="GluePoint53Y" fmla="*/ 13726 h 60465"/>
              <a:gd name="GluePoint54X" fmla="*/ 47344 w 58984"/>
              <a:gd name="GluePoint54Y" fmla="*/ 18895 h 60465"/>
              <a:gd name="GluePoint55X" fmla="*/ 27935 w 58984"/>
              <a:gd name="GluePoint55Y" fmla="*/ 18895 h 60465"/>
            </a:gdLst>
            <a:ahLst/>
            <a:cxnLst/>
            <a:rect l="textAreaLeft" t="textAreaTop" r="textAreaRight" b="textAreaBottom"/>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1" name="任意多边形: 形状 38"/>
          <p:cNvSpPr>
            <a:spLocks noGrp="1"/>
          </p:cNvSpPr>
          <p:nvPr/>
        </p:nvSpPr>
        <p:spPr>
          <a:xfrm>
            <a:off x="10939320" y="6556320"/>
            <a:ext cx="100440" cy="101520"/>
          </a:xfrm>
          <a:custGeom>
            <a:avLst/>
            <a:gdLst>
              <a:gd name="textAreaLeft" fmla="*/ 0 w 100440"/>
              <a:gd name="textAreaRight" fmla="*/ 100800 w 100440"/>
              <a:gd name="textAreaTop" fmla="*/ 0 h 101520"/>
              <a:gd name="textAreaBottom" fmla="*/ 101880 h 101520"/>
              <a:gd name="GluePoint1X" fmla="*/ 242 w 60525"/>
              <a:gd name="GluePoint1Y" fmla="*/ 14754 h 61221"/>
              <a:gd name="GluePoint2X" fmla="*/ 242 w 60525"/>
              <a:gd name="GluePoint2Y" fmla="*/ 8284 h 61221"/>
              <a:gd name="GluePoint3X" fmla="*/ 8767 w 60525"/>
              <a:gd name="GluePoint3Y" fmla="*/ 8284 h 61221"/>
              <a:gd name="GluePoint4X" fmla="*/ 9040 w 60525"/>
              <a:gd name="GluePoint4Y" fmla="*/ 7407 h 61221"/>
              <a:gd name="GluePoint5X" fmla="*/ 11126 w 60525"/>
              <a:gd name="GluePoint5Y" fmla="*/ 0 h 61221"/>
              <a:gd name="GluePoint6X" fmla="*/ 19651 w 60525"/>
              <a:gd name="GluePoint6Y" fmla="*/ 2600 h 61221"/>
              <a:gd name="GluePoint7X" fmla="*/ 16809 w 60525"/>
              <a:gd name="GluePoint7Y" fmla="*/ 8284 h 61221"/>
              <a:gd name="GluePoint8X" fmla="*/ 28207 w 60525"/>
              <a:gd name="GluePoint8Y" fmla="*/ 8284 h 61221"/>
              <a:gd name="GluePoint9X" fmla="*/ 28207 w 60525"/>
              <a:gd name="GluePoint9Y" fmla="*/ 14754 h 61221"/>
              <a:gd name="GluePoint10X" fmla="*/ 14512 w 60525"/>
              <a:gd name="GluePoint10Y" fmla="*/ 14754 h 61221"/>
              <a:gd name="GluePoint11X" fmla="*/ 13061 w 60525"/>
              <a:gd name="GluePoint11Y" fmla="*/ 18382 h 61221"/>
              <a:gd name="GluePoint12X" fmla="*/ 9614 w 60525"/>
              <a:gd name="GluePoint12Y" fmla="*/ 27179 h 61221"/>
              <a:gd name="GluePoint13X" fmla="*/ 13756 w 60525"/>
              <a:gd name="GluePoint13Y" fmla="*/ 27179 h 61221"/>
              <a:gd name="GluePoint14X" fmla="*/ 13756 w 60525"/>
              <a:gd name="GluePoint14Y" fmla="*/ 17868 h 61221"/>
              <a:gd name="GluePoint15X" fmla="*/ 15298 w 60525"/>
              <a:gd name="GluePoint15Y" fmla="*/ 17868 h 61221"/>
              <a:gd name="GluePoint16X" fmla="*/ 19984 w 60525"/>
              <a:gd name="GluePoint16Y" fmla="*/ 18019 h 61221"/>
              <a:gd name="GluePoint17X" fmla="*/ 21495 w 60525"/>
              <a:gd name="GluePoint17Y" fmla="*/ 18623 h 61221"/>
              <a:gd name="GluePoint18X" fmla="*/ 21405 w 60525"/>
              <a:gd name="GluePoint18Y" fmla="*/ 19833 h 61221"/>
              <a:gd name="GluePoint19X" fmla="*/ 20981 w 60525"/>
              <a:gd name="GluePoint19Y" fmla="*/ 24065 h 61221"/>
              <a:gd name="GluePoint20X" fmla="*/ 20981 w 60525"/>
              <a:gd name="GluePoint20Y" fmla="*/ 27179 h 61221"/>
              <a:gd name="GluePoint21X" fmla="*/ 28479 w 60525"/>
              <a:gd name="GluePoint21Y" fmla="*/ 27179 h 61221"/>
              <a:gd name="GluePoint22X" fmla="*/ 28479 w 60525"/>
              <a:gd name="GluePoint22Y" fmla="*/ 33649 h 61221"/>
              <a:gd name="GluePoint23X" fmla="*/ 20981 w 60525"/>
              <a:gd name="GluePoint23Y" fmla="*/ 33649 h 61221"/>
              <a:gd name="GluePoint24X" fmla="*/ 20981 w 60525"/>
              <a:gd name="GluePoint24Y" fmla="*/ 39091 h 61221"/>
              <a:gd name="GluePoint25X" fmla="*/ 30535 w 60525"/>
              <a:gd name="GluePoint25Y" fmla="*/ 38063 h 61221"/>
              <a:gd name="GluePoint26X" fmla="*/ 30535 w 60525"/>
              <a:gd name="GluePoint26Y" fmla="*/ 44775 h 61221"/>
              <a:gd name="GluePoint27X" fmla="*/ 20981 w 60525"/>
              <a:gd name="GluePoint27Y" fmla="*/ 45803 h 61221"/>
              <a:gd name="GluePoint28X" fmla="*/ 20981 w 60525"/>
              <a:gd name="GluePoint28Y" fmla="*/ 59952 h 61221"/>
              <a:gd name="GluePoint29X" fmla="*/ 13726 w 60525"/>
              <a:gd name="GluePoint29Y" fmla="*/ 59952 h 61221"/>
              <a:gd name="GluePoint30X" fmla="*/ 13726 w 60525"/>
              <a:gd name="GluePoint30Y" fmla="*/ 47072 h 61221"/>
              <a:gd name="GluePoint31X" fmla="*/ 1814 w 60525"/>
              <a:gd name="GluePoint31Y" fmla="*/ 49672 h 61221"/>
              <a:gd name="GluePoint32X" fmla="*/ 0 w 60525"/>
              <a:gd name="GluePoint32Y" fmla="*/ 40875 h 61221"/>
              <a:gd name="GluePoint33X" fmla="*/ 13695 w 60525"/>
              <a:gd name="GluePoint33Y" fmla="*/ 39847 h 61221"/>
              <a:gd name="GluePoint34X" fmla="*/ 13695 w 60525"/>
              <a:gd name="GluePoint34Y" fmla="*/ 33921 h 61221"/>
              <a:gd name="GluePoint35X" fmla="*/ 13030 w 60525"/>
              <a:gd name="GluePoint35Y" fmla="*/ 33921 h 61221"/>
              <a:gd name="GluePoint36X" fmla="*/ 2600 w 60525"/>
              <a:gd name="GluePoint36Y" fmla="*/ 34919 h 61221"/>
              <a:gd name="GluePoint37X" fmla="*/ 514 w 60525"/>
              <a:gd name="GluePoint37Y" fmla="*/ 27421 h 61221"/>
              <a:gd name="GluePoint38X" fmla="*/ 1330 w 60525"/>
              <a:gd name="GluePoint38Y" fmla="*/ 26544 h 61221"/>
              <a:gd name="GluePoint39X" fmla="*/ 2086 w 60525"/>
              <a:gd name="GluePoint39Y" fmla="*/ 25879 h 61221"/>
              <a:gd name="GluePoint40X" fmla="*/ 5442 w 60525"/>
              <a:gd name="GluePoint40Y" fmla="*/ 18654 h 61221"/>
              <a:gd name="GluePoint41X" fmla="*/ 6742 w 60525"/>
              <a:gd name="GluePoint41Y" fmla="*/ 14754 h 61221"/>
              <a:gd name="GluePoint42X" fmla="*/ 272 w 60525"/>
              <a:gd name="GluePoint42Y" fmla="*/ 14754 h 61221"/>
              <a:gd name="GluePoint43X" fmla="*/ 37217 w 60525"/>
              <a:gd name="GluePoint43Y" fmla="*/ 28449 h 61221"/>
              <a:gd name="GluePoint44X" fmla="*/ 37217 w 60525"/>
              <a:gd name="GluePoint44Y" fmla="*/ 20437 h 61221"/>
              <a:gd name="GluePoint45X" fmla="*/ 41630 w 60525"/>
              <a:gd name="GluePoint45Y" fmla="*/ 20437 h 61221"/>
              <a:gd name="GluePoint46X" fmla="*/ 46286 w 60525"/>
              <a:gd name="GluePoint46Y" fmla="*/ 21737 h 61221"/>
              <a:gd name="GluePoint47X" fmla="*/ 46165 w 60525"/>
              <a:gd name="GluePoint47Y" fmla="*/ 22584 h 61221"/>
              <a:gd name="GluePoint48X" fmla="*/ 45772 w 60525"/>
              <a:gd name="GluePoint48Y" fmla="*/ 26907 h 61221"/>
              <a:gd name="GluePoint49X" fmla="*/ 45772 w 60525"/>
              <a:gd name="GluePoint49Y" fmla="*/ 28449 h 61221"/>
              <a:gd name="GluePoint50X" fmla="*/ 60526 w 60525"/>
              <a:gd name="GluePoint50Y" fmla="*/ 53300 h 61221"/>
              <a:gd name="GluePoint51X" fmla="*/ 53542 w 60525"/>
              <a:gd name="GluePoint51Y" fmla="*/ 60465 h 61221"/>
              <a:gd name="GluePoint52X" fmla="*/ 42417 w 60525"/>
              <a:gd name="GluePoint52Y" fmla="*/ 44744 h 61221"/>
              <a:gd name="GluePoint53X" fmla="*/ 29749 w 60525"/>
              <a:gd name="GluePoint53Y" fmla="*/ 61221 h 61221"/>
              <a:gd name="GluePoint54X" fmla="*/ 22765 w 60525"/>
              <a:gd name="GluePoint54Y" fmla="*/ 55538 h 61221"/>
              <a:gd name="GluePoint55X" fmla="*/ 37247 w 60525"/>
              <a:gd name="GluePoint55Y" fmla="*/ 28419 h 61221"/>
              <a:gd name="GluePoint56X" fmla="*/ 38758 w 60525"/>
              <a:gd name="GluePoint56Y" fmla="*/ 10884 h 61221"/>
              <a:gd name="GluePoint57X" fmla="*/ 59710 w 60525"/>
              <a:gd name="GluePoint57Y" fmla="*/ 10884 h 61221"/>
              <a:gd name="GluePoint58X" fmla="*/ 56596 w 60525"/>
              <a:gd name="GluePoint58Y" fmla="*/ 24851 h 61221"/>
              <a:gd name="GluePoint59X" fmla="*/ 48312 w 60525"/>
              <a:gd name="GluePoint59Y" fmla="*/ 24337 h 61221"/>
              <a:gd name="GluePoint60X" fmla="*/ 49854 w 60525"/>
              <a:gd name="GluePoint60Y" fmla="*/ 18140 h 61221"/>
              <a:gd name="GluePoint61X" fmla="*/ 36128 w 60525"/>
              <a:gd name="GluePoint61Y" fmla="*/ 18140 h 61221"/>
              <a:gd name="GluePoint62X" fmla="*/ 32258 w 60525"/>
              <a:gd name="GluePoint62Y" fmla="*/ 25879 h 61221"/>
              <a:gd name="GluePoint63X" fmla="*/ 24488 w 60525"/>
              <a:gd name="GluePoint63Y" fmla="*/ 23037 h 61221"/>
              <a:gd name="GluePoint64X" fmla="*/ 33286 w 60525"/>
              <a:gd name="GluePoint64Y" fmla="*/ 30 h 61221"/>
              <a:gd name="GluePoint65X" fmla="*/ 39877 w 60525"/>
              <a:gd name="GluePoint65Y" fmla="*/ 1905 h 61221"/>
              <a:gd name="GluePoint66X" fmla="*/ 43112 w 60525"/>
              <a:gd name="GluePoint66Y" fmla="*/ 2872 h 61221"/>
              <a:gd name="GluePoint67X" fmla="*/ 38698 w 60525"/>
              <a:gd name="GluePoint67Y" fmla="*/ 10884 h 61221"/>
            </a:gdLst>
            <a:ahLst/>
            <a:cxnLst/>
            <a:rect l="textAreaLeft" t="textAreaTop" r="textAreaRight" b="textAreaBottom"/>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2" name="任意多边形: 形状 39"/>
          <p:cNvSpPr>
            <a:spLocks noGrp="1"/>
          </p:cNvSpPr>
          <p:nvPr/>
        </p:nvSpPr>
        <p:spPr>
          <a:xfrm>
            <a:off x="11086200" y="6557040"/>
            <a:ext cx="101880" cy="100080"/>
          </a:xfrm>
          <a:custGeom>
            <a:avLst/>
            <a:gdLst>
              <a:gd name="textAreaLeft" fmla="*/ 0 w 101880"/>
              <a:gd name="textAreaRight" fmla="*/ 102240 w 101880"/>
              <a:gd name="textAreaTop" fmla="*/ 0 h 100080"/>
              <a:gd name="textAreaBottom" fmla="*/ 100440 h 100080"/>
              <a:gd name="GluePoint1X" fmla="*/ 17868 w 61553"/>
              <a:gd name="GluePoint1Y" fmla="*/ 16007 h 60479"/>
              <a:gd name="GluePoint2X" fmla="*/ 17868 w 61553"/>
              <a:gd name="GluePoint2Y" fmla="*/ 59663 h 60479"/>
              <a:gd name="GluePoint3X" fmla="*/ 9856 w 61553"/>
              <a:gd name="GluePoint3Y" fmla="*/ 59663 h 60479"/>
              <a:gd name="GluePoint4X" fmla="*/ 9856 w 61553"/>
              <a:gd name="GluePoint4Y" fmla="*/ 30761 h 60479"/>
              <a:gd name="GluePoint5X" fmla="*/ 5714 w 61553"/>
              <a:gd name="GluePoint5Y" fmla="*/ 36202 h 60479"/>
              <a:gd name="GluePoint6X" fmla="*/ 5654 w 61553"/>
              <a:gd name="GluePoint6Y" fmla="*/ 36323 h 60479"/>
              <a:gd name="GluePoint7X" fmla="*/ 5442 w 61553"/>
              <a:gd name="GluePoint7Y" fmla="*/ 36202 h 60479"/>
              <a:gd name="GluePoint8X" fmla="*/ 0 w 61553"/>
              <a:gd name="GluePoint8Y" fmla="*/ 31305 h 60479"/>
              <a:gd name="GluePoint9X" fmla="*/ 0 w 61553"/>
              <a:gd name="GluePoint9Y" fmla="*/ 31063 h 60479"/>
              <a:gd name="GluePoint10X" fmla="*/ 12668 w 61553"/>
              <a:gd name="GluePoint10Y" fmla="*/ 14 h 60479"/>
              <a:gd name="GluePoint11X" fmla="*/ 21465 w 61553"/>
              <a:gd name="GluePoint11Y" fmla="*/ 2100 h 60479"/>
              <a:gd name="GluePoint12X" fmla="*/ 22251 w 61553"/>
              <a:gd name="GluePoint12Y" fmla="*/ 3400 h 60479"/>
              <a:gd name="GluePoint13X" fmla="*/ 21647 w 61553"/>
              <a:gd name="GluePoint13Y" fmla="*/ 5123 h 60479"/>
              <a:gd name="GluePoint14X" fmla="*/ 17868 w 61553"/>
              <a:gd name="GluePoint14Y" fmla="*/ 16098 h 60479"/>
              <a:gd name="GluePoint15X" fmla="*/ 32077 w 61553"/>
              <a:gd name="GluePoint15Y" fmla="*/ 13437 h 60479"/>
              <a:gd name="GluePoint16X" fmla="*/ 37247 w 61553"/>
              <a:gd name="GluePoint16Y" fmla="*/ 13437 h 60479"/>
              <a:gd name="GluePoint17X" fmla="*/ 37247 w 61553"/>
              <a:gd name="GluePoint17Y" fmla="*/ 226 h 60479"/>
              <a:gd name="GluePoint18X" fmla="*/ 40089 w 61553"/>
              <a:gd name="GluePoint18Y" fmla="*/ 226 h 60479"/>
              <a:gd name="GluePoint19X" fmla="*/ 44956 w 61553"/>
              <a:gd name="GluePoint19Y" fmla="*/ 407 h 60479"/>
              <a:gd name="GluePoint20X" fmla="*/ 46317 w 61553"/>
              <a:gd name="GluePoint20Y" fmla="*/ 1253 h 60479"/>
              <a:gd name="GluePoint21X" fmla="*/ 46135 w 61553"/>
              <a:gd name="GluePoint21Y" fmla="*/ 2977 h 60479"/>
              <a:gd name="GluePoint22X" fmla="*/ 45531 w 61553"/>
              <a:gd name="GluePoint22Y" fmla="*/ 5667 h 60479"/>
              <a:gd name="GluePoint23X" fmla="*/ 45531 w 61553"/>
              <a:gd name="GluePoint23Y" fmla="*/ 13437 h 60479"/>
              <a:gd name="GluePoint24X" fmla="*/ 58198 w 61553"/>
              <a:gd name="GluePoint24Y" fmla="*/ 13437 h 60479"/>
              <a:gd name="GluePoint25X" fmla="*/ 58198 w 61553"/>
              <a:gd name="GluePoint25Y" fmla="*/ 20421 h 60479"/>
              <a:gd name="GluePoint26X" fmla="*/ 45531 w 61553"/>
              <a:gd name="GluePoint26Y" fmla="*/ 20421 h 60479"/>
              <a:gd name="GluePoint27X" fmla="*/ 45531 w 61553"/>
              <a:gd name="GluePoint27Y" fmla="*/ 31819 h 60479"/>
              <a:gd name="GluePoint28X" fmla="*/ 61554 w 61553"/>
              <a:gd name="GluePoint28Y" fmla="*/ 31819 h 60479"/>
              <a:gd name="GluePoint29X" fmla="*/ 61554 w 61553"/>
              <a:gd name="GluePoint29Y" fmla="*/ 39075 h 60479"/>
              <a:gd name="GluePoint30X" fmla="*/ 45531 w 61553"/>
              <a:gd name="GluePoint30Y" fmla="*/ 39075 h 60479"/>
              <a:gd name="GluePoint31X" fmla="*/ 45531 w 61553"/>
              <a:gd name="GluePoint31Y" fmla="*/ 60479 h 60479"/>
              <a:gd name="GluePoint32X" fmla="*/ 37519 w 61553"/>
              <a:gd name="GluePoint32Y" fmla="*/ 60479 h 60479"/>
              <a:gd name="GluePoint33X" fmla="*/ 37519 w 61553"/>
              <a:gd name="GluePoint33Y" fmla="*/ 39075 h 60479"/>
              <a:gd name="GluePoint34X" fmla="*/ 19923 w 61553"/>
              <a:gd name="GluePoint34Y" fmla="*/ 39075 h 60479"/>
              <a:gd name="GluePoint35X" fmla="*/ 19923 w 61553"/>
              <a:gd name="GluePoint35Y" fmla="*/ 31819 h 60479"/>
              <a:gd name="GluePoint36X" fmla="*/ 37519 w 61553"/>
              <a:gd name="GluePoint36Y" fmla="*/ 31819 h 60479"/>
              <a:gd name="GluePoint37X" fmla="*/ 37519 w 61553"/>
              <a:gd name="GluePoint37Y" fmla="*/ 20421 h 60479"/>
              <a:gd name="GluePoint38X" fmla="*/ 30293 w 61553"/>
              <a:gd name="GluePoint38Y" fmla="*/ 20421 h 60479"/>
              <a:gd name="GluePoint39X" fmla="*/ 26423 w 61553"/>
              <a:gd name="GluePoint39Y" fmla="*/ 29733 h 60479"/>
              <a:gd name="GluePoint40X" fmla="*/ 19682 w 61553"/>
              <a:gd name="GluePoint40Y" fmla="*/ 27163 h 60479"/>
              <a:gd name="GluePoint41X" fmla="*/ 25879 w 61553"/>
              <a:gd name="GluePoint41Y" fmla="*/ 5426 h 60479"/>
              <a:gd name="GluePoint42X" fmla="*/ 33105 w 61553"/>
              <a:gd name="GluePoint42Y" fmla="*/ 6967 h 60479"/>
              <a:gd name="GluePoint43X" fmla="*/ 33861 w 61553"/>
              <a:gd name="GluePoint43Y" fmla="*/ 7270 h 60479"/>
              <a:gd name="GluePoint44X" fmla="*/ 33649 w 61553"/>
              <a:gd name="GluePoint44Y" fmla="*/ 8267 h 60479"/>
              <a:gd name="GluePoint45X" fmla="*/ 32954 w 61553"/>
              <a:gd name="GluePoint45Y" fmla="*/ 10565 h 60479"/>
              <a:gd name="GluePoint46X" fmla="*/ 32077 w 61553"/>
              <a:gd name="GluePoint46Y" fmla="*/ 13437 h 60479"/>
            </a:gdLst>
            <a:ahLst/>
            <a:cxnLst/>
            <a:rect l="textAreaLeft" t="textAreaTop" r="textAreaRight" b="textAreaBottom"/>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3" name="任意多边形: 形状 40"/>
          <p:cNvSpPr>
            <a:spLocks noGrp="1"/>
          </p:cNvSpPr>
          <p:nvPr/>
        </p:nvSpPr>
        <p:spPr>
          <a:xfrm>
            <a:off x="11233800" y="6560640"/>
            <a:ext cx="102960" cy="96480"/>
          </a:xfrm>
          <a:custGeom>
            <a:avLst/>
            <a:gdLst>
              <a:gd name="textAreaLeft" fmla="*/ 0 w 102960"/>
              <a:gd name="textAreaRight" fmla="*/ 103320 w 102960"/>
              <a:gd name="textAreaTop" fmla="*/ 0 h 96480"/>
              <a:gd name="textAreaBottom" fmla="*/ 96840 h 96480"/>
              <a:gd name="GluePoint1X" fmla="*/ 41389 w 62067"/>
              <a:gd name="GluePoint1Y" fmla="*/ 23037 h 58137"/>
              <a:gd name="GluePoint2X" fmla="*/ 41389 w 62067"/>
              <a:gd name="GluePoint2Y" fmla="*/ 6742 h 58137"/>
              <a:gd name="GluePoint3X" fmla="*/ 46558 w 62067"/>
              <a:gd name="GluePoint3Y" fmla="*/ 6742 h 58137"/>
              <a:gd name="GluePoint4X" fmla="*/ 46558 w 62067"/>
              <a:gd name="GluePoint4Y" fmla="*/ 23037 h 58137"/>
              <a:gd name="GluePoint5X" fmla="*/ 41389 w 62067"/>
              <a:gd name="GluePoint5Y" fmla="*/ 23037 h 58137"/>
              <a:gd name="GluePoint6X" fmla="*/ 1300 w 62067"/>
              <a:gd name="GluePoint6Y" fmla="*/ 8526 h 58137"/>
              <a:gd name="GluePoint7X" fmla="*/ 9312 w 62067"/>
              <a:gd name="GluePoint7Y" fmla="*/ 8526 h 58137"/>
              <a:gd name="GluePoint8X" fmla="*/ 0 w 62067"/>
              <a:gd name="GluePoint8Y" fmla="*/ 30505 h 58137"/>
              <a:gd name="GluePoint9X" fmla="*/ 2419 w 62067"/>
              <a:gd name="GluePoint9Y" fmla="*/ 34133 h 58137"/>
              <a:gd name="GluePoint10X" fmla="*/ 4656 w 62067"/>
              <a:gd name="GluePoint10Y" fmla="*/ 37489 h 58137"/>
              <a:gd name="GluePoint11X" fmla="*/ 6984 w 62067"/>
              <a:gd name="GluePoint11Y" fmla="*/ 34889 h 58137"/>
              <a:gd name="GluePoint12X" fmla="*/ 6984 w 62067"/>
              <a:gd name="GluePoint12Y" fmla="*/ 51396 h 58137"/>
              <a:gd name="GluePoint13X" fmla="*/ 14240 w 62067"/>
              <a:gd name="GluePoint13Y" fmla="*/ 51396 h 58137"/>
              <a:gd name="GluePoint14X" fmla="*/ 14240 w 62067"/>
              <a:gd name="GluePoint14Y" fmla="*/ 45500 h 58137"/>
              <a:gd name="GluePoint15X" fmla="*/ 19137 w 62067"/>
              <a:gd name="GluePoint15Y" fmla="*/ 45500 h 58137"/>
              <a:gd name="GluePoint16X" fmla="*/ 19137 w 62067"/>
              <a:gd name="GluePoint16Y" fmla="*/ 47586 h 58137"/>
              <a:gd name="GluePoint17X" fmla="*/ 26877 w 62067"/>
              <a:gd name="GluePoint17Y" fmla="*/ 47586 h 58137"/>
              <a:gd name="GluePoint18X" fmla="*/ 26877 w 62067"/>
              <a:gd name="GluePoint18Y" fmla="*/ 29991 h 58137"/>
              <a:gd name="GluePoint19X" fmla="*/ 33347 w 62067"/>
              <a:gd name="GluePoint19Y" fmla="*/ 29991 h 58137"/>
              <a:gd name="GluePoint20X" fmla="*/ 33347 w 62067"/>
              <a:gd name="GluePoint20Y" fmla="*/ 31533 h 58137"/>
              <a:gd name="GluePoint21X" fmla="*/ 22221 w 62067"/>
              <a:gd name="GluePoint21Y" fmla="*/ 52696 h 58137"/>
              <a:gd name="GluePoint22X" fmla="*/ 29961 w 62067"/>
              <a:gd name="GluePoint22Y" fmla="*/ 58138 h 58137"/>
              <a:gd name="GluePoint23X" fmla="*/ 41086 w 62067"/>
              <a:gd name="GluePoint23Y" fmla="*/ 31049 h 58137"/>
              <a:gd name="GluePoint24X" fmla="*/ 41086 w 62067"/>
              <a:gd name="GluePoint24Y" fmla="*/ 30021 h 58137"/>
              <a:gd name="GluePoint25X" fmla="*/ 46528 w 62067"/>
              <a:gd name="GluePoint25Y" fmla="*/ 30021 h 58137"/>
              <a:gd name="GluePoint26X" fmla="*/ 46528 w 62067"/>
              <a:gd name="GluePoint26Y" fmla="*/ 57896 h 58137"/>
              <a:gd name="GluePoint27X" fmla="*/ 54812 w 62067"/>
              <a:gd name="GluePoint27Y" fmla="*/ 57896 h 58137"/>
              <a:gd name="GluePoint28X" fmla="*/ 54812 w 62067"/>
              <a:gd name="GluePoint28Y" fmla="*/ 30021 h 58137"/>
              <a:gd name="GluePoint29X" fmla="*/ 62068 w 62067"/>
              <a:gd name="GluePoint29Y" fmla="*/ 30021 h 58137"/>
              <a:gd name="GluePoint30X" fmla="*/ 62068 w 62067"/>
              <a:gd name="GluePoint30Y" fmla="*/ 22765 h 58137"/>
              <a:gd name="GluePoint31X" fmla="*/ 54812 w 62067"/>
              <a:gd name="GluePoint31Y" fmla="*/ 22765 h 58137"/>
              <a:gd name="GluePoint32X" fmla="*/ 54812 w 62067"/>
              <a:gd name="GluePoint32Y" fmla="*/ 6984 h 58137"/>
              <a:gd name="GluePoint33X" fmla="*/ 59740 w 62067"/>
              <a:gd name="GluePoint33Y" fmla="*/ 6984 h 58137"/>
              <a:gd name="GluePoint34X" fmla="*/ 59740 w 62067"/>
              <a:gd name="GluePoint34Y" fmla="*/ 0 h 58137"/>
              <a:gd name="GluePoint35X" fmla="*/ 27663 w 62067"/>
              <a:gd name="GluePoint35Y" fmla="*/ 0 h 58137"/>
              <a:gd name="GluePoint36X" fmla="*/ 27663 w 62067"/>
              <a:gd name="GluePoint36Y" fmla="*/ 1542 h 58137"/>
              <a:gd name="GluePoint37X" fmla="*/ 1270 w 62067"/>
              <a:gd name="GluePoint37Y" fmla="*/ 1542 h 58137"/>
              <a:gd name="GluePoint38X" fmla="*/ 1270 w 62067"/>
              <a:gd name="GluePoint38Y" fmla="*/ 8526 h 58137"/>
              <a:gd name="GluePoint39X" fmla="*/ 17081 w 62067"/>
              <a:gd name="GluePoint39Y" fmla="*/ 10914 h 58137"/>
              <a:gd name="GluePoint40X" fmla="*/ 17595 w 62067"/>
              <a:gd name="GluePoint40Y" fmla="*/ 8526 h 58137"/>
              <a:gd name="GluePoint41X" fmla="*/ 28207 w 62067"/>
              <a:gd name="GluePoint41Y" fmla="*/ 8526 h 58137"/>
              <a:gd name="GluePoint42X" fmla="*/ 28207 w 62067"/>
              <a:gd name="GluePoint42Y" fmla="*/ 6984 h 58137"/>
              <a:gd name="GluePoint43X" fmla="*/ 33377 w 62067"/>
              <a:gd name="GluePoint43Y" fmla="*/ 6984 h 58137"/>
              <a:gd name="GluePoint44X" fmla="*/ 33377 w 62067"/>
              <a:gd name="GluePoint44Y" fmla="*/ 23007 h 58137"/>
              <a:gd name="GluePoint45X" fmla="*/ 26907 w 62067"/>
              <a:gd name="GluePoint45Y" fmla="*/ 23007 h 58137"/>
              <a:gd name="GluePoint46X" fmla="*/ 26907 w 62067"/>
              <a:gd name="GluePoint46Y" fmla="*/ 18351 h 58137"/>
              <a:gd name="GluePoint47X" fmla="*/ 15026 w 62067"/>
              <a:gd name="GluePoint47Y" fmla="*/ 18351 h 58137"/>
              <a:gd name="GluePoint48X" fmla="*/ 17081 w 62067"/>
              <a:gd name="GluePoint48Y" fmla="*/ 10914 h 58137"/>
              <a:gd name="GluePoint49X" fmla="*/ 19168 w 62067"/>
              <a:gd name="GluePoint49Y" fmla="*/ 25093 h 58137"/>
              <a:gd name="GluePoint50X" fmla="*/ 19168 w 62067"/>
              <a:gd name="GluePoint50Y" fmla="*/ 39333 h 58137"/>
              <a:gd name="GluePoint51X" fmla="*/ 14270 w 62067"/>
              <a:gd name="GluePoint51Y" fmla="*/ 39333 h 58137"/>
              <a:gd name="GluePoint52X" fmla="*/ 14270 w 62067"/>
              <a:gd name="GluePoint52Y" fmla="*/ 25093 h 58137"/>
              <a:gd name="GluePoint53X" fmla="*/ 19168 w 62067"/>
              <a:gd name="GluePoint53Y" fmla="*/ 25093 h 58137"/>
            </a:gdLst>
            <a:ahLst/>
            <a:cxnLst/>
            <a:rect l="textAreaLeft" t="textAreaTop" r="textAreaRight" b="textAreaBottom"/>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4" name="任意多边形: 形状 41"/>
          <p:cNvSpPr>
            <a:spLocks noGrp="1"/>
          </p:cNvSpPr>
          <p:nvPr/>
        </p:nvSpPr>
        <p:spPr>
          <a:xfrm>
            <a:off x="11384280" y="6557040"/>
            <a:ext cx="97560" cy="100440"/>
          </a:xfrm>
          <a:custGeom>
            <a:avLst/>
            <a:gdLst>
              <a:gd name="textAreaLeft" fmla="*/ 0 w 97560"/>
              <a:gd name="textAreaRight" fmla="*/ 97920 w 97560"/>
              <a:gd name="textAreaTop" fmla="*/ 0 h 100440"/>
              <a:gd name="textAreaBottom" fmla="*/ 100800 h 100440"/>
              <a:gd name="GluePoint1X" fmla="*/ 33347 w 58953"/>
              <a:gd name="GluePoint1Y" fmla="*/ 6845 h 60598"/>
              <a:gd name="GluePoint2X" fmla="*/ 55084 w 58953"/>
              <a:gd name="GluePoint2Y" fmla="*/ 6845 h 60598"/>
              <a:gd name="GluePoint3X" fmla="*/ 55084 w 58953"/>
              <a:gd name="GluePoint3Y" fmla="*/ 19271 h 60598"/>
              <a:gd name="GluePoint4X" fmla="*/ 46800 w 58953"/>
              <a:gd name="GluePoint4Y" fmla="*/ 19271 h 60598"/>
              <a:gd name="GluePoint5X" fmla="*/ 46800 w 58953"/>
              <a:gd name="GluePoint5Y" fmla="*/ 13829 h 60598"/>
              <a:gd name="GluePoint6X" fmla="*/ 10340 w 58953"/>
              <a:gd name="GluePoint6Y" fmla="*/ 13829 h 60598"/>
              <a:gd name="GluePoint7X" fmla="*/ 10340 w 58953"/>
              <a:gd name="GluePoint7Y" fmla="*/ 19785 h 60598"/>
              <a:gd name="GluePoint8X" fmla="*/ 2328 w 58953"/>
              <a:gd name="GluePoint8Y" fmla="*/ 19785 h 60598"/>
              <a:gd name="GluePoint9X" fmla="*/ 2328 w 58953"/>
              <a:gd name="GluePoint9Y" fmla="*/ 6845 h 60598"/>
              <a:gd name="GluePoint10X" fmla="*/ 24579 w 58953"/>
              <a:gd name="GluePoint10Y" fmla="*/ 6845 h 60598"/>
              <a:gd name="GluePoint11X" fmla="*/ 22765 w 58953"/>
              <a:gd name="GluePoint11Y" fmla="*/ 375 h 60598"/>
              <a:gd name="GluePoint12X" fmla="*/ 27814 w 58953"/>
              <a:gd name="GluePoint12Y" fmla="*/ 43 h 60598"/>
              <a:gd name="GluePoint13X" fmla="*/ 31472 w 58953"/>
              <a:gd name="GluePoint13Y" fmla="*/ 13 h 60598"/>
              <a:gd name="GluePoint14X" fmla="*/ 32863 w 58953"/>
              <a:gd name="GluePoint14Y" fmla="*/ 103 h 60598"/>
              <a:gd name="GluePoint15X" fmla="*/ 33044 w 58953"/>
              <a:gd name="GluePoint15Y" fmla="*/ 2220 h 60598"/>
              <a:gd name="GluePoint16X" fmla="*/ 33347 w 58953"/>
              <a:gd name="GluePoint16Y" fmla="*/ 6845 h 60598"/>
              <a:gd name="GluePoint17X" fmla="*/ 8284 w 58953"/>
              <a:gd name="GluePoint17Y" fmla="*/ 31666 h 60598"/>
              <a:gd name="GluePoint18X" fmla="*/ 2086 w 58953"/>
              <a:gd name="GluePoint18Y" fmla="*/ 26496 h 60598"/>
              <a:gd name="GluePoint19X" fmla="*/ 19168 w 58953"/>
              <a:gd name="GluePoint19Y" fmla="*/ 14343 h 60598"/>
              <a:gd name="GluePoint20X" fmla="*/ 26393 w 58953"/>
              <a:gd name="GluePoint20Y" fmla="*/ 18757 h 60598"/>
              <a:gd name="GluePoint21X" fmla="*/ 25879 w 58953"/>
              <a:gd name="GluePoint21Y" fmla="*/ 20208 h 60598"/>
              <a:gd name="GluePoint22X" fmla="*/ 25365 w 58953"/>
              <a:gd name="GluePoint22Y" fmla="*/ 20571 h 60598"/>
              <a:gd name="GluePoint23X" fmla="*/ 8284 w 58953"/>
              <a:gd name="GluePoint23Y" fmla="*/ 31696 h 60598"/>
              <a:gd name="GluePoint24X" fmla="*/ 54056 w 58953"/>
              <a:gd name="GluePoint24Y" fmla="*/ 26496 h 60598"/>
              <a:gd name="GluePoint25X" fmla="*/ 47858 w 58953"/>
              <a:gd name="GluePoint25Y" fmla="*/ 32694 h 60598"/>
              <a:gd name="GluePoint26X" fmla="*/ 32379 w 58953"/>
              <a:gd name="GluePoint26Y" fmla="*/ 21629 h 60598"/>
              <a:gd name="GluePoint27X" fmla="*/ 30263 w 58953"/>
              <a:gd name="GluePoint27Y" fmla="*/ 20268 h 60598"/>
              <a:gd name="GluePoint28X" fmla="*/ 36219 w 58953"/>
              <a:gd name="GluePoint28Y" fmla="*/ 15099 h 60598"/>
              <a:gd name="GluePoint29X" fmla="*/ 54056 w 58953"/>
              <a:gd name="GluePoint29Y" fmla="*/ 26466 h 60598"/>
              <a:gd name="GluePoint30X" fmla="*/ 29749 w 58953"/>
              <a:gd name="GluePoint30Y" fmla="*/ 31908 h 60598"/>
              <a:gd name="GluePoint31X" fmla="*/ 43444 w 58953"/>
              <a:gd name="GluePoint31Y" fmla="*/ 31908 h 60598"/>
              <a:gd name="GluePoint32X" fmla="*/ 43444 w 58953"/>
              <a:gd name="GluePoint32Y" fmla="*/ 49262 h 60598"/>
              <a:gd name="GluePoint33X" fmla="*/ 43717 w 58953"/>
              <a:gd name="GluePoint33Y" fmla="*/ 51166 h 60598"/>
              <a:gd name="GluePoint34X" fmla="*/ 44744 w 58953"/>
              <a:gd name="GluePoint34Y" fmla="*/ 51590 h 60598"/>
              <a:gd name="GluePoint35X" fmla="*/ 47344 w 58953"/>
              <a:gd name="GluePoint35Y" fmla="*/ 51590 h 60598"/>
              <a:gd name="GluePoint36X" fmla="*/ 49763 w 58953"/>
              <a:gd name="GluePoint36Y" fmla="*/ 50592 h 60598"/>
              <a:gd name="GluePoint37X" fmla="*/ 50428 w 58953"/>
              <a:gd name="GluePoint37Y" fmla="*/ 45120 h 60598"/>
              <a:gd name="GluePoint38X" fmla="*/ 58954 w 58953"/>
              <a:gd name="GluePoint38Y" fmla="*/ 47720 h 60598"/>
              <a:gd name="GluePoint39X" fmla="*/ 57170 w 58953"/>
              <a:gd name="GluePoint39Y" fmla="*/ 56971 h 60598"/>
              <a:gd name="GluePoint40X" fmla="*/ 51456 w 58953"/>
              <a:gd name="GluePoint40Y" fmla="*/ 59027 h 60598"/>
              <a:gd name="GluePoint41X" fmla="*/ 42144 w 58953"/>
              <a:gd name="GluePoint41Y" fmla="*/ 59027 h 60598"/>
              <a:gd name="GluePoint42X" fmla="*/ 36310 w 58953"/>
              <a:gd name="GluePoint42Y" fmla="*/ 58120 h 60598"/>
              <a:gd name="GluePoint43X" fmla="*/ 35372 w 58953"/>
              <a:gd name="GluePoint43Y" fmla="*/ 56820 h 60598"/>
              <a:gd name="GluePoint44X" fmla="*/ 35161 w 58953"/>
              <a:gd name="GluePoint44Y" fmla="*/ 54371 h 60598"/>
              <a:gd name="GluePoint45X" fmla="*/ 35161 w 58953"/>
              <a:gd name="GluePoint45Y" fmla="*/ 38922 h 60598"/>
              <a:gd name="GluePoint46X" fmla="*/ 28449 w 58953"/>
              <a:gd name="GluePoint46Y" fmla="*/ 38922 h 60598"/>
              <a:gd name="GluePoint47X" fmla="*/ 5412 w 58953"/>
              <a:gd name="GluePoint47Y" fmla="*/ 60599 h 60598"/>
              <a:gd name="GluePoint48X" fmla="*/ 0 w 58953"/>
              <a:gd name="GluePoint48Y" fmla="*/ 52890 h 60598"/>
              <a:gd name="GluePoint49X" fmla="*/ 19651 w 58953"/>
              <a:gd name="GluePoint49Y" fmla="*/ 39194 h 60598"/>
              <a:gd name="GluePoint50X" fmla="*/ 5170 w 58953"/>
              <a:gd name="GluePoint50Y" fmla="*/ 39194 h 60598"/>
              <a:gd name="GluePoint51X" fmla="*/ 5170 w 58953"/>
              <a:gd name="GluePoint51Y" fmla="*/ 32210 h 60598"/>
              <a:gd name="GluePoint52X" fmla="*/ 20951 w 58953"/>
              <a:gd name="GluePoint52Y" fmla="*/ 32210 h 60598"/>
              <a:gd name="GluePoint53X" fmla="*/ 21344 w 58953"/>
              <a:gd name="GluePoint53Y" fmla="*/ 28068 h 60598"/>
              <a:gd name="GluePoint54X" fmla="*/ 21737 w 58953"/>
              <a:gd name="GluePoint54Y" fmla="*/ 23927 h 60598"/>
              <a:gd name="GluePoint55X" fmla="*/ 31563 w 58953"/>
              <a:gd name="GluePoint55Y" fmla="*/ 24713 h 60598"/>
              <a:gd name="GluePoint56X" fmla="*/ 31140 w 58953"/>
              <a:gd name="GluePoint56Y" fmla="*/ 26375 h 60598"/>
              <a:gd name="GluePoint57X" fmla="*/ 29749 w 58953"/>
              <a:gd name="GluePoint57Y" fmla="*/ 31969 h 60598"/>
            </a:gdLst>
            <a:ahLst/>
            <a:cxnLst/>
            <a:rect l="textAreaLeft" t="textAreaTop" r="textAreaRight" b="textAreaBottom"/>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5" name="任意多边形: 形状 42"/>
          <p:cNvSpPr>
            <a:spLocks noGrp="1"/>
          </p:cNvSpPr>
          <p:nvPr/>
        </p:nvSpPr>
        <p:spPr>
          <a:xfrm>
            <a:off x="11530440" y="6557040"/>
            <a:ext cx="100800" cy="99720"/>
          </a:xfrm>
          <a:custGeom>
            <a:avLst/>
            <a:gdLst>
              <a:gd name="textAreaLeft" fmla="*/ 0 w 100800"/>
              <a:gd name="textAreaRight" fmla="*/ 101160 w 100800"/>
              <a:gd name="textAreaTop" fmla="*/ 0 h 99720"/>
              <a:gd name="textAreaBottom" fmla="*/ 100080 h 99720"/>
              <a:gd name="GluePoint1X" fmla="*/ 20165 w 60798"/>
              <a:gd name="GluePoint1Y" fmla="*/ 23793 h 60193"/>
              <a:gd name="GluePoint2X" fmla="*/ 20165 w 60798"/>
              <a:gd name="GluePoint2Y" fmla="*/ 33105 h 60193"/>
              <a:gd name="GluePoint3X" fmla="*/ 13181 w 60798"/>
              <a:gd name="GluePoint3Y" fmla="*/ 33105 h 60193"/>
              <a:gd name="GluePoint4X" fmla="*/ 13181 w 60798"/>
              <a:gd name="GluePoint4Y" fmla="*/ 23793 h 60193"/>
              <a:gd name="GluePoint5X" fmla="*/ 20165 w 60798"/>
              <a:gd name="GluePoint5Y" fmla="*/ 23793 h 60193"/>
              <a:gd name="GluePoint6X" fmla="*/ 30505 w 60798"/>
              <a:gd name="GluePoint6Y" fmla="*/ 8526 h 60193"/>
              <a:gd name="GluePoint7X" fmla="*/ 26756 w 60798"/>
              <a:gd name="GluePoint7Y" fmla="*/ 1935 h 60193"/>
              <a:gd name="GluePoint8X" fmla="*/ 25607 w 60798"/>
              <a:gd name="GluePoint8Y" fmla="*/ 0 h 60193"/>
              <a:gd name="GluePoint9X" fmla="*/ 5170 w 60798"/>
              <a:gd name="GluePoint9Y" fmla="*/ 4656 h 60193"/>
              <a:gd name="GluePoint10X" fmla="*/ 5170 w 60798"/>
              <a:gd name="GluePoint10Y" fmla="*/ 35433 h 60193"/>
              <a:gd name="GluePoint11X" fmla="*/ 4112 w 60798"/>
              <a:gd name="GluePoint11Y" fmla="*/ 45047 h 60193"/>
              <a:gd name="GluePoint12X" fmla="*/ 0 w 60798"/>
              <a:gd name="GluePoint12Y" fmla="*/ 55296 h 60193"/>
              <a:gd name="GluePoint13X" fmla="*/ 6470 w 60798"/>
              <a:gd name="GluePoint13Y" fmla="*/ 60193 h 60193"/>
              <a:gd name="GluePoint14X" fmla="*/ 12940 w 60798"/>
              <a:gd name="GluePoint14Y" fmla="*/ 39575 h 60193"/>
              <a:gd name="GluePoint15X" fmla="*/ 20195 w 60798"/>
              <a:gd name="GluePoint15Y" fmla="*/ 39575 h 60193"/>
              <a:gd name="GluePoint16X" fmla="*/ 20195 w 60798"/>
              <a:gd name="GluePoint16Y" fmla="*/ 41903 h 60193"/>
              <a:gd name="GluePoint17X" fmla="*/ 28479 w 60798"/>
              <a:gd name="GluePoint17Y" fmla="*/ 41903 h 60193"/>
              <a:gd name="GluePoint18X" fmla="*/ 28479 w 60798"/>
              <a:gd name="GluePoint18Y" fmla="*/ 16809 h 60193"/>
              <a:gd name="GluePoint19X" fmla="*/ 13212 w 60798"/>
              <a:gd name="GluePoint19Y" fmla="*/ 16809 h 60193"/>
              <a:gd name="GluePoint20X" fmla="*/ 13212 w 60798"/>
              <a:gd name="GluePoint20Y" fmla="*/ 10612 h 60193"/>
              <a:gd name="GluePoint21X" fmla="*/ 30535 w 60798"/>
              <a:gd name="GluePoint21Y" fmla="*/ 8526 h 60193"/>
              <a:gd name="GluePoint22X" fmla="*/ 52877 w 60798"/>
              <a:gd name="GluePoint22Y" fmla="*/ 9705 h 60193"/>
              <a:gd name="GluePoint23X" fmla="*/ 60254 w 60798"/>
              <a:gd name="GluePoint23Y" fmla="*/ 9312 h 60193"/>
              <a:gd name="GluePoint24X" fmla="*/ 55084 w 60798"/>
              <a:gd name="GluePoint24Y" fmla="*/ 514 h 60193"/>
              <a:gd name="GluePoint25X" fmla="*/ 32319 w 60798"/>
              <a:gd name="GluePoint25Y" fmla="*/ 4142 h 60193"/>
              <a:gd name="GluePoint26X" fmla="*/ 32319 w 60798"/>
              <a:gd name="GluePoint26Y" fmla="*/ 28963 h 60193"/>
              <a:gd name="GluePoint27X" fmla="*/ 29719 w 60798"/>
              <a:gd name="GluePoint27Y" fmla="*/ 43898 h 60193"/>
              <a:gd name="GluePoint28X" fmla="*/ 20437 w 60798"/>
              <a:gd name="GluePoint28Y" fmla="*/ 55296 h 60193"/>
              <a:gd name="GluePoint29X" fmla="*/ 28721 w 60798"/>
              <a:gd name="GluePoint29Y" fmla="*/ 59710 h 60193"/>
              <a:gd name="GluePoint30X" fmla="*/ 40361 w 60798"/>
              <a:gd name="GluePoint30Y" fmla="*/ 33135 h 60193"/>
              <a:gd name="GluePoint31X" fmla="*/ 40361 w 60798"/>
              <a:gd name="GluePoint31Y" fmla="*/ 26665 h 60193"/>
              <a:gd name="GluePoint32X" fmla="*/ 45803 w 60798"/>
              <a:gd name="GluePoint32Y" fmla="*/ 26665 h 60193"/>
              <a:gd name="GluePoint33X" fmla="*/ 45803 w 60798"/>
              <a:gd name="GluePoint33Y" fmla="*/ 59710 h 60193"/>
              <a:gd name="GluePoint34X" fmla="*/ 54328 w 60798"/>
              <a:gd name="GluePoint34Y" fmla="*/ 59710 h 60193"/>
              <a:gd name="GluePoint35X" fmla="*/ 54328 w 60798"/>
              <a:gd name="GluePoint35Y" fmla="*/ 26665 h 60193"/>
              <a:gd name="GluePoint36X" fmla="*/ 60798 w 60798"/>
              <a:gd name="GluePoint36Y" fmla="*/ 26665 h 60193"/>
              <a:gd name="GluePoint37X" fmla="*/ 60798 w 60798"/>
              <a:gd name="GluePoint37Y" fmla="*/ 19440 h 60193"/>
              <a:gd name="GluePoint38X" fmla="*/ 40603 w 60798"/>
              <a:gd name="GluePoint38Y" fmla="*/ 19440 h 60193"/>
              <a:gd name="GluePoint39X" fmla="*/ 40603 w 60798"/>
              <a:gd name="GluePoint39Y" fmla="*/ 10400 h 60193"/>
              <a:gd name="GluePoint40X" fmla="*/ 52907 w 60798"/>
              <a:gd name="GluePoint40Y" fmla="*/ 9765 h 60193"/>
            </a:gdLst>
            <a:ahLst/>
            <a:cxnLst/>
            <a:rect l="textAreaLeft" t="textAreaTop" r="textAreaRight" b="textAreaBottom"/>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7" name="任意多边形: 形状 44"/>
          <p:cNvSpPr>
            <a:spLocks noGrp="1"/>
          </p:cNvSpPr>
          <p:nvPr/>
        </p:nvSpPr>
        <p:spPr>
          <a:xfrm>
            <a:off x="10208160" y="6684120"/>
            <a:ext cx="7920" cy="44280"/>
          </a:xfrm>
          <a:custGeom>
            <a:avLst/>
            <a:gdLst>
              <a:gd name="textAreaLeft" fmla="*/ 0 w 7920"/>
              <a:gd name="textAreaRight" fmla="*/ 8280 w 7920"/>
              <a:gd name="textAreaTop" fmla="*/ 0 h 44280"/>
              <a:gd name="textAreaBottom" fmla="*/ 44640 h 44280"/>
              <a:gd name="GluePoint1X" fmla="*/ 4898 w 4897"/>
              <a:gd name="GluePoint1Y" fmla="*/ 0 h 26816"/>
              <a:gd name="GluePoint2X" fmla="*/ 4898 w 4897"/>
              <a:gd name="GluePoint2Y" fmla="*/ 26816 h 26816"/>
              <a:gd name="GluePoint3X" fmla="*/ 0 w 4897"/>
              <a:gd name="GluePoint3Y" fmla="*/ 26816 h 26816"/>
              <a:gd name="GluePoint4X" fmla="*/ 0 w 4897"/>
              <a:gd name="GluePoint4Y" fmla="*/ 0 h 26816"/>
              <a:gd name="GluePoint5X" fmla="*/ 4898 w 4897"/>
              <a:gd name="GluePoint5Y" fmla="*/ 0 h 26816"/>
            </a:gdLst>
            <a:ahLst/>
            <a:cxnLst/>
            <a:rect l="textAreaLeft" t="textAreaTop" r="textAreaRight" b="textAreaBottom"/>
            <a:pathLst>
              <a:path w="4897" h="26816">
                <a:moveTo>
                  <a:pt x="4898" y="0"/>
                </a:moveTo>
                <a:lnTo>
                  <a:pt x="4898" y="26816"/>
                </a:lnTo>
                <a:lnTo>
                  <a:pt x="0" y="26816"/>
                </a:lnTo>
                <a:lnTo>
                  <a:pt x="0" y="0"/>
                </a:lnTo>
                <a:lnTo>
                  <a:pt x="489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8" name="任意多边形: 形状 45"/>
          <p:cNvSpPr>
            <a:spLocks noGrp="1"/>
          </p:cNvSpPr>
          <p:nvPr/>
        </p:nvSpPr>
        <p:spPr>
          <a:xfrm>
            <a:off x="1022508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9" name="任意多边形: 形状 46"/>
          <p:cNvSpPr>
            <a:spLocks noGrp="1"/>
          </p:cNvSpPr>
          <p:nvPr/>
        </p:nvSpPr>
        <p:spPr>
          <a:xfrm>
            <a:off x="10261080" y="6695640"/>
            <a:ext cx="22680" cy="33120"/>
          </a:xfrm>
          <a:custGeom>
            <a:avLst/>
            <a:gdLst>
              <a:gd name="textAreaLeft" fmla="*/ 0 w 22680"/>
              <a:gd name="textAreaRight" fmla="*/ 23040 w 22680"/>
              <a:gd name="textAreaTop" fmla="*/ 0 h 33120"/>
              <a:gd name="textAreaBottom" fmla="*/ 33480 h 33120"/>
              <a:gd name="GluePoint1X" fmla="*/ 96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0" name="任意多边形: 形状 47"/>
          <p:cNvSpPr>
            <a:spLocks noGrp="1"/>
          </p:cNvSpPr>
          <p:nvPr/>
        </p:nvSpPr>
        <p:spPr>
          <a:xfrm>
            <a:off x="1028772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5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1" name="任意多边形: 形状 48"/>
          <p:cNvSpPr>
            <a:spLocks noGrp="1"/>
          </p:cNvSpPr>
          <p:nvPr/>
        </p:nvSpPr>
        <p:spPr>
          <a:xfrm>
            <a:off x="1031328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87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2" name="任意多边形: 形状 49"/>
          <p:cNvSpPr>
            <a:spLocks noGrp="1"/>
          </p:cNvSpPr>
          <p:nvPr/>
        </p:nvSpPr>
        <p:spPr>
          <a:xfrm>
            <a:off x="1032768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8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3" name="任意多边形: 形状 50"/>
          <p:cNvSpPr>
            <a:spLocks noGrp="1"/>
          </p:cNvSpPr>
          <p:nvPr/>
        </p:nvSpPr>
        <p:spPr>
          <a:xfrm>
            <a:off x="10353960" y="6696360"/>
            <a:ext cx="28800" cy="32400"/>
          </a:xfrm>
          <a:custGeom>
            <a:avLst/>
            <a:gdLst>
              <a:gd name="textAreaLeft" fmla="*/ 0 w 28800"/>
              <a:gd name="textAreaRight" fmla="*/ 29160 w 28800"/>
              <a:gd name="textAreaTop" fmla="*/ 0 h 32400"/>
              <a:gd name="textAreaBottom" fmla="*/ 32760 h 32400"/>
              <a:gd name="GluePoint1X" fmla="*/ 17444 w 17595"/>
              <a:gd name="GluePoint1Y" fmla="*/ 13544 h 19772"/>
              <a:gd name="GluePoint2X" fmla="*/ 17595 w 17595"/>
              <a:gd name="GluePoint2Y" fmla="*/ 19349 h 19772"/>
              <a:gd name="GluePoint3X" fmla="*/ 13302 w 17595"/>
              <a:gd name="GluePoint3Y" fmla="*/ 19349 h 19772"/>
              <a:gd name="GluePoint4X" fmla="*/ 13061 w 17595"/>
              <a:gd name="GluePoint4Y" fmla="*/ 16416 h 19772"/>
              <a:gd name="GluePoint5X" fmla="*/ 12940 w 17595"/>
              <a:gd name="GluePoint5Y" fmla="*/ 16416 h 19772"/>
              <a:gd name="GluePoint6X" fmla="*/ 6742 w 17595"/>
              <a:gd name="GluePoint6Y" fmla="*/ 19772 h 19772"/>
              <a:gd name="GluePoint7X" fmla="*/ 0 w 17595"/>
              <a:gd name="GluePoint7Y" fmla="*/ 11337 h 19772"/>
              <a:gd name="GluePoint8X" fmla="*/ 0 w 17595"/>
              <a:gd name="GluePoint8Y" fmla="*/ 0 h 19772"/>
              <a:gd name="GluePoint9X" fmla="*/ 4898 w 17595"/>
              <a:gd name="GluePoint9Y" fmla="*/ 0 h 19772"/>
              <a:gd name="GluePoint10X" fmla="*/ 4898 w 17595"/>
              <a:gd name="GluePoint10Y" fmla="*/ 10551 h 19772"/>
              <a:gd name="GluePoint11X" fmla="*/ 8526 w 17595"/>
              <a:gd name="GluePoint11Y" fmla="*/ 15842 h 19772"/>
              <a:gd name="GluePoint12X" fmla="*/ 12274 w 17595"/>
              <a:gd name="GluePoint12Y" fmla="*/ 13212 h 19772"/>
              <a:gd name="GluePoint13X" fmla="*/ 12547 w 17595"/>
              <a:gd name="GluePoint13Y" fmla="*/ 11700 h 19772"/>
              <a:gd name="GluePoint14X" fmla="*/ 12547 w 17595"/>
              <a:gd name="GluePoint14Y" fmla="*/ 0 h 19772"/>
              <a:gd name="GluePoint15X" fmla="*/ 17444 w 17595"/>
              <a:gd name="GluePoint15Y" fmla="*/ 0 h 19772"/>
              <a:gd name="GluePoint16X" fmla="*/ 17444 w 17595"/>
              <a:gd name="GluePoint16Y" fmla="*/ 13575 h 19772"/>
            </a:gdLst>
            <a:ahLst/>
            <a:cxnLst/>
            <a:rect l="textAreaLeft" t="textAreaTop" r="textAreaRight" b="textAreaBottom"/>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4" name="任意多边形: 形状 51"/>
          <p:cNvSpPr>
            <a:spLocks noGrp="1"/>
          </p:cNvSpPr>
          <p:nvPr/>
        </p:nvSpPr>
        <p:spPr>
          <a:xfrm>
            <a:off x="1038852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5" name="任意多边形: 形状 52"/>
          <p:cNvSpPr>
            <a:spLocks noGrp="1"/>
          </p:cNvSpPr>
          <p:nvPr/>
        </p:nvSpPr>
        <p:spPr>
          <a:xfrm>
            <a:off x="1041264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6" name="任意多边形: 形状 53"/>
          <p:cNvSpPr>
            <a:spLocks noGrp="1"/>
          </p:cNvSpPr>
          <p:nvPr/>
        </p:nvSpPr>
        <p:spPr>
          <a:xfrm>
            <a:off x="10460520" y="6695640"/>
            <a:ext cx="32400" cy="33480"/>
          </a:xfrm>
          <a:custGeom>
            <a:avLst/>
            <a:gdLst>
              <a:gd name="textAreaLeft" fmla="*/ 0 w 32400"/>
              <a:gd name="textAreaRight" fmla="*/ 32760 w 32400"/>
              <a:gd name="textAreaTop" fmla="*/ 0 h 33480"/>
              <a:gd name="textAreaBottom" fmla="*/ 33840 h 33480"/>
              <a:gd name="GluePoint1X" fmla="*/ 9765 w 19621"/>
              <a:gd name="GluePoint1Y" fmla="*/ 16688 h 20255"/>
              <a:gd name="GluePoint2X" fmla="*/ 498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674 w 19621"/>
              <a:gd name="GluePoint11Y" fmla="*/ 20256 h 20255"/>
              <a:gd name="GluePoint12X" fmla="*/ 9705 w 19621"/>
              <a:gd name="GluePoint12Y" fmla="*/ 20256 h 20255"/>
            </a:gdLst>
            <a:ahLst/>
            <a:cxnLst/>
            <a:rect l="textAreaLeft" t="textAreaTop" r="textAreaRight" b="textAreaBottom"/>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7" name="任意多边形: 形状 54"/>
          <p:cNvSpPr>
            <a:spLocks noGrp="1"/>
          </p:cNvSpPr>
          <p:nvPr/>
        </p:nvSpPr>
        <p:spPr>
          <a:xfrm>
            <a:off x="1049652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8" name="任意多边形: 形状 55"/>
          <p:cNvSpPr>
            <a:spLocks noGrp="1"/>
          </p:cNvSpPr>
          <p:nvPr/>
        </p:nvSpPr>
        <p:spPr>
          <a:xfrm>
            <a:off x="1053324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295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9" name="任意多边形: 形状 56"/>
          <p:cNvSpPr>
            <a:spLocks noGrp="1"/>
          </p:cNvSpPr>
          <p:nvPr/>
        </p:nvSpPr>
        <p:spPr>
          <a:xfrm>
            <a:off x="1056708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795 w 19621"/>
              <a:gd name="GluePoint3Y" fmla="*/ 3567 h 20255"/>
              <a:gd name="GluePoint4X" fmla="*/ 14512 w 19621"/>
              <a:gd name="GluePoint4Y" fmla="*/ 10098 h 20255"/>
              <a:gd name="GluePoint5X" fmla="*/ 9765 w 19621"/>
              <a:gd name="GluePoint5Y" fmla="*/ 16688 h 20255"/>
              <a:gd name="GluePoint6X" fmla="*/ 973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0" name="任意多边形: 形状 57"/>
          <p:cNvSpPr>
            <a:spLocks noGrp="1"/>
          </p:cNvSpPr>
          <p:nvPr/>
        </p:nvSpPr>
        <p:spPr>
          <a:xfrm>
            <a:off x="1060308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1" name="任意多边形: 形状 58"/>
          <p:cNvSpPr>
            <a:spLocks noGrp="1"/>
          </p:cNvSpPr>
          <p:nvPr/>
        </p:nvSpPr>
        <p:spPr>
          <a:xfrm>
            <a:off x="1062540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2" name="任意多边形: 形状 59"/>
          <p:cNvSpPr>
            <a:spLocks noGrp="1"/>
          </p:cNvSpPr>
          <p:nvPr/>
        </p:nvSpPr>
        <p:spPr>
          <a:xfrm>
            <a:off x="10648440" y="6696360"/>
            <a:ext cx="47520" cy="32040"/>
          </a:xfrm>
          <a:custGeom>
            <a:avLst/>
            <a:gdLst>
              <a:gd name="textAreaLeft" fmla="*/ 0 w 47520"/>
              <a:gd name="textAreaRight" fmla="*/ 47880 w 47520"/>
              <a:gd name="textAreaTop" fmla="*/ 0 h 32040"/>
              <a:gd name="textAreaBottom" fmla="*/ 32400 h 32040"/>
              <a:gd name="GluePoint1X" fmla="*/ 5019 w 28751"/>
              <a:gd name="GluePoint1Y" fmla="*/ 0 h 19409"/>
              <a:gd name="GluePoint2X" fmla="*/ 7044 w 28751"/>
              <a:gd name="GluePoint2Y" fmla="*/ 8798 h 19409"/>
              <a:gd name="GluePoint3X" fmla="*/ 8284 w 28751"/>
              <a:gd name="GluePoint3Y" fmla="*/ 15086 h 19409"/>
              <a:gd name="GluePoint4X" fmla="*/ 8374 w 28751"/>
              <a:gd name="GluePoint4Y" fmla="*/ 15086 h 19409"/>
              <a:gd name="GluePoint5X" fmla="*/ 9947 w 28751"/>
              <a:gd name="GluePoint5Y" fmla="*/ 8858 h 19409"/>
              <a:gd name="GluePoint6X" fmla="*/ 12486 w 28751"/>
              <a:gd name="GluePoint6Y" fmla="*/ 30 h 19409"/>
              <a:gd name="GluePoint7X" fmla="*/ 16447 w 28751"/>
              <a:gd name="GluePoint7Y" fmla="*/ 30 h 19409"/>
              <a:gd name="GluePoint8X" fmla="*/ 18865 w 28751"/>
              <a:gd name="GluePoint8Y" fmla="*/ 8616 h 19409"/>
              <a:gd name="GluePoint9X" fmla="*/ 20407 w 28751"/>
              <a:gd name="GluePoint9Y" fmla="*/ 15086 h 19409"/>
              <a:gd name="GluePoint10X" fmla="*/ 20498 w 28751"/>
              <a:gd name="GluePoint10Y" fmla="*/ 15086 h 19409"/>
              <a:gd name="GluePoint11X" fmla="*/ 21798 w 28751"/>
              <a:gd name="GluePoint11Y" fmla="*/ 8616 h 19409"/>
              <a:gd name="GluePoint12X" fmla="*/ 23944 w 28751"/>
              <a:gd name="GluePoint12Y" fmla="*/ 30 h 19409"/>
              <a:gd name="GluePoint13X" fmla="*/ 28751 w 28751"/>
              <a:gd name="GluePoint13Y" fmla="*/ 30 h 19409"/>
              <a:gd name="GluePoint14X" fmla="*/ 22675 w 28751"/>
              <a:gd name="GluePoint14Y" fmla="*/ 19409 h 19409"/>
              <a:gd name="GluePoint15X" fmla="*/ 18109 w 28751"/>
              <a:gd name="GluePoint15Y" fmla="*/ 19409 h 19409"/>
              <a:gd name="GluePoint16X" fmla="*/ 15781 w 28751"/>
              <a:gd name="GluePoint16Y" fmla="*/ 11519 h 19409"/>
              <a:gd name="GluePoint17X" fmla="*/ 14330 w 28751"/>
              <a:gd name="GluePoint17Y" fmla="*/ 5321 h 19409"/>
              <a:gd name="GluePoint18X" fmla="*/ 14240 w 28751"/>
              <a:gd name="GluePoint18Y" fmla="*/ 5321 h 19409"/>
              <a:gd name="GluePoint19X" fmla="*/ 12758 w 28751"/>
              <a:gd name="GluePoint19Y" fmla="*/ 11519 h 19409"/>
              <a:gd name="GluePoint20X" fmla="*/ 10279 w 28751"/>
              <a:gd name="GluePoint20Y" fmla="*/ 19409 h 19409"/>
              <a:gd name="GluePoint21X" fmla="*/ 5714 w 28751"/>
              <a:gd name="GluePoint21Y" fmla="*/ 19409 h 19409"/>
              <a:gd name="GluePoint22X" fmla="*/ 0 w 28751"/>
              <a:gd name="GluePoint22Y" fmla="*/ 30 h 19409"/>
              <a:gd name="GluePoint23X" fmla="*/ 4988 w 28751"/>
              <a:gd name="GluePoint23Y" fmla="*/ 30 h 19409"/>
            </a:gdLst>
            <a:ahLst/>
            <a:cxnLst/>
            <a:rect l="textAreaLeft" t="textAreaTop" r="textAreaRight" b="textAreaBottom"/>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600" rIns="90000" bIns="-12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3" name="任意多边形: 形状 60"/>
          <p:cNvSpPr>
            <a:spLocks noGrp="1"/>
          </p:cNvSpPr>
          <p:nvPr/>
        </p:nvSpPr>
        <p:spPr>
          <a:xfrm>
            <a:off x="1069884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88 w 16688"/>
              <a:gd name="GluePoint2Y" fmla="*/ 14058 h 20255"/>
              <a:gd name="GluePoint3X" fmla="*/ 7649 w 16688"/>
              <a:gd name="GluePoint3Y" fmla="*/ 16719 h 20255"/>
              <a:gd name="GluePoint4X" fmla="*/ 4867 w 16688"/>
              <a:gd name="GluePoint4Y" fmla="*/ 13937 h 20255"/>
              <a:gd name="GluePoint5X" fmla="*/ 11609 w 16688"/>
              <a:gd name="GluePoint5Y" fmla="*/ 10309 h 20255"/>
              <a:gd name="GluePoint6X" fmla="*/ 1160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4" name="任意多边形: 形状 61"/>
          <p:cNvSpPr>
            <a:spLocks noGrp="1"/>
          </p:cNvSpPr>
          <p:nvPr/>
        </p:nvSpPr>
        <p:spPr>
          <a:xfrm>
            <a:off x="10734480" y="6695640"/>
            <a:ext cx="18000" cy="32760"/>
          </a:xfrm>
          <a:custGeom>
            <a:avLst/>
            <a:gdLst>
              <a:gd name="textAreaLeft" fmla="*/ 0 w 18000"/>
              <a:gd name="textAreaRight" fmla="*/ 18360 w 18000"/>
              <a:gd name="textAreaTop" fmla="*/ 0 h 32760"/>
              <a:gd name="textAreaBottom" fmla="*/ 33120 h 32760"/>
              <a:gd name="GluePoint1X" fmla="*/ 151 w 11004"/>
              <a:gd name="GluePoint1Y" fmla="*/ 6651 h 19832"/>
              <a:gd name="GluePoint2X" fmla="*/ 0 w 11004"/>
              <a:gd name="GluePoint2Y" fmla="*/ 423 h 19832"/>
              <a:gd name="GluePoint3X" fmla="*/ 4233 w 11004"/>
              <a:gd name="GluePoint3Y" fmla="*/ 423 h 19832"/>
              <a:gd name="GluePoint4X" fmla="*/ 4414 w 11004"/>
              <a:gd name="GluePoint4Y" fmla="*/ 4112 h 19832"/>
              <a:gd name="GluePoint5X" fmla="*/ 4535 w 11004"/>
              <a:gd name="GluePoint5Y" fmla="*/ 4112 h 19832"/>
              <a:gd name="GluePoint6X" fmla="*/ 9856 w 11004"/>
              <a:gd name="GluePoint6Y" fmla="*/ 0 h 19832"/>
              <a:gd name="GluePoint7X" fmla="*/ 11005 w 11004"/>
              <a:gd name="GluePoint7Y" fmla="*/ 121 h 19832"/>
              <a:gd name="GluePoint8X" fmla="*/ 11005 w 11004"/>
              <a:gd name="GluePoint8Y" fmla="*/ 4716 h 19832"/>
              <a:gd name="GluePoint9X" fmla="*/ 9584 w 11004"/>
              <a:gd name="GluePoint9Y" fmla="*/ 4595 h 19832"/>
              <a:gd name="GluePoint10X" fmla="*/ 5200 w 11004"/>
              <a:gd name="GluePoint10Y" fmla="*/ 8314 h 19832"/>
              <a:gd name="GluePoint11X" fmla="*/ 5079 w 11004"/>
              <a:gd name="GluePoint11Y" fmla="*/ 9795 h 19832"/>
              <a:gd name="GluePoint12X" fmla="*/ 5079 w 11004"/>
              <a:gd name="GluePoint12Y" fmla="*/ 19833 h 19832"/>
              <a:gd name="GluePoint13X" fmla="*/ 181 w 11004"/>
              <a:gd name="GluePoint13Y" fmla="*/ 19833 h 19832"/>
              <a:gd name="GluePoint14X" fmla="*/ 181 w 11004"/>
              <a:gd name="GluePoint14Y" fmla="*/ 6681 h 19832"/>
            </a:gdLst>
            <a:ahLst/>
            <a:cxnLst/>
            <a:rect l="textAreaLeft" t="textAreaTop" r="textAreaRight" b="textAreaBottom"/>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880" rIns="90000" bIns="-11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5" name="任意多边形: 形状 62"/>
          <p:cNvSpPr>
            <a:spLocks noGrp="1"/>
          </p:cNvSpPr>
          <p:nvPr/>
        </p:nvSpPr>
        <p:spPr>
          <a:xfrm>
            <a:off x="10755720" y="6695640"/>
            <a:ext cx="29160" cy="33120"/>
          </a:xfrm>
          <a:custGeom>
            <a:avLst/>
            <a:gdLst>
              <a:gd name="textAreaLeft" fmla="*/ 0 w 29160"/>
              <a:gd name="textAreaRight" fmla="*/ 29520 w 29160"/>
              <a:gd name="textAreaTop" fmla="*/ 0 h 33120"/>
              <a:gd name="textAreaBottom" fmla="*/ 33480 h 33120"/>
              <a:gd name="GluePoint1X" fmla="*/ 4686 w 17807"/>
              <a:gd name="GluePoint1Y" fmla="*/ 8072 h 20225"/>
              <a:gd name="GluePoint2X" fmla="*/ 9161 w 17807"/>
              <a:gd name="GluePoint2Y" fmla="*/ 3356 h 20225"/>
              <a:gd name="GluePoint3X" fmla="*/ 13212 w 17807"/>
              <a:gd name="GluePoint3Y" fmla="*/ 8072 h 20225"/>
              <a:gd name="GluePoint4X" fmla="*/ 468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6" name="任意多边形: 形状 63"/>
          <p:cNvSpPr>
            <a:spLocks noGrp="1"/>
          </p:cNvSpPr>
          <p:nvPr/>
        </p:nvSpPr>
        <p:spPr>
          <a:xfrm>
            <a:off x="10803600" y="6683400"/>
            <a:ext cx="34200" cy="45720"/>
          </a:xfrm>
          <a:custGeom>
            <a:avLst/>
            <a:gdLst>
              <a:gd name="textAreaLeft" fmla="*/ 0 w 34200"/>
              <a:gd name="textAreaRight" fmla="*/ 34560 w 34200"/>
              <a:gd name="textAreaTop" fmla="*/ 0 h 45720"/>
              <a:gd name="textAreaBottom" fmla="*/ 46080 h 45720"/>
              <a:gd name="GluePoint1X" fmla="*/ 20649 w 20860"/>
              <a:gd name="GluePoint1Y" fmla="*/ 26454 h 27662"/>
              <a:gd name="GluePoint2X" fmla="*/ 13695 w 20860"/>
              <a:gd name="GluePoint2Y" fmla="*/ 27663 h 27662"/>
              <a:gd name="GluePoint3X" fmla="*/ 0 w 20860"/>
              <a:gd name="GluePoint3Y" fmla="*/ 14149 h 27662"/>
              <a:gd name="GluePoint4X" fmla="*/ 14361 w 20860"/>
              <a:gd name="GluePoint4Y" fmla="*/ 0 h 27662"/>
              <a:gd name="GluePoint5X" fmla="*/ 20861 w 20860"/>
              <a:gd name="GluePoint5Y" fmla="*/ 1179 h 27662"/>
              <a:gd name="GluePoint6X" fmla="*/ 19802 w 20860"/>
              <a:gd name="GluePoint6Y" fmla="*/ 5079 h 27662"/>
              <a:gd name="GluePoint7X" fmla="*/ 14572 w 20860"/>
              <a:gd name="GluePoint7Y" fmla="*/ 4021 h 27662"/>
              <a:gd name="GluePoint8X" fmla="*/ 5170 w 20860"/>
              <a:gd name="GluePoint8Y" fmla="*/ 13877 h 27662"/>
              <a:gd name="GluePoint9X" fmla="*/ 14512 w 20860"/>
              <a:gd name="GluePoint9Y" fmla="*/ 23521 h 27662"/>
              <a:gd name="GluePoint10X" fmla="*/ 19863 w 20860"/>
              <a:gd name="GluePoint10Y" fmla="*/ 22554 h 27662"/>
              <a:gd name="GluePoint11X" fmla="*/ 20679 w 20860"/>
              <a:gd name="GluePoint11Y" fmla="*/ 26423 h 27662"/>
            </a:gdLst>
            <a:ahLst/>
            <a:cxnLst/>
            <a:rect l="textAreaLeft" t="textAreaTop" r="textAreaRight" b="textAreaBottom"/>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7" name="任意多边形: 形状 64"/>
          <p:cNvSpPr>
            <a:spLocks noGrp="1"/>
          </p:cNvSpPr>
          <p:nvPr/>
        </p:nvSpPr>
        <p:spPr>
          <a:xfrm>
            <a:off x="10844640" y="6681600"/>
            <a:ext cx="28800" cy="46800"/>
          </a:xfrm>
          <a:custGeom>
            <a:avLst/>
            <a:gdLst>
              <a:gd name="textAreaLeft" fmla="*/ 0 w 28800"/>
              <a:gd name="textAreaRight" fmla="*/ 29160 w 28800"/>
              <a:gd name="textAreaTop" fmla="*/ 0 h 46800"/>
              <a:gd name="textAreaBottom" fmla="*/ 47160 h 46800"/>
              <a:gd name="GluePoint1X" fmla="*/ 0 w 17535"/>
              <a:gd name="GluePoint1Y" fmla="*/ 30 h 28297"/>
              <a:gd name="GluePoint2X" fmla="*/ 4898 w 17535"/>
              <a:gd name="GluePoint2Y" fmla="*/ 30 h 28297"/>
              <a:gd name="GluePoint3X" fmla="*/ 4898 w 17535"/>
              <a:gd name="GluePoint3Y" fmla="*/ 11549 h 28297"/>
              <a:gd name="GluePoint4X" fmla="*/ 4988 w 17535"/>
              <a:gd name="GluePoint4Y" fmla="*/ 11549 h 28297"/>
              <a:gd name="GluePoint5X" fmla="*/ 7407 w 17535"/>
              <a:gd name="GluePoint5Y" fmla="*/ 9342 h 28297"/>
              <a:gd name="GluePoint6X" fmla="*/ 10763 w 17535"/>
              <a:gd name="GluePoint6Y" fmla="*/ 8465 h 28297"/>
              <a:gd name="GluePoint7X" fmla="*/ 17535 w 17535"/>
              <a:gd name="GluePoint7Y" fmla="*/ 16870 h 28297"/>
              <a:gd name="GluePoint8X" fmla="*/ 17535 w 17535"/>
              <a:gd name="GluePoint8Y" fmla="*/ 28298 h 28297"/>
              <a:gd name="GluePoint9X" fmla="*/ 12637 w 17535"/>
              <a:gd name="GluePoint9Y" fmla="*/ 28298 h 28297"/>
              <a:gd name="GluePoint10X" fmla="*/ 12637 w 17535"/>
              <a:gd name="GluePoint10Y" fmla="*/ 17414 h 28297"/>
              <a:gd name="GluePoint11X" fmla="*/ 8919 w 17535"/>
              <a:gd name="GluePoint11Y" fmla="*/ 12456 h 28297"/>
              <a:gd name="GluePoint12X" fmla="*/ 5140 w 17535"/>
              <a:gd name="GluePoint12Y" fmla="*/ 15207 h 28297"/>
              <a:gd name="GluePoint13X" fmla="*/ 4928 w 17535"/>
              <a:gd name="GluePoint13Y" fmla="*/ 16688 h 28297"/>
              <a:gd name="GluePoint14X" fmla="*/ 4928 w 17535"/>
              <a:gd name="GluePoint14Y" fmla="*/ 28268 h 28297"/>
              <a:gd name="GluePoint15X" fmla="*/ 30 w 17535"/>
              <a:gd name="GluePoint15Y" fmla="*/ 28268 h 28297"/>
              <a:gd name="GluePoint16X" fmla="*/ 30 w 17535"/>
              <a:gd name="GluePoint16Y" fmla="*/ 0 h 28297"/>
            </a:gdLst>
            <a:ahLst/>
            <a:cxnLst/>
            <a:rect l="textAreaLeft" t="textAreaTop" r="textAreaRight" b="textAreaBottom"/>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160" rIns="90000" bIns="2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8" name="任意多边形: 形状 65"/>
          <p:cNvSpPr>
            <a:spLocks noGrp="1"/>
          </p:cNvSpPr>
          <p:nvPr/>
        </p:nvSpPr>
        <p:spPr>
          <a:xfrm>
            <a:off x="1088172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9" name="任意多边形: 形状 66"/>
          <p:cNvSpPr>
            <a:spLocks noGrp="1"/>
          </p:cNvSpPr>
          <p:nvPr/>
        </p:nvSpPr>
        <p:spPr>
          <a:xfrm>
            <a:off x="108990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109 w 17716"/>
              <a:gd name="GluePoint13Y" fmla="*/ 8405 h 19802"/>
              <a:gd name="GluePoint14X" fmla="*/ 5109 w 17716"/>
              <a:gd name="GluePoint14Y" fmla="*/ 19802 h 19802"/>
              <a:gd name="GluePoint15X" fmla="*/ 212 w 17716"/>
              <a:gd name="GluePoint15Y" fmla="*/ 19802 h 19802"/>
              <a:gd name="GluePoint16X" fmla="*/ 212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0" name="任意多边形: 形状 67"/>
          <p:cNvSpPr>
            <a:spLocks noGrp="1"/>
          </p:cNvSpPr>
          <p:nvPr/>
        </p:nvSpPr>
        <p:spPr>
          <a:xfrm>
            <a:off x="109350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61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1" name="任意多边形: 形状 68"/>
          <p:cNvSpPr>
            <a:spLocks noGrp="1"/>
          </p:cNvSpPr>
          <p:nvPr/>
        </p:nvSpPr>
        <p:spPr>
          <a:xfrm>
            <a:off x="10969200" y="6695640"/>
            <a:ext cx="22680" cy="33120"/>
          </a:xfrm>
          <a:custGeom>
            <a:avLst/>
            <a:gdLst>
              <a:gd name="textAreaLeft" fmla="*/ 0 w 22680"/>
              <a:gd name="textAreaRight" fmla="*/ 23040 w 22680"/>
              <a:gd name="textAreaTop" fmla="*/ 0 h 33120"/>
              <a:gd name="textAreaBottom" fmla="*/ 33480 h 33120"/>
              <a:gd name="GluePoint1X" fmla="*/ 998 w 13755"/>
              <a:gd name="GluePoint1Y" fmla="*/ 15298 h 20225"/>
              <a:gd name="GluePoint2X" fmla="*/ 5926 w 13755"/>
              <a:gd name="GluePoint2Y" fmla="*/ 16719 h 20225"/>
              <a:gd name="GluePoint3X" fmla="*/ 9040 w 13755"/>
              <a:gd name="GluePoint3Y" fmla="*/ 14542 h 20225"/>
              <a:gd name="GluePoint4X" fmla="*/ 5865 w 13755"/>
              <a:gd name="GluePoint4Y" fmla="*/ 11700 h 20225"/>
              <a:gd name="GluePoint5X" fmla="*/ 514 w 13755"/>
              <a:gd name="GluePoint5Y" fmla="*/ 6047 h 20225"/>
              <a:gd name="GluePoint6X" fmla="*/ 7860 w 13755"/>
              <a:gd name="GluePoint6Y" fmla="*/ 0 h 20225"/>
              <a:gd name="GluePoint7X" fmla="*/ 13000 w 13755"/>
              <a:gd name="GluePoint7Y" fmla="*/ 1149 h 20225"/>
              <a:gd name="GluePoint8X" fmla="*/ 12033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2" name="任意多边形: 形状 69"/>
          <p:cNvSpPr>
            <a:spLocks noGrp="1"/>
          </p:cNvSpPr>
          <p:nvPr/>
        </p:nvSpPr>
        <p:spPr>
          <a:xfrm>
            <a:off x="1099692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3" name="任意多边形: 形状 70"/>
          <p:cNvSpPr>
            <a:spLocks noGrp="1"/>
          </p:cNvSpPr>
          <p:nvPr/>
        </p:nvSpPr>
        <p:spPr>
          <a:xfrm>
            <a:off x="11043720" y="6684120"/>
            <a:ext cx="38880" cy="44280"/>
          </a:xfrm>
          <a:custGeom>
            <a:avLst/>
            <a:gdLst>
              <a:gd name="textAreaLeft" fmla="*/ 0 w 38880"/>
              <a:gd name="textAreaRight" fmla="*/ 39240 w 38880"/>
              <a:gd name="textAreaTop" fmla="*/ 0 h 44280"/>
              <a:gd name="textAreaBottom" fmla="*/ 44640 h 44280"/>
              <a:gd name="GluePoint1X" fmla="*/ 8163 w 23551"/>
              <a:gd name="GluePoint1Y" fmla="*/ 15509 h 26816"/>
              <a:gd name="GluePoint2X" fmla="*/ 10249 w 23551"/>
              <a:gd name="GluePoint2Y" fmla="*/ 8888 h 26816"/>
              <a:gd name="GluePoint3X" fmla="*/ 11519 w 23551"/>
              <a:gd name="GluePoint3Y" fmla="*/ 3870 h 26816"/>
              <a:gd name="GluePoint4X" fmla="*/ 11609 w 23551"/>
              <a:gd name="GluePoint4Y" fmla="*/ 3870 h 26816"/>
              <a:gd name="GluePoint5X" fmla="*/ 12970 w 23551"/>
              <a:gd name="GluePoint5Y" fmla="*/ 8919 h 26816"/>
              <a:gd name="GluePoint6X" fmla="*/ 15086 w 23551"/>
              <a:gd name="GluePoint6Y" fmla="*/ 15509 h 26816"/>
              <a:gd name="GluePoint7X" fmla="*/ 8163 w 23551"/>
              <a:gd name="GluePoint7Y" fmla="*/ 15509 h 26816"/>
              <a:gd name="GluePoint8X" fmla="*/ 15872 w 23551"/>
              <a:gd name="GluePoint8Y" fmla="*/ 19228 h 26816"/>
              <a:gd name="GluePoint9X" fmla="*/ 18291 w 23551"/>
              <a:gd name="GluePoint9Y" fmla="*/ 26816 h 26816"/>
              <a:gd name="GluePoint10X" fmla="*/ 23551 w 23551"/>
              <a:gd name="GluePoint10Y" fmla="*/ 26816 h 26816"/>
              <a:gd name="GluePoint11X" fmla="*/ 14844 w 23551"/>
              <a:gd name="GluePoint11Y" fmla="*/ 0 h 26816"/>
              <a:gd name="GluePoint12X" fmla="*/ 8616 w 23551"/>
              <a:gd name="GluePoint12Y" fmla="*/ 0 h 26816"/>
              <a:gd name="GluePoint13X" fmla="*/ 0 w 23551"/>
              <a:gd name="GluePoint13Y" fmla="*/ 26816 h 26816"/>
              <a:gd name="GluePoint14X" fmla="*/ 5079 w 23551"/>
              <a:gd name="GluePoint14Y" fmla="*/ 26816 h 26816"/>
              <a:gd name="GluePoint15X" fmla="*/ 7377 w 23551"/>
              <a:gd name="GluePoint15Y" fmla="*/ 19228 h 26816"/>
              <a:gd name="GluePoint16X" fmla="*/ 15902 w 23551"/>
              <a:gd name="GluePoint16Y" fmla="*/ 19228 h 26816"/>
            </a:gdLst>
            <a:ahLst/>
            <a:cxnLst/>
            <a:rect l="textAreaLeft" t="textAreaTop" r="textAreaRight" b="textAreaBottom"/>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4" name="任意多边形: 形状 71"/>
          <p:cNvSpPr>
            <a:spLocks noGrp="1"/>
          </p:cNvSpPr>
          <p:nvPr/>
        </p:nvSpPr>
        <p:spPr>
          <a:xfrm>
            <a:off x="1108584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884 w 15479"/>
              <a:gd name="GluePoint7Y" fmla="*/ 3809 h 20225"/>
              <a:gd name="GluePoint8X" fmla="*/ 4958 w 15479"/>
              <a:gd name="GluePoint8Y" fmla="*/ 10098 h 20225"/>
              <a:gd name="GluePoint9X" fmla="*/ 1091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5" name="任意多边形: 形状 72"/>
          <p:cNvSpPr>
            <a:spLocks noGrp="1"/>
          </p:cNvSpPr>
          <p:nvPr/>
        </p:nvSpPr>
        <p:spPr>
          <a:xfrm>
            <a:off x="1111536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58 w 16688"/>
              <a:gd name="GluePoint2Y" fmla="*/ 14058 h 20255"/>
              <a:gd name="GluePoint3X" fmla="*/ 7619 w 16688"/>
              <a:gd name="GluePoint3Y" fmla="*/ 16719 h 20255"/>
              <a:gd name="GluePoint4X" fmla="*/ 4807 w 16688"/>
              <a:gd name="GluePoint4Y" fmla="*/ 13937 h 20255"/>
              <a:gd name="GluePoint5X" fmla="*/ 11579 w 16688"/>
              <a:gd name="GluePoint5Y" fmla="*/ 10309 h 20255"/>
              <a:gd name="GluePoint6X" fmla="*/ 1157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6" name="任意多边形: 形状 73"/>
          <p:cNvSpPr>
            <a:spLocks noGrp="1"/>
          </p:cNvSpPr>
          <p:nvPr/>
        </p:nvSpPr>
        <p:spPr>
          <a:xfrm>
            <a:off x="11149200" y="6681600"/>
            <a:ext cx="31680" cy="47520"/>
          </a:xfrm>
          <a:custGeom>
            <a:avLst/>
            <a:gdLst>
              <a:gd name="textAreaLeft" fmla="*/ 0 w 31680"/>
              <a:gd name="textAreaRight" fmla="*/ 32040 w 31680"/>
              <a:gd name="textAreaTop" fmla="*/ 0 h 47520"/>
              <a:gd name="textAreaBottom" fmla="*/ 47880 h 47520"/>
              <a:gd name="GluePoint1X" fmla="*/ 14179 w 19228"/>
              <a:gd name="GluePoint1Y" fmla="*/ 19863 h 28690"/>
              <a:gd name="GluePoint2X" fmla="*/ 14028 w 19228"/>
              <a:gd name="GluePoint2Y" fmla="*/ 21284 h 28690"/>
              <a:gd name="GluePoint3X" fmla="*/ 9796 w 19228"/>
              <a:gd name="GluePoint3Y" fmla="*/ 24761 h 28690"/>
              <a:gd name="GluePoint4X" fmla="*/ 4958 w 19228"/>
              <a:gd name="GluePoint4Y" fmla="*/ 18593 h 28690"/>
              <a:gd name="GluePoint5X" fmla="*/ 9856 w 19228"/>
              <a:gd name="GluePoint5Y" fmla="*/ 12214 h 28690"/>
              <a:gd name="GluePoint6X" fmla="*/ 14058 w 19228"/>
              <a:gd name="GluePoint6Y" fmla="*/ 15661 h 28690"/>
              <a:gd name="GluePoint7X" fmla="*/ 14179 w 19228"/>
              <a:gd name="GluePoint7Y" fmla="*/ 16930 h 28690"/>
              <a:gd name="GluePoint8X" fmla="*/ 14179 w 19228"/>
              <a:gd name="GluePoint8Y" fmla="*/ 19833 h 28690"/>
              <a:gd name="GluePoint9X" fmla="*/ 14179 w 19228"/>
              <a:gd name="GluePoint9Y" fmla="*/ 0 h 28690"/>
              <a:gd name="GluePoint10X" fmla="*/ 14179 w 19228"/>
              <a:gd name="GluePoint10Y" fmla="*/ 10974 h 28690"/>
              <a:gd name="GluePoint11X" fmla="*/ 14089 w 19228"/>
              <a:gd name="GluePoint11Y" fmla="*/ 10974 h 28690"/>
              <a:gd name="GluePoint12X" fmla="*/ 8677 w 19228"/>
              <a:gd name="GluePoint12Y" fmla="*/ 8465 h 28690"/>
              <a:gd name="GluePoint13X" fmla="*/ 0 w 19228"/>
              <a:gd name="GluePoint13Y" fmla="*/ 18805 h 28690"/>
              <a:gd name="GluePoint14X" fmla="*/ 8284 w 19228"/>
              <a:gd name="GluePoint14Y" fmla="*/ 28691 h 28690"/>
              <a:gd name="GluePoint15X" fmla="*/ 14572 w 19228"/>
              <a:gd name="GluePoint15Y" fmla="*/ 25184 h 28690"/>
              <a:gd name="GluePoint16X" fmla="*/ 14663 w 19228"/>
              <a:gd name="GluePoint16Y" fmla="*/ 25184 h 28690"/>
              <a:gd name="GluePoint17X" fmla="*/ 14875 w 19228"/>
              <a:gd name="GluePoint17Y" fmla="*/ 28268 h 28690"/>
              <a:gd name="GluePoint18X" fmla="*/ 19228 w 19228"/>
              <a:gd name="GluePoint18Y" fmla="*/ 28268 h 28690"/>
              <a:gd name="GluePoint19X" fmla="*/ 19077 w 19228"/>
              <a:gd name="GluePoint19Y" fmla="*/ 22826 h 28690"/>
              <a:gd name="GluePoint20X" fmla="*/ 19077 w 19228"/>
              <a:gd name="GluePoint20Y" fmla="*/ 0 h 28690"/>
              <a:gd name="GluePoint21X" fmla="*/ 14179 w 19228"/>
              <a:gd name="GluePoint21Y" fmla="*/ 0 h 28690"/>
            </a:gdLst>
            <a:ahLst/>
            <a:cxnLst/>
            <a:rect l="textAreaLeft" t="textAreaTop" r="textAreaRight" b="textAreaBottom"/>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7" name="任意多边形: 形状 74"/>
          <p:cNvSpPr>
            <a:spLocks noGrp="1"/>
          </p:cNvSpPr>
          <p:nvPr/>
        </p:nvSpPr>
        <p:spPr>
          <a:xfrm>
            <a:off x="11187720" y="6695640"/>
            <a:ext cx="29160" cy="33120"/>
          </a:xfrm>
          <a:custGeom>
            <a:avLst/>
            <a:gdLst>
              <a:gd name="textAreaLeft" fmla="*/ 0 w 29160"/>
              <a:gd name="textAreaRight" fmla="*/ 29520 w 29160"/>
              <a:gd name="textAreaTop" fmla="*/ 0 h 33120"/>
              <a:gd name="textAreaBottom" fmla="*/ 33480 h 33120"/>
              <a:gd name="GluePoint1X" fmla="*/ 4686 w 17837"/>
              <a:gd name="GluePoint1Y" fmla="*/ 8072 h 20225"/>
              <a:gd name="GluePoint2X" fmla="*/ 9161 w 17837"/>
              <a:gd name="GluePoint2Y" fmla="*/ 3356 h 20225"/>
              <a:gd name="GluePoint3X" fmla="*/ 13212 w 17837"/>
              <a:gd name="GluePoint3Y" fmla="*/ 8072 h 20225"/>
              <a:gd name="GluePoint4X" fmla="*/ 4686 w 17837"/>
              <a:gd name="GluePoint4Y" fmla="*/ 8072 h 20225"/>
              <a:gd name="GluePoint5X" fmla="*/ 17656 w 17837"/>
              <a:gd name="GluePoint5Y" fmla="*/ 11488 h 20225"/>
              <a:gd name="GluePoint6X" fmla="*/ 17837 w 17837"/>
              <a:gd name="GluePoint6Y" fmla="*/ 9433 h 20225"/>
              <a:gd name="GluePoint7X" fmla="*/ 9493 w 17837"/>
              <a:gd name="GluePoint7Y" fmla="*/ 0 h 20225"/>
              <a:gd name="GluePoint8X" fmla="*/ 0 w 17837"/>
              <a:gd name="GluePoint8Y" fmla="*/ 10400 h 20225"/>
              <a:gd name="GluePoint9X" fmla="*/ 9977 w 17837"/>
              <a:gd name="GluePoint9Y" fmla="*/ 20226 h 20225"/>
              <a:gd name="GluePoint10X" fmla="*/ 16749 w 17837"/>
              <a:gd name="GluePoint10Y" fmla="*/ 18986 h 20225"/>
              <a:gd name="GluePoint11X" fmla="*/ 16023 w 17837"/>
              <a:gd name="GluePoint11Y" fmla="*/ 15600 h 20225"/>
              <a:gd name="GluePoint12X" fmla="*/ 10672 w 17837"/>
              <a:gd name="GluePoint12Y" fmla="*/ 16507 h 20225"/>
              <a:gd name="GluePoint13X" fmla="*/ 4686 w 17837"/>
              <a:gd name="GluePoint13Y" fmla="*/ 11458 h 20225"/>
              <a:gd name="GluePoint14X" fmla="*/ 17656 w 17837"/>
              <a:gd name="GluePoint14Y" fmla="*/ 11458 h 20225"/>
            </a:gdLst>
            <a:ahLst/>
            <a:cxnLst/>
            <a:rect l="textAreaLeft" t="textAreaTop" r="textAreaRight" b="textAreaBottom"/>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8" name="任意多边形: 形状 75"/>
          <p:cNvSpPr>
            <a:spLocks noGrp="1"/>
          </p:cNvSpPr>
          <p:nvPr/>
        </p:nvSpPr>
        <p:spPr>
          <a:xfrm>
            <a:off x="11223720" y="6695640"/>
            <a:ext cx="47520" cy="32400"/>
          </a:xfrm>
          <a:custGeom>
            <a:avLst/>
            <a:gdLst>
              <a:gd name="textAreaLeft" fmla="*/ 0 w 47520"/>
              <a:gd name="textAreaRight" fmla="*/ 47880 w 47520"/>
              <a:gd name="textAreaTop" fmla="*/ 0 h 32400"/>
              <a:gd name="textAreaBottom" fmla="*/ 32760 h 32400"/>
              <a:gd name="GluePoint1X" fmla="*/ 151 w 28721"/>
              <a:gd name="GluePoint1Y" fmla="*/ 6258 h 19802"/>
              <a:gd name="GluePoint2X" fmla="*/ 0 w 28721"/>
              <a:gd name="GluePoint2Y" fmla="*/ 484 h 19802"/>
              <a:gd name="GluePoint3X" fmla="*/ 4172 w 28721"/>
              <a:gd name="GluePoint3Y" fmla="*/ 484 h 19802"/>
              <a:gd name="GluePoint4X" fmla="*/ 4384 w 28721"/>
              <a:gd name="GluePoint4Y" fmla="*/ 3326 h 19802"/>
              <a:gd name="GluePoint5X" fmla="*/ 4505 w 28721"/>
              <a:gd name="GluePoint5Y" fmla="*/ 3326 h 19802"/>
              <a:gd name="GluePoint6X" fmla="*/ 10461 w 28721"/>
              <a:gd name="GluePoint6Y" fmla="*/ 30 h 19802"/>
              <a:gd name="GluePoint7X" fmla="*/ 15842 w 28721"/>
              <a:gd name="GluePoint7Y" fmla="*/ 3598 h 19802"/>
              <a:gd name="GluePoint8X" fmla="*/ 15933 w 28721"/>
              <a:gd name="GluePoint8Y" fmla="*/ 3598 h 19802"/>
              <a:gd name="GluePoint9X" fmla="*/ 18321 w 28721"/>
              <a:gd name="GluePoint9Y" fmla="*/ 1149 h 19802"/>
              <a:gd name="GluePoint10X" fmla="*/ 22251 w 28721"/>
              <a:gd name="GluePoint10Y" fmla="*/ 0 h 19802"/>
              <a:gd name="GluePoint11X" fmla="*/ 28721 w 28721"/>
              <a:gd name="GluePoint11Y" fmla="*/ 8405 h 19802"/>
              <a:gd name="GluePoint12X" fmla="*/ 28721 w 28721"/>
              <a:gd name="GluePoint12Y" fmla="*/ 19802 h 19802"/>
              <a:gd name="GluePoint13X" fmla="*/ 23944 w 28721"/>
              <a:gd name="GluePoint13Y" fmla="*/ 19802 h 19802"/>
              <a:gd name="GluePoint14X" fmla="*/ 23944 w 28721"/>
              <a:gd name="GluePoint14Y" fmla="*/ 9070 h 19802"/>
              <a:gd name="GluePoint15X" fmla="*/ 20498 w 28721"/>
              <a:gd name="GluePoint15Y" fmla="*/ 3960 h 19802"/>
              <a:gd name="GluePoint16X" fmla="*/ 17112 w 28721"/>
              <a:gd name="GluePoint16Y" fmla="*/ 6530 h 19802"/>
              <a:gd name="GluePoint17X" fmla="*/ 16870 w 28721"/>
              <a:gd name="GluePoint17Y" fmla="*/ 8163 h 19802"/>
              <a:gd name="GluePoint18X" fmla="*/ 16870 w 28721"/>
              <a:gd name="GluePoint18Y" fmla="*/ 19802 h 19802"/>
              <a:gd name="GluePoint19X" fmla="*/ 12093 w 28721"/>
              <a:gd name="GluePoint19Y" fmla="*/ 19802 h 19802"/>
              <a:gd name="GluePoint20X" fmla="*/ 12093 w 28721"/>
              <a:gd name="GluePoint20Y" fmla="*/ 8586 h 19802"/>
              <a:gd name="GluePoint21X" fmla="*/ 8767 w 28721"/>
              <a:gd name="GluePoint21Y" fmla="*/ 3960 h 19802"/>
              <a:gd name="GluePoint22X" fmla="*/ 5230 w 28721"/>
              <a:gd name="GluePoint22Y" fmla="*/ 6742 h 19802"/>
              <a:gd name="GluePoint23X" fmla="*/ 4988 w 28721"/>
              <a:gd name="GluePoint23Y" fmla="*/ 8344 h 19802"/>
              <a:gd name="GluePoint24X" fmla="*/ 4988 w 28721"/>
              <a:gd name="GluePoint24Y" fmla="*/ 19802 h 19802"/>
              <a:gd name="GluePoint25X" fmla="*/ 212 w 28721"/>
              <a:gd name="GluePoint25Y" fmla="*/ 19802 h 19802"/>
              <a:gd name="GluePoint26X" fmla="*/ 212 w 28721"/>
              <a:gd name="GluePoint26Y" fmla="*/ 6198 h 19802"/>
            </a:gdLst>
            <a:ahLst/>
            <a:cxnLst/>
            <a:rect l="textAreaLeft" t="textAreaTop" r="textAreaRight" b="textAreaBottom"/>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9" name="任意多边形: 形状 76"/>
          <p:cNvSpPr>
            <a:spLocks noGrp="1"/>
          </p:cNvSpPr>
          <p:nvPr/>
        </p:nvSpPr>
        <p:spPr>
          <a:xfrm>
            <a:off x="11275200" y="6696360"/>
            <a:ext cx="32040" cy="46440"/>
          </a:xfrm>
          <a:custGeom>
            <a:avLst/>
            <a:gdLst>
              <a:gd name="textAreaLeft" fmla="*/ 0 w 32040"/>
              <a:gd name="textAreaRight" fmla="*/ 32400 w 32040"/>
              <a:gd name="textAreaTop" fmla="*/ 0 h 46440"/>
              <a:gd name="textAreaBottom" fmla="*/ 46800 h 46440"/>
              <a:gd name="GluePoint1X" fmla="*/ 5381 w 19379"/>
              <a:gd name="GluePoint1Y" fmla="*/ 30 h 28146"/>
              <a:gd name="GluePoint2X" fmla="*/ 8858 w 19379"/>
              <a:gd name="GluePoint2Y" fmla="*/ 10400 h 28146"/>
              <a:gd name="GluePoint3X" fmla="*/ 9947 w 19379"/>
              <a:gd name="GluePoint3Y" fmla="*/ 14149 h 28146"/>
              <a:gd name="GluePoint4X" fmla="*/ 10068 w 19379"/>
              <a:gd name="GluePoint4Y" fmla="*/ 14149 h 28146"/>
              <a:gd name="GluePoint5X" fmla="*/ 11095 w 19379"/>
              <a:gd name="GluePoint5Y" fmla="*/ 10340 h 28146"/>
              <a:gd name="GluePoint6X" fmla="*/ 14149 w 19379"/>
              <a:gd name="GluePoint6Y" fmla="*/ 0 h 28146"/>
              <a:gd name="GluePoint7X" fmla="*/ 19379 w 19379"/>
              <a:gd name="GluePoint7Y" fmla="*/ 0 h 28146"/>
              <a:gd name="GluePoint8X" fmla="*/ 14542 w 19379"/>
              <a:gd name="GluePoint8Y" fmla="*/ 13212 h 28146"/>
              <a:gd name="GluePoint9X" fmla="*/ 7800 w 19379"/>
              <a:gd name="GluePoint9Y" fmla="*/ 25668 h 28146"/>
              <a:gd name="GluePoint10X" fmla="*/ 2660 w 19379"/>
              <a:gd name="GluePoint10Y" fmla="*/ 28147 h 28146"/>
              <a:gd name="GluePoint11X" fmla="*/ 1542 w 19379"/>
              <a:gd name="GluePoint11Y" fmla="*/ 24035 h 28146"/>
              <a:gd name="GluePoint12X" fmla="*/ 4384 w 19379"/>
              <a:gd name="GluePoint12Y" fmla="*/ 22705 h 28146"/>
              <a:gd name="GluePoint13X" fmla="*/ 7074 w 19379"/>
              <a:gd name="GluePoint13Y" fmla="*/ 19621 h 28146"/>
              <a:gd name="GluePoint14X" fmla="*/ 7377 w 19379"/>
              <a:gd name="GluePoint14Y" fmla="*/ 18775 h 28146"/>
              <a:gd name="GluePoint15X" fmla="*/ 7105 w 19379"/>
              <a:gd name="GluePoint15Y" fmla="*/ 17807 h 28146"/>
              <a:gd name="GluePoint16X" fmla="*/ 0 w 19379"/>
              <a:gd name="GluePoint16Y" fmla="*/ 30 h 28146"/>
              <a:gd name="GluePoint17X" fmla="*/ 5412 w 19379"/>
              <a:gd name="GluePoint17Y" fmla="*/ 30 h 28146"/>
            </a:gdLst>
            <a:ahLst/>
            <a:cxnLst/>
            <a:rect l="textAreaLeft" t="textAreaTop" r="textAreaRight" b="textAreaBottom"/>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0" name="任意多边形: 形状 77"/>
          <p:cNvSpPr>
            <a:spLocks noGrp="1"/>
          </p:cNvSpPr>
          <p:nvPr/>
        </p:nvSpPr>
        <p:spPr>
          <a:xfrm>
            <a:off x="1132380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1" name="任意多边形: 形状 78"/>
          <p:cNvSpPr>
            <a:spLocks noGrp="1"/>
          </p:cNvSpPr>
          <p:nvPr/>
        </p:nvSpPr>
        <p:spPr>
          <a:xfrm>
            <a:off x="1135944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2" name="任意多边形: 形状 79"/>
          <p:cNvSpPr>
            <a:spLocks noGrp="1"/>
          </p:cNvSpPr>
          <p:nvPr/>
        </p:nvSpPr>
        <p:spPr>
          <a:xfrm>
            <a:off x="1139616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326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3" name="任意多边形: 形状 80"/>
          <p:cNvSpPr>
            <a:spLocks noGrp="1"/>
          </p:cNvSpPr>
          <p:nvPr/>
        </p:nvSpPr>
        <p:spPr>
          <a:xfrm>
            <a:off x="1143000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914 w 15479"/>
              <a:gd name="GluePoint7Y" fmla="*/ 3809 h 20225"/>
              <a:gd name="GluePoint8X" fmla="*/ 4988 w 15479"/>
              <a:gd name="GluePoint8Y" fmla="*/ 10098 h 20225"/>
              <a:gd name="GluePoint9X" fmla="*/ 1094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4" name="任意多边形: 形状 81"/>
          <p:cNvSpPr>
            <a:spLocks noGrp="1"/>
          </p:cNvSpPr>
          <p:nvPr/>
        </p:nvSpPr>
        <p:spPr>
          <a:xfrm>
            <a:off x="11461320" y="6682320"/>
            <a:ext cx="9360" cy="46080"/>
          </a:xfrm>
          <a:custGeom>
            <a:avLst/>
            <a:gdLst>
              <a:gd name="textAreaLeft" fmla="*/ 0 w 9360"/>
              <a:gd name="textAreaRight" fmla="*/ 9720 w 9360"/>
              <a:gd name="textAreaTop" fmla="*/ 0 h 46080"/>
              <a:gd name="textAreaBottom" fmla="*/ 46440 h 46080"/>
              <a:gd name="GluePoint1X" fmla="*/ 454 w 5774"/>
              <a:gd name="GluePoint1Y" fmla="*/ 27935 h 27935"/>
              <a:gd name="GluePoint2X" fmla="*/ 454 w 5774"/>
              <a:gd name="GluePoint2Y" fmla="*/ 8556 h 27935"/>
              <a:gd name="GluePoint3X" fmla="*/ 5351 w 5774"/>
              <a:gd name="GluePoint3Y" fmla="*/ 8556 h 27935"/>
              <a:gd name="GluePoint4X" fmla="*/ 5351 w 5774"/>
              <a:gd name="GluePoint4Y" fmla="*/ 27935 h 27935"/>
              <a:gd name="GluePoint5X" fmla="*/ 454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12 w 5774"/>
              <a:gd name="GluePoint11Y" fmla="*/ 5593 h 27935"/>
            </a:gdLst>
            <a:ahLst/>
            <a:cxnLst/>
            <a:rect l="textAreaLeft" t="textAreaTop" r="textAreaRight" b="textAreaBottom"/>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5" name="任意多边形: 形状 82"/>
          <p:cNvSpPr>
            <a:spLocks noGrp="1"/>
          </p:cNvSpPr>
          <p:nvPr/>
        </p:nvSpPr>
        <p:spPr>
          <a:xfrm>
            <a:off x="114768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6" name="任意多边形: 形状 83"/>
          <p:cNvSpPr>
            <a:spLocks noGrp="1"/>
          </p:cNvSpPr>
          <p:nvPr/>
        </p:nvSpPr>
        <p:spPr>
          <a:xfrm>
            <a:off x="115128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7" name="任意多边形: 形状 84"/>
          <p:cNvSpPr>
            <a:spLocks noGrp="1"/>
          </p:cNvSpPr>
          <p:nvPr/>
        </p:nvSpPr>
        <p:spPr>
          <a:xfrm>
            <a:off x="11548800" y="6695640"/>
            <a:ext cx="25560" cy="33120"/>
          </a:xfrm>
          <a:custGeom>
            <a:avLst/>
            <a:gdLst>
              <a:gd name="textAreaLeft" fmla="*/ 0 w 25560"/>
              <a:gd name="textAreaRight" fmla="*/ 25920 w 25560"/>
              <a:gd name="textAreaTop" fmla="*/ 0 h 33120"/>
              <a:gd name="textAreaBottom" fmla="*/ 33480 h 33120"/>
              <a:gd name="GluePoint1X" fmla="*/ 15449 w 15509"/>
              <a:gd name="GluePoint1Y" fmla="*/ 19228 h 20225"/>
              <a:gd name="GluePoint2X" fmla="*/ 9977 w 15509"/>
              <a:gd name="GluePoint2Y" fmla="*/ 20226 h 20225"/>
              <a:gd name="GluePoint3X" fmla="*/ 0 w 15509"/>
              <a:gd name="GluePoint3Y" fmla="*/ 10309 h 20225"/>
              <a:gd name="GluePoint4X" fmla="*/ 10763 w 15509"/>
              <a:gd name="GluePoint4Y" fmla="*/ 0 h 20225"/>
              <a:gd name="GluePoint5X" fmla="*/ 15509 w 15509"/>
              <a:gd name="GluePoint5Y" fmla="*/ 877 h 20225"/>
              <a:gd name="GluePoint6X" fmla="*/ 14633 w 15509"/>
              <a:gd name="GluePoint6Y" fmla="*/ 4565 h 20225"/>
              <a:gd name="GluePoint7X" fmla="*/ 10944 w 15509"/>
              <a:gd name="GluePoint7Y" fmla="*/ 3809 h 20225"/>
              <a:gd name="GluePoint8X" fmla="*/ 5019 w 15509"/>
              <a:gd name="GluePoint8Y" fmla="*/ 10098 h 20225"/>
              <a:gd name="GluePoint9X" fmla="*/ 10975 w 15509"/>
              <a:gd name="GluePoint9Y" fmla="*/ 16356 h 20225"/>
              <a:gd name="GluePoint10X" fmla="*/ 14814 w 15509"/>
              <a:gd name="GluePoint10Y" fmla="*/ 15600 h 20225"/>
              <a:gd name="GluePoint11X" fmla="*/ 15479 w 15509"/>
              <a:gd name="GluePoint11Y" fmla="*/ 19228 h 20225"/>
            </a:gdLst>
            <a:ahLst/>
            <a:cxnLst/>
            <a:rect l="textAreaLeft" t="textAreaTop" r="textAreaRight" b="textAreaBottom"/>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8" name="任意多边形: 形状 85"/>
          <p:cNvSpPr>
            <a:spLocks noGrp="1"/>
          </p:cNvSpPr>
          <p:nvPr/>
        </p:nvSpPr>
        <p:spPr>
          <a:xfrm>
            <a:off x="1157796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2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9" name="任意多边形: 形状 86"/>
          <p:cNvSpPr>
            <a:spLocks noGrp="1"/>
          </p:cNvSpPr>
          <p:nvPr/>
        </p:nvSpPr>
        <p:spPr>
          <a:xfrm>
            <a:off x="11612160" y="6695640"/>
            <a:ext cx="22680" cy="33120"/>
          </a:xfrm>
          <a:custGeom>
            <a:avLst/>
            <a:gdLst>
              <a:gd name="textAreaLeft" fmla="*/ 0 w 22680"/>
              <a:gd name="textAreaRight" fmla="*/ 23040 w 22680"/>
              <a:gd name="textAreaTop" fmla="*/ 0 h 33120"/>
              <a:gd name="textAreaBottom" fmla="*/ 33480 h 33120"/>
              <a:gd name="GluePoint1X" fmla="*/ 93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11" name="任意多边形: 形状 13"/>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12" name="任意多边形: 形状 94"/>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3" name="任意多边形: 形状 122"/>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4" name="任意多边形: 形状 123"/>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5" name="任意多边形: 形状 124"/>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17" name="任意多边形: 形状 126"/>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8" name="任意多边形: 形状 127"/>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19" name="任意多边形: 形状 128"/>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20" name="任意多边形: 形状 129"/>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1" name="任意多边形: 形状 130"/>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2" name="任意多边形: 形状 132"/>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3" name="PlaceHolder 2"/>
          <p:cNvSpPr>
            <a:spLocks noGrp="1"/>
          </p:cNvSpPr>
          <p:nvPr>
            <p:ph type="body" idx="10" hasCustomPrompt="1"/>
          </p:nvPr>
        </p:nvSpPr>
        <p:spPr>
          <a:xfrm>
            <a:off x="5490720" y="3636360"/>
            <a:ext cx="1210320" cy="366120"/>
          </a:xfrm>
          <a:prstGeom prst="rect">
            <a:avLst/>
          </a:prstGeom>
          <a:noFill/>
          <a:ln w="0">
            <a:noFill/>
          </a:ln>
        </p:spPr>
        <p:txBody>
          <a:bodyPr lIns="91440" tIns="45720" rIns="91440" bIns="45720" anchor="t">
            <a:spAutoFit/>
          </a:bodyPr>
          <a:lstStyle>
            <a:lvl1pPr indent="-228600" algn="ctr" defTabSz="914400">
              <a:lnSpc>
                <a:spcPct val="90000"/>
              </a:lnSpc>
              <a:spcBef>
                <a:spcPts val="1000"/>
              </a:spcBef>
              <a:buNone/>
              <a:tabLst>
                <a:tab pos="0" algn="l"/>
              </a:tabLst>
              <a:defRPr sz="2000" b="1" u="none">
                <a:solidFill>
                  <a:schemeClr val="accent1"/>
                </a:solidFill>
                <a:latin typeface="微软雅黑"/>
                <a:ea typeface="微软雅黑"/>
                <a:cs typeface="微软雅黑"/>
              </a:defRPr>
            </a:lvl1pPr>
          </a:lstStyle>
          <a:p>
            <a:pPr indent="0" algn="ctr" defTabSz="914400">
              <a:lnSpc>
                <a:spcPct val="90000"/>
              </a:lnSpc>
              <a:spcBef>
                <a:spcPts val="1000"/>
              </a:spcBef>
              <a:buNone/>
              <a:tabLst>
                <a:tab pos="0" algn="l"/>
              </a:tabLst>
            </a:pPr>
            <a:r>
              <a:rPr sz="2000" b="1" u="none">
                <a:solidFill>
                  <a:schemeClr val="accent1"/>
                </a:solidFill>
                <a:latin typeface="微软雅黑"/>
                <a:ea typeface="微软雅黑"/>
                <a:cs typeface="微软雅黑"/>
              </a:rPr>
              <a:t>输入标题</a:t>
            </a:r>
            <a:endParaRPr sz="2000" b="0" u="none">
              <a:solidFill>
                <a:srgbClr val="000000"/>
              </a:solidFill>
              <a:latin typeface="Arial" panose="020B0604020202090204"/>
              <a:ea typeface="Arial" panose="020B0604020202090204"/>
              <a:cs typeface="Arial" panose="020B0604020202090204"/>
            </a:endParaRPr>
          </a:p>
        </p:txBody>
      </p:sp>
      <p:sp>
        <p:nvSpPr>
          <p:cNvPr id="124" name="PlaceHolder 3"/>
          <p:cNvSpPr>
            <a:spLocks noGrp="1"/>
          </p:cNvSpPr>
          <p:nvPr>
            <p:ph type="body" idx="20" hasCustomPrompt="1"/>
          </p:nvPr>
        </p:nvSpPr>
        <p:spPr>
          <a:xfrm>
            <a:off x="2897640" y="4132800"/>
            <a:ext cx="6396120" cy="717480"/>
          </a:xfrm>
          <a:prstGeom prst="rect">
            <a:avLst/>
          </a:prstGeom>
          <a:noFill/>
          <a:ln w="0">
            <a:noFill/>
          </a:ln>
        </p:spPr>
        <p:txBody>
          <a:bodyPr lIns="119880" tIns="59760" rIns="119880" bIns="59760" anchor="t">
            <a:spAutoFit/>
          </a:bodyPr>
          <a:lstStyle>
            <a:lvl1pPr indent="0" algn="just" defTabSz="914400">
              <a:lnSpc>
                <a:spcPct val="140000"/>
              </a:lnSpc>
              <a:spcAft>
                <a:spcPts val="1200"/>
              </a:spcAft>
              <a:buNone/>
              <a:tabLst>
                <a:tab pos="0" algn="l"/>
              </a:tabLst>
              <a:defRPr sz="1400" b="0" u="none">
                <a:solidFill>
                  <a:srgbClr val="000000"/>
                </a:solidFill>
                <a:latin typeface="Arial" panose="020B0604020202090204"/>
                <a:ea typeface="Arial" panose="020B0604020202090204"/>
                <a:cs typeface="Arial" panose="020B0604020202090204"/>
              </a:defRPr>
            </a:lvl1pPr>
          </a:lstStyle>
          <a:p>
            <a:pPr indent="0" algn="just" defTabSz="914400">
              <a:lnSpc>
                <a:spcPct val="140000"/>
              </a:lnSpc>
              <a:spcAft>
                <a:spcPts val="1200"/>
              </a:spcAft>
              <a:buNone/>
              <a:tabLst>
                <a:tab pos="0" algn="l"/>
              </a:tabLst>
            </a:pPr>
            <a:r>
              <a:rPr sz="1400" b="0" u="none">
                <a:solidFill>
                  <a:srgbClr val="000000"/>
                </a:solidFill>
                <a:latin typeface="Arial" panose="020B0604020202090204"/>
                <a:ea typeface="Arial" panose="020B0604020202090204"/>
                <a:cs typeface="Arial" panose="020B0604020202090204"/>
              </a:rPr>
              <a:t>输入说明内容输入说明内容输入说明内容输入说明内容输入说明内容输入说明内容输入说明内容输入说明内容输入说明内容输入说明内容输入说明内容输入说明内容输入说明内容输入说明内容</a:t>
            </a:r>
            <a:endParaRPr sz="1400" b="0" u="none">
              <a:solidFill>
                <a:srgbClr val="000000"/>
              </a:solidFill>
              <a:latin typeface="Arial" panose="020B0604020202090204"/>
              <a:ea typeface="Arial" panose="020B0604020202090204"/>
              <a:cs typeface="Arial" panose="020B0604020202090204"/>
            </a:endParaRPr>
          </a:p>
        </p:txBody>
      </p:sp>
      <p:sp>
        <p:nvSpPr>
          <p:cNvPr id="125" name="PlaceHolder 4"/>
          <p:cNvSpPr>
            <a:spLocks noGrp="1"/>
          </p:cNvSpPr>
          <p:nvPr>
            <p:ph type="body" idx="30" hasCustomPrompt="1"/>
          </p:nvPr>
        </p:nvSpPr>
        <p:spPr>
          <a:xfrm>
            <a:off x="9559080" y="2096280"/>
            <a:ext cx="1926000" cy="2149920"/>
          </a:xfrm>
          <a:prstGeom prst="rect">
            <a:avLst/>
          </a:prstGeom>
          <a:solidFill>
            <a:schemeClr val="accent1">
              <a:lumMod val="20000"/>
              <a:lumOff val="80000"/>
            </a:schemeClr>
          </a:solidFill>
          <a:ln w="0">
            <a:solidFill>
              <a:schemeClr val="accent1">
                <a:lumMod val="60000"/>
                <a:lumOff val="40000"/>
              </a:schemeClr>
            </a:solidFill>
          </a:ln>
          <a:effectLst>
            <a:outerShdw blurRad="520560" dist="457200" dir="5400000" rotWithShape="0">
              <a:srgbClr val="763700">
                <a:alpha val="24000"/>
              </a:srgbClr>
            </a:outerShdw>
          </a:effectLst>
        </p:spPr>
        <p:txBody>
          <a:bodyPr lIns="90000" tIns="45000" rIns="90000" bIns="45000" anchor="ctr">
            <a:noAutofit/>
          </a:bodyPr>
          <a:lstStyle>
            <a:lvl1pPr indent="0" algn="l" defTabSz="914400">
              <a:lnSpc>
                <a:spcPct val="140000"/>
              </a:lnSpc>
              <a:spcAft>
                <a:spcPts val="1200"/>
              </a:spcAft>
              <a:buNone/>
              <a:tabLst>
                <a:tab pos="0" algn="l"/>
              </a:tabLst>
              <a:defRPr sz="1800" b="0" u="none">
                <a:solidFill>
                  <a:srgbClr val="000000"/>
                </a:solidFill>
                <a:latin typeface="Arial" panose="020B0604020202090204"/>
                <a:ea typeface="Arial" panose="020B0604020202090204"/>
                <a:cs typeface="Arial" panose="020B0604020202090204"/>
              </a:defRPr>
            </a:lvl1pPr>
            <a:lvl2pPr algn="l" defTabSz="914400">
              <a:lnSpc>
                <a:spcPct val="90000"/>
              </a:lnSpc>
              <a:spcBef>
                <a:spcPts val="113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2pPr>
            <a:lvl3pPr algn="l" defTabSz="914400">
              <a:lnSpc>
                <a:spcPct val="90000"/>
              </a:lnSpc>
              <a:spcBef>
                <a:spcPts val="850"/>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3pPr>
            <a:lvl4pPr algn="l" defTabSz="914400">
              <a:lnSpc>
                <a:spcPct val="90000"/>
              </a:lnSpc>
              <a:spcBef>
                <a:spcPts val="56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4pPr>
            <a:lvl5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5pPr>
            <a:lvl6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6pPr>
            <a:lvl7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7pPr>
          </a:lstStyle>
          <a:p>
            <a:pPr indent="0" algn="l" defTabSz="914400">
              <a:lnSpc>
                <a:spcPct val="140000"/>
              </a:lnSpc>
              <a:spcAft>
                <a:spcPts val="1200"/>
              </a:spcAft>
              <a:buNone/>
              <a:tabLst>
                <a:tab pos="0" algn="l"/>
              </a:tabLst>
            </a:pPr>
            <a:r>
              <a:rPr sz="1800" b="0" u="none">
                <a:solidFill>
                  <a:srgbClr val="000000"/>
                </a:solidFill>
                <a:latin typeface="Arial" panose="020B0604020202090204"/>
                <a:ea typeface="Arial" panose="020B0604020202090204"/>
                <a:cs typeface="Arial" panose="020B0604020202090204"/>
              </a:rPr>
              <a:t>Click to edit the outline text format</a:t>
            </a:r>
            <a:endParaRPr sz="1800" b="0" u="none">
              <a:solidFill>
                <a:srgbClr val="000000"/>
              </a:solidFill>
              <a:latin typeface="Arial" panose="020B0604020202090204"/>
              <a:ea typeface="Arial" panose="020B0604020202090204"/>
              <a:cs typeface="Arial" panose="020B0604020202090204"/>
            </a:endParaRPr>
          </a:p>
          <a:p>
            <a:pPr marL="457200" lvl="1" indent="-323850" algn="l" defTabSz="914400">
              <a:lnSpc>
                <a:spcPct val="90000"/>
              </a:lnSpc>
              <a:spcBef>
                <a:spcPts val="113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Second Outline Level</a:t>
            </a:r>
            <a:endParaRPr sz="1800" b="0" u="none">
              <a:solidFill>
                <a:schemeClr val="dk1"/>
              </a:solidFill>
              <a:latin typeface="微软雅黑"/>
              <a:ea typeface="微软雅黑"/>
              <a:cs typeface="微软雅黑"/>
            </a:endParaRPr>
          </a:p>
          <a:p>
            <a:pPr marL="914400" lvl="2" indent="-288290" algn="l" defTabSz="914400">
              <a:lnSpc>
                <a:spcPct val="90000"/>
              </a:lnSpc>
              <a:spcBef>
                <a:spcPts val="850"/>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371600" lvl="3" indent="-215900" algn="l" defTabSz="914400">
              <a:lnSpc>
                <a:spcPct val="90000"/>
              </a:lnSpc>
              <a:spcBef>
                <a:spcPts val="56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1828800" lvl="4"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Fifth Outline Level</a:t>
            </a:r>
            <a:endParaRPr sz="1800" b="0" u="none">
              <a:solidFill>
                <a:schemeClr val="dk1"/>
              </a:solidFill>
              <a:latin typeface="微软雅黑"/>
              <a:ea typeface="微软雅黑"/>
              <a:cs typeface="微软雅黑"/>
            </a:endParaRPr>
          </a:p>
          <a:p>
            <a:pPr marL="2286000" lvl="5"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Sixth Outline Level</a:t>
            </a:r>
            <a:endParaRPr sz="1800" b="0" u="none">
              <a:solidFill>
                <a:schemeClr val="dk1"/>
              </a:solidFill>
              <a:latin typeface="微软雅黑"/>
              <a:ea typeface="微软雅黑"/>
              <a:cs typeface="微软雅黑"/>
            </a:endParaRPr>
          </a:p>
          <a:p>
            <a:pPr marL="2743200" lvl="6"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Seventh Outline Level</a:t>
            </a:r>
            <a:endParaRPr sz="1800" b="0" u="none">
              <a:solidFill>
                <a:schemeClr val="dk1"/>
              </a:solidFill>
              <a:latin typeface="微软雅黑"/>
              <a:ea typeface="微软雅黑"/>
              <a:cs typeface="微软雅黑"/>
            </a:endParaRPr>
          </a:p>
        </p:txBody>
      </p:sp>
      <p:sp>
        <p:nvSpPr>
          <p:cNvPr id="126" name="PlaceHolder 5"/>
          <p:cNvSpPr>
            <a:spLocks noGrp="1"/>
          </p:cNvSpPr>
          <p:nvPr>
            <p:ph type="body" idx="40" hasCustomPrompt="1"/>
          </p:nvPr>
        </p:nvSpPr>
        <p:spPr>
          <a:xfrm>
            <a:off x="7336440" y="1537560"/>
            <a:ext cx="1926000" cy="2149920"/>
          </a:xfrm>
          <a:prstGeom prst="rect">
            <a:avLst/>
          </a:prstGeom>
          <a:solidFill>
            <a:schemeClr val="accent1">
              <a:lumMod val="20000"/>
              <a:lumOff val="80000"/>
            </a:schemeClr>
          </a:solidFill>
          <a:ln w="0">
            <a:solidFill>
              <a:schemeClr val="accent1">
                <a:lumMod val="60000"/>
                <a:lumOff val="40000"/>
              </a:schemeClr>
            </a:solidFill>
          </a:ln>
          <a:effectLst>
            <a:outerShdw blurRad="520560" dist="457200" dir="5400000" rotWithShape="0">
              <a:srgbClr val="763700">
                <a:alpha val="24000"/>
              </a:srgbClr>
            </a:outerShdw>
          </a:effectLst>
        </p:spPr>
        <p:txBody>
          <a:bodyPr lIns="90000" tIns="45000" rIns="90000" bIns="45000" anchor="ctr">
            <a:noAutofit/>
          </a:bodyPr>
          <a:lstStyle>
            <a:lvl1pPr indent="0" algn="l" defTabSz="914400">
              <a:lnSpc>
                <a:spcPct val="140000"/>
              </a:lnSpc>
              <a:spcAft>
                <a:spcPts val="1200"/>
              </a:spcAft>
              <a:buNone/>
              <a:tabLst>
                <a:tab pos="0" algn="l"/>
              </a:tabLst>
              <a:defRPr sz="1800" b="0" u="none">
                <a:solidFill>
                  <a:srgbClr val="000000"/>
                </a:solidFill>
                <a:latin typeface="Arial" panose="020B0604020202090204"/>
                <a:ea typeface="Arial" panose="020B0604020202090204"/>
                <a:cs typeface="Arial" panose="020B0604020202090204"/>
              </a:defRPr>
            </a:lvl1pPr>
            <a:lvl2pPr algn="l" defTabSz="914400">
              <a:lnSpc>
                <a:spcPct val="90000"/>
              </a:lnSpc>
              <a:spcBef>
                <a:spcPts val="113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2pPr>
            <a:lvl3pPr algn="l" defTabSz="914400">
              <a:lnSpc>
                <a:spcPct val="90000"/>
              </a:lnSpc>
              <a:spcBef>
                <a:spcPts val="850"/>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3pPr>
            <a:lvl4pPr algn="l" defTabSz="914400">
              <a:lnSpc>
                <a:spcPct val="90000"/>
              </a:lnSpc>
              <a:spcBef>
                <a:spcPts val="56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4pPr>
            <a:lvl5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5pPr>
            <a:lvl6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6pPr>
            <a:lvl7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7pPr>
          </a:lstStyle>
          <a:p>
            <a:pPr indent="0" algn="l" defTabSz="914400">
              <a:lnSpc>
                <a:spcPct val="140000"/>
              </a:lnSpc>
              <a:spcAft>
                <a:spcPts val="1200"/>
              </a:spcAft>
              <a:buNone/>
              <a:tabLst>
                <a:tab pos="0" algn="l"/>
              </a:tabLst>
            </a:pPr>
            <a:r>
              <a:rPr sz="1800" b="0" u="none">
                <a:solidFill>
                  <a:srgbClr val="000000"/>
                </a:solidFill>
                <a:latin typeface="Arial" panose="020B0604020202090204"/>
                <a:ea typeface="Arial" panose="020B0604020202090204"/>
                <a:cs typeface="Arial" panose="020B0604020202090204"/>
              </a:rPr>
              <a:t>Click to edit the outline text format</a:t>
            </a:r>
            <a:endParaRPr sz="1800" b="0" u="none">
              <a:solidFill>
                <a:srgbClr val="000000"/>
              </a:solidFill>
              <a:latin typeface="Arial" panose="020B0604020202090204"/>
              <a:ea typeface="Arial" panose="020B0604020202090204"/>
              <a:cs typeface="Arial" panose="020B0604020202090204"/>
            </a:endParaRPr>
          </a:p>
          <a:p>
            <a:pPr marL="457200" lvl="1" indent="-323850" algn="l" defTabSz="914400">
              <a:lnSpc>
                <a:spcPct val="90000"/>
              </a:lnSpc>
              <a:spcBef>
                <a:spcPts val="113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Second Outline Level</a:t>
            </a:r>
            <a:endParaRPr sz="1800" b="0" u="none">
              <a:solidFill>
                <a:schemeClr val="dk1"/>
              </a:solidFill>
              <a:latin typeface="微软雅黑"/>
              <a:ea typeface="微软雅黑"/>
              <a:cs typeface="微软雅黑"/>
            </a:endParaRPr>
          </a:p>
          <a:p>
            <a:pPr marL="914400" lvl="2" indent="-288290" algn="l" defTabSz="914400">
              <a:lnSpc>
                <a:spcPct val="90000"/>
              </a:lnSpc>
              <a:spcBef>
                <a:spcPts val="850"/>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371600" lvl="3" indent="-215900" algn="l" defTabSz="914400">
              <a:lnSpc>
                <a:spcPct val="90000"/>
              </a:lnSpc>
              <a:spcBef>
                <a:spcPts val="56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1828800" lvl="4"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Fifth Outline Level</a:t>
            </a:r>
            <a:endParaRPr sz="1800" b="0" u="none">
              <a:solidFill>
                <a:schemeClr val="dk1"/>
              </a:solidFill>
              <a:latin typeface="微软雅黑"/>
              <a:ea typeface="微软雅黑"/>
              <a:cs typeface="微软雅黑"/>
            </a:endParaRPr>
          </a:p>
          <a:p>
            <a:pPr marL="2286000" lvl="5"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Sixth Outline Level</a:t>
            </a:r>
            <a:endParaRPr sz="1800" b="0" u="none">
              <a:solidFill>
                <a:schemeClr val="dk1"/>
              </a:solidFill>
              <a:latin typeface="微软雅黑"/>
              <a:ea typeface="微软雅黑"/>
              <a:cs typeface="微软雅黑"/>
            </a:endParaRPr>
          </a:p>
          <a:p>
            <a:pPr marL="2743200" lvl="6"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Seventh Outline Level</a:t>
            </a:r>
            <a:endParaRPr sz="1800" b="0" u="none">
              <a:solidFill>
                <a:schemeClr val="dk1"/>
              </a:solidFill>
              <a:latin typeface="微软雅黑"/>
              <a:ea typeface="微软雅黑"/>
              <a:cs typeface="微软雅黑"/>
            </a:endParaRPr>
          </a:p>
        </p:txBody>
      </p:sp>
      <p:sp>
        <p:nvSpPr>
          <p:cNvPr id="127" name="PlaceHolder 6"/>
          <p:cNvSpPr>
            <a:spLocks noGrp="1"/>
          </p:cNvSpPr>
          <p:nvPr>
            <p:ph type="body" idx="50" hasCustomPrompt="1"/>
          </p:nvPr>
        </p:nvSpPr>
        <p:spPr>
          <a:xfrm>
            <a:off x="5113800" y="1024560"/>
            <a:ext cx="1926000" cy="2149920"/>
          </a:xfrm>
          <a:prstGeom prst="rect">
            <a:avLst/>
          </a:prstGeom>
          <a:solidFill>
            <a:schemeClr val="accent1">
              <a:lumMod val="20000"/>
              <a:lumOff val="80000"/>
            </a:schemeClr>
          </a:solidFill>
          <a:ln w="0">
            <a:solidFill>
              <a:schemeClr val="accent1">
                <a:lumMod val="60000"/>
                <a:lumOff val="40000"/>
              </a:schemeClr>
            </a:solidFill>
          </a:ln>
          <a:effectLst>
            <a:outerShdw blurRad="520560" dist="457200" dir="5400000" rotWithShape="0">
              <a:srgbClr val="763700">
                <a:alpha val="24000"/>
              </a:srgbClr>
            </a:outerShdw>
          </a:effectLst>
        </p:spPr>
        <p:txBody>
          <a:bodyPr lIns="90000" tIns="45000" rIns="90000" bIns="45000" anchor="ctr">
            <a:noAutofit/>
          </a:bodyPr>
          <a:lstStyle>
            <a:lvl1pPr indent="0" algn="l" defTabSz="914400">
              <a:lnSpc>
                <a:spcPct val="140000"/>
              </a:lnSpc>
              <a:spcAft>
                <a:spcPts val="1200"/>
              </a:spcAft>
              <a:buNone/>
              <a:tabLst>
                <a:tab pos="0" algn="l"/>
              </a:tabLst>
              <a:defRPr sz="1800" b="0" u="none">
                <a:solidFill>
                  <a:srgbClr val="000000"/>
                </a:solidFill>
                <a:latin typeface="Arial" panose="020B0604020202090204"/>
                <a:ea typeface="Arial" panose="020B0604020202090204"/>
                <a:cs typeface="Arial" panose="020B0604020202090204"/>
              </a:defRPr>
            </a:lvl1pPr>
            <a:lvl2pPr algn="l" defTabSz="914400">
              <a:lnSpc>
                <a:spcPct val="90000"/>
              </a:lnSpc>
              <a:spcBef>
                <a:spcPts val="113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2pPr>
            <a:lvl3pPr algn="l" defTabSz="914400">
              <a:lnSpc>
                <a:spcPct val="90000"/>
              </a:lnSpc>
              <a:spcBef>
                <a:spcPts val="850"/>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3pPr>
            <a:lvl4pPr algn="l" defTabSz="914400">
              <a:lnSpc>
                <a:spcPct val="90000"/>
              </a:lnSpc>
              <a:spcBef>
                <a:spcPts val="56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4pPr>
            <a:lvl5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5pPr>
            <a:lvl6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6pPr>
            <a:lvl7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7pPr>
          </a:lstStyle>
          <a:p>
            <a:pPr indent="0" algn="l" defTabSz="914400">
              <a:lnSpc>
                <a:spcPct val="140000"/>
              </a:lnSpc>
              <a:spcAft>
                <a:spcPts val="1200"/>
              </a:spcAft>
              <a:buNone/>
              <a:tabLst>
                <a:tab pos="0" algn="l"/>
              </a:tabLst>
            </a:pPr>
            <a:r>
              <a:rPr sz="1800" b="0" u="none">
                <a:solidFill>
                  <a:srgbClr val="000000"/>
                </a:solidFill>
                <a:latin typeface="Arial" panose="020B0604020202090204"/>
                <a:ea typeface="Arial" panose="020B0604020202090204"/>
                <a:cs typeface="Arial" panose="020B0604020202090204"/>
              </a:rPr>
              <a:t>Click to edit the outline text format</a:t>
            </a:r>
            <a:endParaRPr sz="1800" b="0" u="none">
              <a:solidFill>
                <a:srgbClr val="000000"/>
              </a:solidFill>
              <a:latin typeface="Arial" panose="020B0604020202090204"/>
              <a:ea typeface="Arial" panose="020B0604020202090204"/>
              <a:cs typeface="Arial" panose="020B0604020202090204"/>
            </a:endParaRPr>
          </a:p>
          <a:p>
            <a:pPr marL="457200" lvl="1" indent="-323850" algn="l" defTabSz="914400">
              <a:lnSpc>
                <a:spcPct val="90000"/>
              </a:lnSpc>
              <a:spcBef>
                <a:spcPts val="113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Second Outline Level</a:t>
            </a:r>
            <a:endParaRPr sz="1800" b="0" u="none">
              <a:solidFill>
                <a:schemeClr val="dk1"/>
              </a:solidFill>
              <a:latin typeface="微软雅黑"/>
              <a:ea typeface="微软雅黑"/>
              <a:cs typeface="微软雅黑"/>
            </a:endParaRPr>
          </a:p>
          <a:p>
            <a:pPr marL="914400" lvl="2" indent="-288290" algn="l" defTabSz="914400">
              <a:lnSpc>
                <a:spcPct val="90000"/>
              </a:lnSpc>
              <a:spcBef>
                <a:spcPts val="850"/>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371600" lvl="3" indent="-215900" algn="l" defTabSz="914400">
              <a:lnSpc>
                <a:spcPct val="90000"/>
              </a:lnSpc>
              <a:spcBef>
                <a:spcPts val="56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1828800" lvl="4"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Fifth Outline Level</a:t>
            </a:r>
            <a:endParaRPr sz="1800" b="0" u="none">
              <a:solidFill>
                <a:schemeClr val="dk1"/>
              </a:solidFill>
              <a:latin typeface="微软雅黑"/>
              <a:ea typeface="微软雅黑"/>
              <a:cs typeface="微软雅黑"/>
            </a:endParaRPr>
          </a:p>
          <a:p>
            <a:pPr marL="2286000" lvl="5"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Sixth Outline Level</a:t>
            </a:r>
            <a:endParaRPr sz="1800" b="0" u="none">
              <a:solidFill>
                <a:schemeClr val="dk1"/>
              </a:solidFill>
              <a:latin typeface="微软雅黑"/>
              <a:ea typeface="微软雅黑"/>
              <a:cs typeface="微软雅黑"/>
            </a:endParaRPr>
          </a:p>
          <a:p>
            <a:pPr marL="2743200" lvl="6"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Seventh Outline Level</a:t>
            </a:r>
            <a:endParaRPr sz="1800" b="0" u="none">
              <a:solidFill>
                <a:schemeClr val="dk1"/>
              </a:solidFill>
              <a:latin typeface="微软雅黑"/>
              <a:ea typeface="微软雅黑"/>
              <a:cs typeface="微软雅黑"/>
            </a:endParaRPr>
          </a:p>
        </p:txBody>
      </p:sp>
      <p:sp>
        <p:nvSpPr>
          <p:cNvPr id="128" name="PlaceHolder 7"/>
          <p:cNvSpPr>
            <a:spLocks noGrp="1"/>
          </p:cNvSpPr>
          <p:nvPr>
            <p:ph type="body" idx="60" hasCustomPrompt="1"/>
          </p:nvPr>
        </p:nvSpPr>
        <p:spPr>
          <a:xfrm>
            <a:off x="2891160" y="1537560"/>
            <a:ext cx="1926000" cy="2149920"/>
          </a:xfrm>
          <a:prstGeom prst="rect">
            <a:avLst/>
          </a:prstGeom>
          <a:solidFill>
            <a:schemeClr val="accent1">
              <a:lumMod val="20000"/>
              <a:lumOff val="80000"/>
            </a:schemeClr>
          </a:solidFill>
          <a:ln w="0">
            <a:solidFill>
              <a:schemeClr val="accent1">
                <a:lumMod val="60000"/>
                <a:lumOff val="40000"/>
              </a:schemeClr>
            </a:solidFill>
          </a:ln>
          <a:effectLst>
            <a:outerShdw blurRad="520560" dist="457200" dir="5400000" rotWithShape="0">
              <a:srgbClr val="763700">
                <a:alpha val="24000"/>
              </a:srgbClr>
            </a:outerShdw>
          </a:effectLst>
        </p:spPr>
        <p:txBody>
          <a:bodyPr lIns="90000" tIns="45000" rIns="90000" bIns="45000" anchor="ctr">
            <a:noAutofit/>
          </a:bodyPr>
          <a:lstStyle>
            <a:lvl1pPr indent="0" algn="l" defTabSz="914400">
              <a:lnSpc>
                <a:spcPct val="140000"/>
              </a:lnSpc>
              <a:spcAft>
                <a:spcPts val="1200"/>
              </a:spcAft>
              <a:buNone/>
              <a:tabLst>
                <a:tab pos="0" algn="l"/>
              </a:tabLst>
              <a:defRPr sz="1800" b="0" u="none">
                <a:solidFill>
                  <a:srgbClr val="000000"/>
                </a:solidFill>
                <a:latin typeface="Arial" panose="020B0604020202090204"/>
                <a:ea typeface="Arial" panose="020B0604020202090204"/>
                <a:cs typeface="Arial" panose="020B0604020202090204"/>
              </a:defRPr>
            </a:lvl1pPr>
            <a:lvl2pPr algn="l" defTabSz="914400">
              <a:lnSpc>
                <a:spcPct val="90000"/>
              </a:lnSpc>
              <a:spcBef>
                <a:spcPts val="113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2pPr>
            <a:lvl3pPr algn="l" defTabSz="914400">
              <a:lnSpc>
                <a:spcPct val="90000"/>
              </a:lnSpc>
              <a:spcBef>
                <a:spcPts val="850"/>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3pPr>
            <a:lvl4pPr algn="l" defTabSz="914400">
              <a:lnSpc>
                <a:spcPct val="90000"/>
              </a:lnSpc>
              <a:spcBef>
                <a:spcPts val="56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4pPr>
            <a:lvl5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5pPr>
            <a:lvl6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6pPr>
            <a:lvl7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7pPr>
          </a:lstStyle>
          <a:p>
            <a:pPr indent="0" algn="l" defTabSz="914400">
              <a:lnSpc>
                <a:spcPct val="140000"/>
              </a:lnSpc>
              <a:spcAft>
                <a:spcPts val="1200"/>
              </a:spcAft>
              <a:buNone/>
              <a:tabLst>
                <a:tab pos="0" algn="l"/>
              </a:tabLst>
            </a:pPr>
            <a:r>
              <a:rPr sz="1800" b="0" u="none">
                <a:solidFill>
                  <a:srgbClr val="000000"/>
                </a:solidFill>
                <a:latin typeface="Arial" panose="020B0604020202090204"/>
                <a:ea typeface="Arial" panose="020B0604020202090204"/>
                <a:cs typeface="Arial" panose="020B0604020202090204"/>
              </a:rPr>
              <a:t>Click to edit the outline text format</a:t>
            </a:r>
            <a:endParaRPr sz="1800" b="0" u="none">
              <a:solidFill>
                <a:srgbClr val="000000"/>
              </a:solidFill>
              <a:latin typeface="Arial" panose="020B0604020202090204"/>
              <a:ea typeface="Arial" panose="020B0604020202090204"/>
              <a:cs typeface="Arial" panose="020B0604020202090204"/>
            </a:endParaRPr>
          </a:p>
          <a:p>
            <a:pPr marL="457200" lvl="1" indent="-323850" algn="l" defTabSz="914400">
              <a:lnSpc>
                <a:spcPct val="90000"/>
              </a:lnSpc>
              <a:spcBef>
                <a:spcPts val="113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Second Outline Level</a:t>
            </a:r>
            <a:endParaRPr sz="1800" b="0" u="none">
              <a:solidFill>
                <a:schemeClr val="dk1"/>
              </a:solidFill>
              <a:latin typeface="微软雅黑"/>
              <a:ea typeface="微软雅黑"/>
              <a:cs typeface="微软雅黑"/>
            </a:endParaRPr>
          </a:p>
          <a:p>
            <a:pPr marL="914400" lvl="2" indent="-288290" algn="l" defTabSz="914400">
              <a:lnSpc>
                <a:spcPct val="90000"/>
              </a:lnSpc>
              <a:spcBef>
                <a:spcPts val="850"/>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371600" lvl="3" indent="-215900" algn="l" defTabSz="914400">
              <a:lnSpc>
                <a:spcPct val="90000"/>
              </a:lnSpc>
              <a:spcBef>
                <a:spcPts val="56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1828800" lvl="4"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Fifth Outline Level</a:t>
            </a:r>
            <a:endParaRPr sz="1800" b="0" u="none">
              <a:solidFill>
                <a:schemeClr val="dk1"/>
              </a:solidFill>
              <a:latin typeface="微软雅黑"/>
              <a:ea typeface="微软雅黑"/>
              <a:cs typeface="微软雅黑"/>
            </a:endParaRPr>
          </a:p>
          <a:p>
            <a:pPr marL="2286000" lvl="5"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Sixth Outline Level</a:t>
            </a:r>
            <a:endParaRPr sz="1800" b="0" u="none">
              <a:solidFill>
                <a:schemeClr val="dk1"/>
              </a:solidFill>
              <a:latin typeface="微软雅黑"/>
              <a:ea typeface="微软雅黑"/>
              <a:cs typeface="微软雅黑"/>
            </a:endParaRPr>
          </a:p>
          <a:p>
            <a:pPr marL="2743200" lvl="6"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Seventh Outline Level</a:t>
            </a:r>
            <a:endParaRPr sz="1800" b="0" u="none">
              <a:solidFill>
                <a:schemeClr val="dk1"/>
              </a:solidFill>
              <a:latin typeface="微软雅黑"/>
              <a:ea typeface="微软雅黑"/>
              <a:cs typeface="微软雅黑"/>
            </a:endParaRPr>
          </a:p>
        </p:txBody>
      </p:sp>
      <p:sp>
        <p:nvSpPr>
          <p:cNvPr id="129" name="PlaceHolder 8"/>
          <p:cNvSpPr>
            <a:spLocks noGrp="1"/>
          </p:cNvSpPr>
          <p:nvPr>
            <p:ph type="body" idx="70" hasCustomPrompt="1"/>
          </p:nvPr>
        </p:nvSpPr>
        <p:spPr>
          <a:xfrm>
            <a:off x="706680" y="2058120"/>
            <a:ext cx="1926000" cy="2149920"/>
          </a:xfrm>
          <a:prstGeom prst="rect">
            <a:avLst/>
          </a:prstGeom>
          <a:solidFill>
            <a:schemeClr val="accent1">
              <a:lumMod val="20000"/>
              <a:lumOff val="80000"/>
            </a:schemeClr>
          </a:solidFill>
          <a:ln w="0">
            <a:solidFill>
              <a:schemeClr val="accent1">
                <a:lumMod val="60000"/>
                <a:lumOff val="40000"/>
              </a:schemeClr>
            </a:solidFill>
          </a:ln>
          <a:effectLst>
            <a:outerShdw blurRad="520560" dist="457200" dir="5400000" rotWithShape="0">
              <a:srgbClr val="763700">
                <a:alpha val="24000"/>
              </a:srgbClr>
            </a:outerShdw>
          </a:effectLst>
        </p:spPr>
        <p:txBody>
          <a:bodyPr lIns="90000" tIns="45000" rIns="90000" bIns="45000" anchor="ctr">
            <a:noAutofit/>
          </a:bodyPr>
          <a:lstStyle>
            <a:lvl1pPr indent="0" algn="l" defTabSz="914400">
              <a:lnSpc>
                <a:spcPct val="140000"/>
              </a:lnSpc>
              <a:spcAft>
                <a:spcPts val="1200"/>
              </a:spcAft>
              <a:buNone/>
              <a:tabLst>
                <a:tab pos="0" algn="l"/>
              </a:tabLst>
              <a:defRPr sz="1800" b="0" u="none">
                <a:solidFill>
                  <a:srgbClr val="000000"/>
                </a:solidFill>
                <a:latin typeface="Arial" panose="020B0604020202090204"/>
                <a:ea typeface="Arial" panose="020B0604020202090204"/>
                <a:cs typeface="Arial" panose="020B0604020202090204"/>
              </a:defRPr>
            </a:lvl1pPr>
            <a:lvl2pPr algn="l" defTabSz="914400">
              <a:lnSpc>
                <a:spcPct val="90000"/>
              </a:lnSpc>
              <a:spcBef>
                <a:spcPts val="113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2pPr>
            <a:lvl3pPr algn="l" defTabSz="914400">
              <a:lnSpc>
                <a:spcPct val="90000"/>
              </a:lnSpc>
              <a:spcBef>
                <a:spcPts val="850"/>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3pPr>
            <a:lvl4pPr algn="l" defTabSz="914400">
              <a:lnSpc>
                <a:spcPct val="90000"/>
              </a:lnSpc>
              <a:spcBef>
                <a:spcPts val="56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4pPr>
            <a:lvl5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5pPr>
            <a:lvl6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6pPr>
            <a:lvl7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7pPr>
          </a:lstStyle>
          <a:p>
            <a:pPr indent="0" algn="l" defTabSz="914400">
              <a:lnSpc>
                <a:spcPct val="140000"/>
              </a:lnSpc>
              <a:spcAft>
                <a:spcPts val="1200"/>
              </a:spcAft>
              <a:buNone/>
              <a:tabLst>
                <a:tab pos="0" algn="l"/>
              </a:tabLst>
            </a:pPr>
            <a:r>
              <a:rPr sz="1800" b="0" u="none">
                <a:solidFill>
                  <a:srgbClr val="000000"/>
                </a:solidFill>
                <a:latin typeface="Arial" panose="020B0604020202090204"/>
                <a:ea typeface="Arial" panose="020B0604020202090204"/>
                <a:cs typeface="Arial" panose="020B0604020202090204"/>
              </a:rPr>
              <a:t>Click to edit the outline text format</a:t>
            </a:r>
            <a:endParaRPr sz="1800" b="0" u="none">
              <a:solidFill>
                <a:srgbClr val="000000"/>
              </a:solidFill>
              <a:latin typeface="Arial" panose="020B0604020202090204"/>
              <a:ea typeface="Arial" panose="020B0604020202090204"/>
              <a:cs typeface="Arial" panose="020B0604020202090204"/>
            </a:endParaRPr>
          </a:p>
          <a:p>
            <a:pPr marL="457200" lvl="1" indent="-323850" algn="l" defTabSz="914400">
              <a:lnSpc>
                <a:spcPct val="90000"/>
              </a:lnSpc>
              <a:spcBef>
                <a:spcPts val="113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Second Outline Level</a:t>
            </a:r>
            <a:endParaRPr sz="1800" b="0" u="none">
              <a:solidFill>
                <a:schemeClr val="dk1"/>
              </a:solidFill>
              <a:latin typeface="微软雅黑"/>
              <a:ea typeface="微软雅黑"/>
              <a:cs typeface="微软雅黑"/>
            </a:endParaRPr>
          </a:p>
          <a:p>
            <a:pPr marL="914400" lvl="2" indent="-288290" algn="l" defTabSz="914400">
              <a:lnSpc>
                <a:spcPct val="90000"/>
              </a:lnSpc>
              <a:spcBef>
                <a:spcPts val="850"/>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371600" lvl="3" indent="-215900" algn="l" defTabSz="914400">
              <a:lnSpc>
                <a:spcPct val="90000"/>
              </a:lnSpc>
              <a:spcBef>
                <a:spcPts val="56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1828800" lvl="4"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Fifth Outline Level</a:t>
            </a:r>
            <a:endParaRPr sz="1800" b="0" u="none">
              <a:solidFill>
                <a:schemeClr val="dk1"/>
              </a:solidFill>
              <a:latin typeface="微软雅黑"/>
              <a:ea typeface="微软雅黑"/>
              <a:cs typeface="微软雅黑"/>
            </a:endParaRPr>
          </a:p>
          <a:p>
            <a:pPr marL="2286000" lvl="5"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Sixth Outline Level</a:t>
            </a:r>
            <a:endParaRPr sz="1800" b="0" u="none">
              <a:solidFill>
                <a:schemeClr val="dk1"/>
              </a:solidFill>
              <a:latin typeface="微软雅黑"/>
              <a:ea typeface="微软雅黑"/>
              <a:cs typeface="微软雅黑"/>
            </a:endParaRPr>
          </a:p>
          <a:p>
            <a:pPr marL="2743200" lvl="6"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Seventh Outline Level</a:t>
            </a:r>
            <a:endParaRPr sz="1800" b="0" u="none">
              <a:solidFill>
                <a:schemeClr val="dk1"/>
              </a:solidFill>
              <a:latin typeface="微软雅黑"/>
              <a:ea typeface="微软雅黑"/>
              <a:cs typeface="微软雅黑"/>
            </a:endParaRPr>
          </a:p>
        </p:txBody>
      </p:sp>
      <p:sp>
        <p:nvSpPr>
          <p:cNvPr id="130" name="TextBox 8"/>
          <p:cNvSpPr>
            <a:spLocks noGrp="1"/>
          </p:cNvSpPr>
          <p:nvPr/>
        </p:nvSpPr>
        <p:spPr>
          <a:xfrm>
            <a:off x="499680" y="6525720"/>
            <a:ext cx="1873800" cy="216360"/>
          </a:xfrm>
          <a:custGeom>
            <a:avLst/>
            <a:gdLst>
              <a:gd name="textAreaLeft" fmla="*/ 0 w 1873800"/>
              <a:gd name="textAreaRight" fmla="*/ 1874160 w 1873800"/>
              <a:gd name="textAreaTop" fmla="*/ 0 h 216360"/>
              <a:gd name="textAreaBottom" fmla="*/ 216720 h 216360"/>
            </a:gdLst>
            <a:ahLst/>
            <a:cxnLst/>
            <a:rect l="textAreaLeft" t="textAreaTop" r="textAreaRight" b="textAreaBottom"/>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lt1"/>
              </a:solidFill>
              <a:latin typeface="钟齐志莽行书"/>
              <a:ea typeface="钟齐志莽行书"/>
              <a:cs typeface="钟齐志莽行书"/>
            </a:endParaRPr>
          </a:p>
        </p:txBody>
      </p:sp>
      <p:sp>
        <p:nvSpPr>
          <p:cNvPr id="131" name="文本占位符 18"/>
          <p:cNvSpPr>
            <a:spLocks noGrp="1"/>
          </p:cNvSpPr>
          <p:nvPr/>
        </p:nvSpPr>
        <p:spPr>
          <a:xfrm>
            <a:off x="5644440" y="5535000"/>
            <a:ext cx="902880" cy="241920"/>
          </a:xfrm>
          <a:prstGeom prst="roundRect">
            <a:avLst>
              <a:gd name="adj" fmla="val 50000"/>
            </a:avLst>
          </a:prstGeom>
          <a:solidFill>
            <a:schemeClr val="bg1"/>
          </a:solidFill>
          <a:ln w="9525">
            <a:solidFill>
              <a:srgbClr val="FFFFFF">
                <a:lumMod val="75000"/>
              </a:srgb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marL="171450" indent="-171450" algn="ctr" defTabSz="685800">
              <a:lnSpc>
                <a:spcPct val="100000"/>
              </a:lnSpc>
              <a:buNone/>
              <a:tabLst>
                <a:tab pos="0" algn="l"/>
              </a:tabLst>
            </a:pPr>
            <a:r>
              <a:rPr sz="1200" b="0" u="none">
                <a:solidFill>
                  <a:schemeClr val="dk1"/>
                </a:solidFill>
                <a:latin typeface="微软雅黑 Light"/>
                <a:ea typeface="微软雅黑 Light"/>
                <a:cs typeface="微软雅黑 Light"/>
              </a:rPr>
              <a:t>关键词</a:t>
            </a:r>
            <a:endParaRPr sz="1200" b="0" u="none">
              <a:solidFill>
                <a:srgbClr val="000000"/>
              </a:solidFill>
              <a:latin typeface="Arial" panose="020B0604020202090204"/>
              <a:ea typeface="Arial" panose="020B0604020202090204"/>
              <a:cs typeface="Arial" panose="020B0604020202090204"/>
            </a:endParaRPr>
          </a:p>
        </p:txBody>
      </p:sp>
      <p:sp>
        <p:nvSpPr>
          <p:cNvPr id="132" name="文本占位符 18"/>
          <p:cNvSpPr>
            <a:spLocks noGrp="1"/>
          </p:cNvSpPr>
          <p:nvPr/>
        </p:nvSpPr>
        <p:spPr>
          <a:xfrm>
            <a:off x="4293000" y="5535000"/>
            <a:ext cx="902880" cy="241920"/>
          </a:xfrm>
          <a:prstGeom prst="roundRect">
            <a:avLst>
              <a:gd name="adj" fmla="val 50000"/>
            </a:avLst>
          </a:prstGeom>
          <a:solidFill>
            <a:schemeClr val="bg1"/>
          </a:solidFill>
          <a:ln w="9525">
            <a:solidFill>
              <a:srgbClr val="FFFFFF">
                <a:lumMod val="75000"/>
              </a:srgb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marL="171450" indent="-171450" algn="ctr" defTabSz="685800">
              <a:lnSpc>
                <a:spcPct val="100000"/>
              </a:lnSpc>
              <a:buNone/>
              <a:tabLst>
                <a:tab pos="0" algn="l"/>
              </a:tabLst>
            </a:pPr>
            <a:r>
              <a:rPr sz="1200" b="0" u="none">
                <a:solidFill>
                  <a:schemeClr val="dk1"/>
                </a:solidFill>
                <a:latin typeface="微软雅黑 Light"/>
                <a:ea typeface="微软雅黑 Light"/>
                <a:cs typeface="微软雅黑 Light"/>
              </a:rPr>
              <a:t>关键词</a:t>
            </a:r>
            <a:endParaRPr sz="1200" b="0" u="none">
              <a:solidFill>
                <a:srgbClr val="000000"/>
              </a:solidFill>
              <a:latin typeface="Arial" panose="020B0604020202090204"/>
              <a:ea typeface="Arial" panose="020B0604020202090204"/>
              <a:cs typeface="Arial" panose="020B0604020202090204"/>
            </a:endParaRPr>
          </a:p>
        </p:txBody>
      </p:sp>
      <p:sp>
        <p:nvSpPr>
          <p:cNvPr id="133" name="文本占位符 18"/>
          <p:cNvSpPr>
            <a:spLocks noGrp="1"/>
          </p:cNvSpPr>
          <p:nvPr/>
        </p:nvSpPr>
        <p:spPr>
          <a:xfrm>
            <a:off x="6952320" y="5535000"/>
            <a:ext cx="902880" cy="241920"/>
          </a:xfrm>
          <a:prstGeom prst="roundRect">
            <a:avLst>
              <a:gd name="adj" fmla="val 50000"/>
            </a:avLst>
          </a:prstGeom>
          <a:solidFill>
            <a:schemeClr val="bg1"/>
          </a:solidFill>
          <a:ln w="9525">
            <a:solidFill>
              <a:srgbClr val="FFFFFF">
                <a:lumMod val="75000"/>
              </a:srgb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marL="171450" indent="-171450" algn="ctr" defTabSz="685800">
              <a:lnSpc>
                <a:spcPct val="100000"/>
              </a:lnSpc>
              <a:buNone/>
              <a:tabLst>
                <a:tab pos="0" algn="l"/>
              </a:tabLst>
            </a:pPr>
            <a:r>
              <a:rPr sz="1200" b="0" u="none">
                <a:solidFill>
                  <a:schemeClr val="dk1"/>
                </a:solidFill>
                <a:latin typeface="微软雅黑 Light"/>
                <a:ea typeface="微软雅黑 Light"/>
                <a:cs typeface="微软雅黑 Light"/>
              </a:rPr>
              <a:t>关键词</a:t>
            </a:r>
            <a:endParaRPr sz="1200" b="0" u="none">
              <a:solidFill>
                <a:srgbClr val="000000"/>
              </a:solidFill>
              <a:latin typeface="Arial" panose="020B0604020202090204"/>
              <a:ea typeface="Arial" panose="020B0604020202090204"/>
              <a:cs typeface="Arial" panose="020B060402020209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内容页6">
    <p:bg>
      <p:bgPr>
        <a:solidFill>
          <a:srgbClr val="FFFFFF"/>
        </a:solidFill>
        <a:effectLst/>
      </p:bgPr>
    </p:bg>
    <p:spTree>
      <p:nvGrpSpPr>
        <p:cNvPr id="1" name=""/>
        <p:cNvGrpSpPr/>
        <p:nvPr/>
      </p:nvGrpSpPr>
      <p:grpSpPr/>
      <p:pic>
        <p:nvPicPr>
          <p:cNvPr id="234"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36"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37"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8"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9"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0"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42"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3"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44"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45"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6"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7"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8" name="PlaceHolder 1"/>
          <p:cNvSpPr>
            <a:spLocks noGrp="1"/>
          </p:cNvSpPr>
          <p:nvPr>
            <p:ph type="body" hasCustomPrompt="1"/>
          </p:nvPr>
        </p:nvSpPr>
        <p:spPr>
          <a:xfrm>
            <a:off x="8800560" y="1611720"/>
            <a:ext cx="2848680" cy="2036520"/>
          </a:xfrm>
          <a:prstGeom prst="rect">
            <a:avLst/>
          </a:prstGeom>
          <a:solidFill>
            <a:schemeClr val="accent1">
              <a:lumMod val="20000"/>
              <a:lumOff val="80000"/>
            </a:schemeClr>
          </a:solidFill>
          <a:ln w="54000">
            <a:solidFill>
              <a:schemeClr val="lt1"/>
            </a:solidFill>
          </a:ln>
        </p:spPr>
        <p:txBody>
          <a:bodyPr lIns="90000" tIns="45000" rIns="90000" bIns="45000" anchor="t">
            <a:noAutofit/>
          </a:bodyPr>
          <a:lstStyle>
            <a:lvl1pPr algn="l">
              <a:lnSpc>
                <a:spcPct val="90000"/>
              </a:lnSpc>
              <a:spcBef>
                <a:spcPts val="1415"/>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1pPr>
            <a:lvl2pPr algn="l">
              <a:lnSpc>
                <a:spcPct val="90000"/>
              </a:lnSpc>
              <a:spcBef>
                <a:spcPts val="1135"/>
              </a:spcBef>
              <a:buClr>
                <a:srgbClr val="000000"/>
              </a:buClr>
              <a:buSzPct val="75000"/>
              <a:buFont typeface="Symbol"/>
              <a:buChar char=""/>
              <a:defRPr sz="1800" b="0" u="none">
                <a:solidFill>
                  <a:schemeClr val="dk1"/>
                </a:solidFill>
                <a:latin typeface="微软雅黑"/>
                <a:ea typeface="微软雅黑"/>
                <a:cs typeface="微软雅黑"/>
              </a:defRPr>
            </a:lvl2pPr>
            <a:lvl3pPr algn="l">
              <a:lnSpc>
                <a:spcPct val="90000"/>
              </a:lnSpc>
              <a:spcBef>
                <a:spcPts val="850"/>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3pPr>
            <a:lvl4pPr algn="l">
              <a:lnSpc>
                <a:spcPct val="90000"/>
              </a:lnSpc>
              <a:spcBef>
                <a:spcPts val="565"/>
              </a:spcBef>
              <a:buClr>
                <a:srgbClr val="000000"/>
              </a:buClr>
              <a:buSzPct val="75000"/>
              <a:buFont typeface="Symbol"/>
              <a:buChar char=""/>
              <a:defRPr sz="1800" b="0" u="none">
                <a:solidFill>
                  <a:schemeClr val="dk1"/>
                </a:solidFill>
                <a:latin typeface="微软雅黑"/>
                <a:ea typeface="微软雅黑"/>
                <a:cs typeface="微软雅黑"/>
              </a:defRPr>
            </a:lvl4pPr>
            <a:lvl5pPr algn="l">
              <a:lnSpc>
                <a:spcPct val="90000"/>
              </a:lnSpc>
              <a:spcBef>
                <a:spcPts val="285"/>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5pPr>
            <a:lvl6pPr algn="l">
              <a:lnSpc>
                <a:spcPct val="90000"/>
              </a:lnSpc>
              <a:spcBef>
                <a:spcPts val="285"/>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6pPr>
            <a:lvl7pPr algn="l">
              <a:lnSpc>
                <a:spcPct val="90000"/>
              </a:lnSpc>
              <a:spcBef>
                <a:spcPts val="285"/>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7pPr>
          </a:lstStyle>
          <a:p>
            <a:pPr indent="-323850" algn="l">
              <a:lnSpc>
                <a:spcPct val="90000"/>
              </a:lnSpc>
              <a:spcBef>
                <a:spcPts val="1415"/>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Click to edit the outline text format</a:t>
            </a:r>
            <a:endParaRPr sz="1800" b="0" u="none">
              <a:solidFill>
                <a:schemeClr val="dk1"/>
              </a:solidFill>
              <a:latin typeface="微软雅黑"/>
              <a:ea typeface="微软雅黑"/>
              <a:cs typeface="微软雅黑"/>
            </a:endParaRPr>
          </a:p>
          <a:p>
            <a:pPr marL="457200" lvl="1" indent="-323850" algn="l">
              <a:lnSpc>
                <a:spcPct val="90000"/>
              </a:lnSpc>
              <a:spcBef>
                <a:spcPts val="1135"/>
              </a:spcBef>
              <a:buClr>
                <a:srgbClr val="000000"/>
              </a:buClr>
              <a:buSzPct val="75000"/>
              <a:buFont typeface="Symbol"/>
              <a:buChar char=""/>
            </a:pPr>
            <a:r>
              <a:rPr sz="1800" b="0" u="none">
                <a:solidFill>
                  <a:schemeClr val="dk1"/>
                </a:solidFill>
                <a:latin typeface="微软雅黑"/>
                <a:ea typeface="微软雅黑"/>
                <a:cs typeface="微软雅黑"/>
              </a:rPr>
              <a:t>Second Outline Level</a:t>
            </a:r>
            <a:endParaRPr sz="1800" b="0" u="none">
              <a:solidFill>
                <a:schemeClr val="dk1"/>
              </a:solidFill>
              <a:latin typeface="微软雅黑"/>
              <a:ea typeface="微软雅黑"/>
              <a:cs typeface="微软雅黑"/>
            </a:endParaRPr>
          </a:p>
          <a:p>
            <a:pPr marL="914400" lvl="2" indent="-288290" algn="l">
              <a:lnSpc>
                <a:spcPct val="90000"/>
              </a:lnSpc>
              <a:spcBef>
                <a:spcPts val="850"/>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371600" lvl="3" indent="-215900" algn="l">
              <a:lnSpc>
                <a:spcPct val="90000"/>
              </a:lnSpc>
              <a:spcBef>
                <a:spcPts val="565"/>
              </a:spcBef>
              <a:buClr>
                <a:srgbClr val="000000"/>
              </a:buClr>
              <a:buSzPct val="75000"/>
              <a:buFont typeface="Symbol"/>
              <a:buChar char=""/>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1828800" lvl="4" indent="-215900" algn="l">
              <a:lnSpc>
                <a:spcPct val="90000"/>
              </a:lnSpc>
              <a:spcBef>
                <a:spcPts val="285"/>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Fifth Outline Level</a:t>
            </a:r>
            <a:endParaRPr sz="1800" b="0" u="none">
              <a:solidFill>
                <a:schemeClr val="dk1"/>
              </a:solidFill>
              <a:latin typeface="微软雅黑"/>
              <a:ea typeface="微软雅黑"/>
              <a:cs typeface="微软雅黑"/>
            </a:endParaRPr>
          </a:p>
          <a:p>
            <a:pPr marL="2286000" lvl="5" indent="-215900" algn="l">
              <a:lnSpc>
                <a:spcPct val="90000"/>
              </a:lnSpc>
              <a:spcBef>
                <a:spcPts val="285"/>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Sixth Outline Level</a:t>
            </a:r>
            <a:endParaRPr sz="1800" b="0" u="none">
              <a:solidFill>
                <a:schemeClr val="dk1"/>
              </a:solidFill>
              <a:latin typeface="微软雅黑"/>
              <a:ea typeface="微软雅黑"/>
              <a:cs typeface="微软雅黑"/>
            </a:endParaRPr>
          </a:p>
          <a:p>
            <a:pPr marL="2743200" lvl="6" indent="-215900" algn="l">
              <a:lnSpc>
                <a:spcPct val="90000"/>
              </a:lnSpc>
              <a:spcBef>
                <a:spcPts val="285"/>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Seventh Outline Level</a:t>
            </a:r>
            <a:endParaRPr sz="1800" b="0" u="none">
              <a:solidFill>
                <a:schemeClr val="dk1"/>
              </a:solidFill>
              <a:latin typeface="微软雅黑"/>
              <a:ea typeface="微软雅黑"/>
              <a:cs typeface="微软雅黑"/>
            </a:endParaRPr>
          </a:p>
        </p:txBody>
      </p:sp>
      <p:pic>
        <p:nvPicPr>
          <p:cNvPr id="247" name="图片 2"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51" name="Freeform 1031"/>
          <p:cNvSpPr>
            <a:spLocks noGrp="1"/>
          </p:cNvSpPr>
          <p:nvPr/>
        </p:nvSpPr>
        <p:spPr>
          <a:xfrm>
            <a:off x="511560" y="415080"/>
            <a:ext cx="295920" cy="387360"/>
          </a:xfrm>
          <a:custGeom>
            <a:avLst/>
            <a:gdLst>
              <a:gd name="textAreaLeft" fmla="*/ 0 w 295920"/>
              <a:gd name="textAreaRight" fmla="*/ 296280 w 295920"/>
              <a:gd name="textAreaTop" fmla="*/ 0 h 387360"/>
              <a:gd name="textAreaBottom" fmla="*/ 387720 h 387360"/>
              <a:gd name="GluePoint1X" fmla="*/ 162 w 539"/>
              <a:gd name="GluePoint1Y" fmla="*/ 705 h 705"/>
              <a:gd name="GluePoint2X" fmla="*/ 0 w 539"/>
              <a:gd name="GluePoint2Y" fmla="*/ 705 h 705"/>
              <a:gd name="GluePoint3X" fmla="*/ 375 w 539"/>
              <a:gd name="GluePoint3Y" fmla="*/ 0 h 705"/>
              <a:gd name="GluePoint4X" fmla="*/ 539 w 539"/>
              <a:gd name="GluePoint4Y" fmla="*/ 0 h 705"/>
              <a:gd name="GluePoint5X" fmla="*/ 162 w 539"/>
              <a:gd name="GluePoint5Y" fmla="*/ 705 h 705"/>
            </a:gdLst>
            <a:ahLst/>
            <a:cxnLst/>
            <a:rect l="textAreaLeft" t="textAreaTop" r="textAreaRight" b="textAreaBottom"/>
            <a:pathLst>
              <a:path w="539" h="705">
                <a:moveTo>
                  <a:pt x="162" y="705"/>
                </a:moveTo>
                <a:lnTo>
                  <a:pt x="0" y="705"/>
                </a:lnTo>
                <a:lnTo>
                  <a:pt x="375" y="0"/>
                </a:lnTo>
                <a:lnTo>
                  <a:pt x="539" y="0"/>
                </a:lnTo>
                <a:lnTo>
                  <a:pt x="162" y="705"/>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52" name="Freeform 1034"/>
          <p:cNvSpPr>
            <a:spLocks noGrp="1"/>
          </p:cNvSpPr>
          <p:nvPr/>
        </p:nvSpPr>
        <p:spPr>
          <a:xfrm>
            <a:off x="435600" y="456840"/>
            <a:ext cx="185400" cy="242640"/>
          </a:xfrm>
          <a:custGeom>
            <a:avLst/>
            <a:gdLst>
              <a:gd name="textAreaLeft" fmla="*/ 0 w 185400"/>
              <a:gd name="textAreaRight" fmla="*/ 185760 w 185400"/>
              <a:gd name="textAreaTop" fmla="*/ 0 h 242640"/>
              <a:gd name="textAreaBottom" fmla="*/ 243000 h 242640"/>
              <a:gd name="GluePoint1X" fmla="*/ 102 w 338"/>
              <a:gd name="GluePoint1Y" fmla="*/ 442 h 442"/>
              <a:gd name="GluePoint2X" fmla="*/ 0 w 338"/>
              <a:gd name="GluePoint2Y" fmla="*/ 442 h 442"/>
              <a:gd name="GluePoint3X" fmla="*/ 235 w 338"/>
              <a:gd name="GluePoint3Y" fmla="*/ 0 h 442"/>
              <a:gd name="GluePoint4X" fmla="*/ 338 w 338"/>
              <a:gd name="GluePoint4Y" fmla="*/ 0 h 442"/>
              <a:gd name="GluePoint5X" fmla="*/ 102 w 338"/>
              <a:gd name="GluePoint5Y" fmla="*/ 442 h 442"/>
            </a:gdLst>
            <a:ahLst/>
            <a:cxnLst/>
            <a:rect l="textAreaLeft" t="textAreaTop" r="textAreaRight" b="textAreaBottom"/>
            <a:pathLst>
              <a:path w="338" h="442">
                <a:moveTo>
                  <a:pt x="102" y="442"/>
                </a:moveTo>
                <a:lnTo>
                  <a:pt x="0" y="442"/>
                </a:lnTo>
                <a:lnTo>
                  <a:pt x="235" y="0"/>
                </a:lnTo>
                <a:lnTo>
                  <a:pt x="338" y="0"/>
                </a:lnTo>
                <a:lnTo>
                  <a:pt x="102" y="442"/>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53" name="Freeform 1032"/>
          <p:cNvSpPr>
            <a:spLocks noGrp="1"/>
          </p:cNvSpPr>
          <p:nvPr/>
        </p:nvSpPr>
        <p:spPr>
          <a:xfrm>
            <a:off x="696240" y="572400"/>
            <a:ext cx="185400" cy="243360"/>
          </a:xfrm>
          <a:custGeom>
            <a:avLst/>
            <a:gdLst>
              <a:gd name="textAreaLeft" fmla="*/ 0 w 185400"/>
              <a:gd name="textAreaRight" fmla="*/ 185760 w 185400"/>
              <a:gd name="textAreaTop" fmla="*/ 0 h 243360"/>
              <a:gd name="textAreaBottom" fmla="*/ 243720 h 243360"/>
              <a:gd name="GluePoint1X" fmla="*/ 102 w 338"/>
              <a:gd name="GluePoint1Y" fmla="*/ 443 h 443"/>
              <a:gd name="GluePoint2X" fmla="*/ 0 w 338"/>
              <a:gd name="GluePoint2Y" fmla="*/ 443 h 443"/>
              <a:gd name="GluePoint3X" fmla="*/ 235 w 338"/>
              <a:gd name="GluePoint3Y" fmla="*/ 0 h 443"/>
              <a:gd name="GluePoint4X" fmla="*/ 338 w 338"/>
              <a:gd name="GluePoint4Y" fmla="*/ 0 h 443"/>
              <a:gd name="GluePoint5X" fmla="*/ 102 w 338"/>
              <a:gd name="GluePoint5Y" fmla="*/ 443 h 443"/>
            </a:gdLst>
            <a:ahLst/>
            <a:cxnLst/>
            <a:rect l="textAreaLeft" t="textAreaTop" r="textAreaRight" b="textAreaBottom"/>
            <a:pathLst>
              <a:path w="338" h="443">
                <a:moveTo>
                  <a:pt x="102" y="443"/>
                </a:moveTo>
                <a:lnTo>
                  <a:pt x="0" y="443"/>
                </a:lnTo>
                <a:lnTo>
                  <a:pt x="235" y="0"/>
                </a:lnTo>
                <a:lnTo>
                  <a:pt x="338" y="0"/>
                </a:lnTo>
                <a:lnTo>
                  <a:pt x="102" y="443"/>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54" name="Freeform 1033"/>
          <p:cNvSpPr>
            <a:spLocks noGrp="1"/>
          </p:cNvSpPr>
          <p:nvPr/>
        </p:nvSpPr>
        <p:spPr>
          <a:xfrm>
            <a:off x="543960" y="318960"/>
            <a:ext cx="185400" cy="242640"/>
          </a:xfrm>
          <a:custGeom>
            <a:avLst/>
            <a:gdLst>
              <a:gd name="textAreaLeft" fmla="*/ 0 w 185400"/>
              <a:gd name="textAreaRight" fmla="*/ 185760 w 185400"/>
              <a:gd name="textAreaTop" fmla="*/ 0 h 242640"/>
              <a:gd name="textAreaBottom" fmla="*/ 243000 h 242640"/>
              <a:gd name="GluePoint1X" fmla="*/ 103 w 338"/>
              <a:gd name="GluePoint1Y" fmla="*/ 442 h 442"/>
              <a:gd name="GluePoint2X" fmla="*/ 0 w 338"/>
              <a:gd name="GluePoint2Y" fmla="*/ 442 h 442"/>
              <a:gd name="GluePoint3X" fmla="*/ 236 w 338"/>
              <a:gd name="GluePoint3Y" fmla="*/ 0 h 442"/>
              <a:gd name="GluePoint4X" fmla="*/ 338 w 338"/>
              <a:gd name="GluePoint4Y" fmla="*/ 0 h 442"/>
              <a:gd name="GluePoint5X" fmla="*/ 103 w 338"/>
              <a:gd name="GluePoint5Y" fmla="*/ 442 h 442"/>
            </a:gdLst>
            <a:ahLst/>
            <a:cxnLst/>
            <a:rect l="textAreaLeft" t="textAreaTop" r="textAreaRight" b="textAreaBottom"/>
            <a:pathLst>
              <a:path w="338" h="442">
                <a:moveTo>
                  <a:pt x="103" y="442"/>
                </a:moveTo>
                <a:lnTo>
                  <a:pt x="0" y="442"/>
                </a:lnTo>
                <a:lnTo>
                  <a:pt x="236" y="0"/>
                </a:lnTo>
                <a:lnTo>
                  <a:pt x="338" y="0"/>
                </a:lnTo>
                <a:lnTo>
                  <a:pt x="103" y="442"/>
                </a:lnTo>
                <a:close/>
              </a:path>
            </a:pathLst>
          </a:custGeom>
          <a:solidFill>
            <a:schemeClr val="accent1">
              <a:alpha val="73000"/>
            </a:schemeClr>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55" name="Freeform 1029"/>
          <p:cNvSpPr>
            <a:spLocks noGrp="1"/>
          </p:cNvSpPr>
          <p:nvPr/>
        </p:nvSpPr>
        <p:spPr>
          <a:xfrm>
            <a:off x="595440" y="327240"/>
            <a:ext cx="5800320" cy="440280"/>
          </a:xfrm>
          <a:prstGeom prst="parallelogram">
            <a:avLst>
              <a:gd name="adj" fmla="val 53329"/>
            </a:avLst>
          </a:prstGeom>
          <a:gradFill rotWithShape="0">
            <a:gsLst>
              <a:gs pos="0">
                <a:srgbClr val="ED6F00">
                  <a:alpha val="9000"/>
                </a:srgbClr>
              </a:gs>
              <a:gs pos="100000">
                <a:srgbClr val="ED6F00">
                  <a:alpha val="0"/>
                </a:srgbClr>
              </a:gs>
            </a:gsLst>
            <a:lin ang="2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56" name="Freeform 1030"/>
          <p:cNvSpPr>
            <a:spLocks noGrp="1"/>
          </p:cNvSpPr>
          <p:nvPr/>
        </p:nvSpPr>
        <p:spPr>
          <a:xfrm>
            <a:off x="585360" y="327240"/>
            <a:ext cx="336600" cy="440280"/>
          </a:xfrm>
          <a:custGeom>
            <a:avLst/>
            <a:gdLst>
              <a:gd name="textAreaLeft" fmla="*/ 0 w 336600"/>
              <a:gd name="textAreaRight" fmla="*/ 336960 w 336600"/>
              <a:gd name="textAreaTop" fmla="*/ 0 h 440280"/>
              <a:gd name="textAreaBottom" fmla="*/ 440640 h 440280"/>
              <a:gd name="GluePoint1X" fmla="*/ 161 w 539"/>
              <a:gd name="GluePoint1Y" fmla="*/ 705 h 705"/>
              <a:gd name="GluePoint2X" fmla="*/ 0 w 539"/>
              <a:gd name="GluePoint2Y" fmla="*/ 705 h 705"/>
              <a:gd name="GluePoint3X" fmla="*/ 377 w 539"/>
              <a:gd name="GluePoint3Y" fmla="*/ 0 h 705"/>
              <a:gd name="GluePoint4X" fmla="*/ 539 w 539"/>
              <a:gd name="GluePoint4Y" fmla="*/ 0 h 705"/>
              <a:gd name="GluePoint5X" fmla="*/ 161 w 539"/>
              <a:gd name="GluePoint5Y" fmla="*/ 705 h 705"/>
            </a:gdLst>
            <a:ahLst/>
            <a:cxnLst/>
            <a:rect l="textAreaLeft" t="textAreaTop" r="textAreaRight" b="textAreaBottom"/>
            <a:pathLst>
              <a:path w="539" h="705">
                <a:moveTo>
                  <a:pt x="161" y="705"/>
                </a:moveTo>
                <a:lnTo>
                  <a:pt x="0" y="705"/>
                </a:lnTo>
                <a:lnTo>
                  <a:pt x="377" y="0"/>
                </a:lnTo>
                <a:lnTo>
                  <a:pt x="539" y="0"/>
                </a:lnTo>
                <a:lnTo>
                  <a:pt x="161" y="705"/>
                </a:lnTo>
                <a:close/>
              </a:path>
            </a:pathLst>
          </a:custGeom>
          <a:gradFill rotWithShape="0">
            <a:gsLst>
              <a:gs pos="26000">
                <a:srgbClr val="ED6F00"/>
              </a:gs>
              <a:gs pos="100000">
                <a:srgbClr val="FFA85B"/>
              </a:gs>
            </a:gsLst>
            <a:lin ang="162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57" name="PlaceHolder 2"/>
          <p:cNvSpPr>
            <a:spLocks noGrp="1"/>
          </p:cNvSpPr>
          <p:nvPr>
            <p:ph type="title" idx="10"/>
          </p:nvPr>
        </p:nvSpPr>
        <p:spPr>
          <a:xfrm>
            <a:off x="1003680" y="364320"/>
            <a:ext cx="6845040" cy="369000"/>
          </a:xfrm>
          <a:prstGeom prst="rect">
            <a:avLst/>
          </a:prstGeom>
          <a:noFill/>
          <a:ln w="0">
            <a:noFill/>
          </a:ln>
        </p:spPr>
        <p:txBody>
          <a:bodyPr lIns="90000" tIns="45000" rIns="90000" bIns="45000" anchor="t">
            <a:normAutofit fontScale="85000" lnSpcReduction="9999"/>
          </a:bodyPr>
          <a:lstStyle>
            <a:lvl1pPr indent="0" algn="l" defTabSz="914400">
              <a:lnSpc>
                <a:spcPct val="100000"/>
              </a:lnSpc>
              <a:buNone/>
              <a:tabLst>
                <a:tab pos="0" algn="l"/>
              </a:tabLst>
              <a:defRPr sz="2400" b="1" u="none" spc="99">
                <a:solidFill>
                  <a:schemeClr val="accent1"/>
                </a:solidFill>
                <a:latin typeface="思源黑体 CN Bold"/>
                <a:ea typeface="思源黑体 CN Bold"/>
                <a:cs typeface="思源黑体 CN Bold"/>
              </a:defRPr>
            </a:lvl1pPr>
          </a:lstStyle>
          <a:p>
            <a:pPr indent="0" algn="l" defTabSz="914400">
              <a:lnSpc>
                <a:spcPct val="100000"/>
              </a:lnSpc>
              <a:buNone/>
              <a:tabLst>
                <a:tab pos="0" algn="l"/>
              </a:tabLst>
            </a:pPr>
            <a:r>
              <a:rPr sz="2400" b="1" u="none" spc="99">
                <a:solidFill>
                  <a:schemeClr val="accent1"/>
                </a:solidFill>
                <a:latin typeface="思源黑体 CN Bold"/>
                <a:ea typeface="思源黑体 CN Bold"/>
                <a:cs typeface="思源黑体 CN Bold"/>
              </a:rPr>
              <a:t>单击此处编辑母版标题样式</a:t>
            </a:r>
            <a:endParaRPr sz="2400" b="1" u="none" spc="99">
              <a:solidFill>
                <a:schemeClr val="accent1"/>
              </a:solidFill>
              <a:latin typeface="思源黑体 CN Bold"/>
              <a:ea typeface="思源黑体 CN Bold"/>
              <a:cs typeface="思源黑体 CN Bold"/>
            </a:endParaRPr>
          </a:p>
        </p:txBody>
      </p:sp>
      <p:sp>
        <p:nvSpPr>
          <p:cNvPr id="158" name="任意多边形: 形状 9"/>
          <p:cNvSpPr>
            <a:spLocks noGrp="1"/>
          </p:cNvSpPr>
          <p:nvPr/>
        </p:nvSpPr>
        <p:spPr>
          <a:xfrm>
            <a:off x="0" y="6427800"/>
            <a:ext cx="12191760" cy="429840"/>
          </a:xfrm>
          <a:custGeom>
            <a:avLst/>
            <a:gdLst>
              <a:gd name="textAreaLeft" fmla="*/ 0 w 12191760"/>
              <a:gd name="textAreaRight" fmla="*/ 12192120 w 12191760"/>
              <a:gd name="textAreaTop" fmla="*/ 0 h 429840"/>
              <a:gd name="textAreaBottom" fmla="*/ 430200 h 429840"/>
              <a:gd name="GluePoint1X" fmla="*/ 0 w 12192000"/>
              <a:gd name="GluePoint1Y" fmla="*/ 0 h 381000"/>
              <a:gd name="GluePoint2X" fmla="*/ 12192000 w 12192000"/>
              <a:gd name="GluePoint2Y" fmla="*/ 0 h 381000"/>
              <a:gd name="GluePoint3X" fmla="*/ 12192000 w 12192000"/>
              <a:gd name="GluePoint3Y" fmla="*/ 381000 h 381000"/>
              <a:gd name="GluePoint4X" fmla="*/ 0 w 12192000"/>
              <a:gd name="GluePoint4Y" fmla="*/ 381000 h 381000"/>
            </a:gdLst>
            <a:ahLst/>
            <a:cxnLst/>
            <a:rect l="textAreaLeft" t="textAreaTop" r="textAreaRight" b="textAreaBottom"/>
            <a:pathLst>
              <a:path w="12192000" h="381000">
                <a:moveTo>
                  <a:pt x="0" y="0"/>
                </a:moveTo>
                <a:lnTo>
                  <a:pt x="12192000" y="0"/>
                </a:lnTo>
                <a:lnTo>
                  <a:pt x="12192000" y="381000"/>
                </a:lnTo>
                <a:lnTo>
                  <a:pt x="0" y="381000"/>
                </a:lnTo>
                <a:close/>
              </a:path>
            </a:pathLst>
          </a:custGeom>
          <a:solidFill>
            <a:srgbClr val="ED6F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161" name="任意多边形: 形状 33"/>
          <p:cNvSpPr>
            <a:spLocks noGrp="1"/>
          </p:cNvSpPr>
          <p:nvPr/>
        </p:nvSpPr>
        <p:spPr>
          <a:xfrm>
            <a:off x="10206000" y="6556680"/>
            <a:ext cx="88200" cy="100800"/>
          </a:xfrm>
          <a:custGeom>
            <a:avLst/>
            <a:gdLst>
              <a:gd name="textAreaLeft" fmla="*/ 0 w 88200"/>
              <a:gd name="textAreaRight" fmla="*/ 88560 w 88200"/>
              <a:gd name="textAreaTop" fmla="*/ 0 h 100800"/>
              <a:gd name="textAreaBottom" fmla="*/ 101160 h 100800"/>
              <a:gd name="GluePoint1X" fmla="*/ 21465 w 53300"/>
              <a:gd name="GluePoint1Y" fmla="*/ 19954 h 60737"/>
              <a:gd name="GluePoint2X" fmla="*/ 21465 w 53300"/>
              <a:gd name="GluePoint2Y" fmla="*/ 31321 h 60737"/>
              <a:gd name="GluePoint3X" fmla="*/ 8798 w 53300"/>
              <a:gd name="GluePoint3Y" fmla="*/ 31321 h 60737"/>
              <a:gd name="GluePoint4X" fmla="*/ 8798 w 53300"/>
              <a:gd name="GluePoint4Y" fmla="*/ 19954 h 60737"/>
              <a:gd name="GluePoint5X" fmla="*/ 21465 w 53300"/>
              <a:gd name="GluePoint5Y" fmla="*/ 19954 h 60737"/>
              <a:gd name="GluePoint6X" fmla="*/ 8798 w 53300"/>
              <a:gd name="GluePoint6Y" fmla="*/ 42961 h 60737"/>
              <a:gd name="GluePoint7X" fmla="*/ 8798 w 53300"/>
              <a:gd name="GluePoint7Y" fmla="*/ 38305 h 60737"/>
              <a:gd name="GluePoint8X" fmla="*/ 21465 w 53300"/>
              <a:gd name="GluePoint8Y" fmla="*/ 38305 h 60737"/>
              <a:gd name="GluePoint9X" fmla="*/ 21465 w 53300"/>
              <a:gd name="GluePoint9Y" fmla="*/ 60738 h 60737"/>
              <a:gd name="GluePoint10X" fmla="*/ 30777 w 53300"/>
              <a:gd name="GluePoint10Y" fmla="*/ 60738 h 60737"/>
              <a:gd name="GluePoint11X" fmla="*/ 30777 w 53300"/>
              <a:gd name="GluePoint11Y" fmla="*/ 38305 h 60737"/>
              <a:gd name="GluePoint12X" fmla="*/ 43717 w 53300"/>
              <a:gd name="GluePoint12Y" fmla="*/ 38305 h 60737"/>
              <a:gd name="GluePoint13X" fmla="*/ 43717 w 53300"/>
              <a:gd name="GluePoint13Y" fmla="*/ 42175 h 60737"/>
              <a:gd name="GluePoint14X" fmla="*/ 53300 w 53300"/>
              <a:gd name="GluePoint14Y" fmla="*/ 42175 h 60737"/>
              <a:gd name="GluePoint15X" fmla="*/ 53300 w 53300"/>
              <a:gd name="GluePoint15Y" fmla="*/ 12698 h 60737"/>
              <a:gd name="GluePoint16X" fmla="*/ 30807 w 53300"/>
              <a:gd name="GluePoint16Y" fmla="*/ 12698 h 60737"/>
              <a:gd name="GluePoint17X" fmla="*/ 30807 w 53300"/>
              <a:gd name="GluePoint17Y" fmla="*/ 6228 h 60737"/>
              <a:gd name="GluePoint18X" fmla="*/ 31684 w 53300"/>
              <a:gd name="GluePoint18Y" fmla="*/ 1270 h 60737"/>
              <a:gd name="GluePoint19X" fmla="*/ 31865 w 53300"/>
              <a:gd name="GluePoint19Y" fmla="*/ 514 h 60737"/>
              <a:gd name="GluePoint20X" fmla="*/ 30112 w 53300"/>
              <a:gd name="GluePoint20Y" fmla="*/ 60 h 60737"/>
              <a:gd name="GluePoint21X" fmla="*/ 27330 w 53300"/>
              <a:gd name="GluePoint21Y" fmla="*/ 0 h 60737"/>
              <a:gd name="GluePoint22X" fmla="*/ 21223 w 53300"/>
              <a:gd name="GluePoint22Y" fmla="*/ 0 h 60737"/>
              <a:gd name="GluePoint23X" fmla="*/ 21223 w 53300"/>
              <a:gd name="GluePoint23Y" fmla="*/ 12668 h 60737"/>
              <a:gd name="GluePoint24X" fmla="*/ 0 w 53300"/>
              <a:gd name="GluePoint24Y" fmla="*/ 12668 h 60737"/>
              <a:gd name="GluePoint25X" fmla="*/ 0 w 53300"/>
              <a:gd name="GluePoint25Y" fmla="*/ 42930 h 60737"/>
              <a:gd name="GluePoint26X" fmla="*/ 8798 w 53300"/>
              <a:gd name="GluePoint26Y" fmla="*/ 42930 h 60737"/>
              <a:gd name="GluePoint27X" fmla="*/ 30777 w 53300"/>
              <a:gd name="GluePoint27Y" fmla="*/ 31321 h 60737"/>
              <a:gd name="GluePoint28X" fmla="*/ 30777 w 53300"/>
              <a:gd name="GluePoint28Y" fmla="*/ 19954 h 60737"/>
              <a:gd name="GluePoint29X" fmla="*/ 43717 w 53300"/>
              <a:gd name="GluePoint29Y" fmla="*/ 19954 h 60737"/>
              <a:gd name="GluePoint30X" fmla="*/ 43717 w 53300"/>
              <a:gd name="GluePoint30Y" fmla="*/ 31321 h 60737"/>
              <a:gd name="GluePoint31X" fmla="*/ 30777 w 53300"/>
              <a:gd name="GluePoint31Y" fmla="*/ 31321 h 60737"/>
            </a:gdLst>
            <a:ahLst/>
            <a:cxnLst/>
            <a:rect l="textAreaLeft" t="textAreaTop" r="textAreaRight" b="textAreaBottom"/>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2" name="任意多边形: 形状 34"/>
          <p:cNvSpPr>
            <a:spLocks noGrp="1"/>
          </p:cNvSpPr>
          <p:nvPr/>
        </p:nvSpPr>
        <p:spPr>
          <a:xfrm>
            <a:off x="10353240" y="6559560"/>
            <a:ext cx="89640" cy="97560"/>
          </a:xfrm>
          <a:custGeom>
            <a:avLst/>
            <a:gdLst>
              <a:gd name="textAreaLeft" fmla="*/ 0 w 89640"/>
              <a:gd name="textAreaRight" fmla="*/ 90000 w 89640"/>
              <a:gd name="textAreaTop" fmla="*/ 0 h 97560"/>
              <a:gd name="textAreaBottom" fmla="*/ 97920 h 97560"/>
              <a:gd name="GluePoint1X" fmla="*/ 45531 w 54056"/>
              <a:gd name="GluePoint1Y" fmla="*/ 48614 h 58923"/>
              <a:gd name="GluePoint2X" fmla="*/ 8284 w 54056"/>
              <a:gd name="GluePoint2Y" fmla="*/ 48614 h 58923"/>
              <a:gd name="GluePoint3X" fmla="*/ 8284 w 54056"/>
              <a:gd name="GluePoint3Y" fmla="*/ 6984 h 58923"/>
              <a:gd name="GluePoint4X" fmla="*/ 45531 w 54056"/>
              <a:gd name="GluePoint4Y" fmla="*/ 6984 h 58923"/>
              <a:gd name="GluePoint5X" fmla="*/ 45531 w 54056"/>
              <a:gd name="GluePoint5Y" fmla="*/ 48614 h 58923"/>
              <a:gd name="GluePoint6X" fmla="*/ 8284 w 54056"/>
              <a:gd name="GluePoint6Y" fmla="*/ 58893 h 58923"/>
              <a:gd name="GluePoint7X" fmla="*/ 8284 w 54056"/>
              <a:gd name="GluePoint7Y" fmla="*/ 55538 h 58923"/>
              <a:gd name="GluePoint8X" fmla="*/ 45531 w 54056"/>
              <a:gd name="GluePoint8Y" fmla="*/ 55538 h 58923"/>
              <a:gd name="GluePoint9X" fmla="*/ 45531 w 54056"/>
              <a:gd name="GluePoint9Y" fmla="*/ 58379 h 58923"/>
              <a:gd name="GluePoint10X" fmla="*/ 54056 w 54056"/>
              <a:gd name="GluePoint10Y" fmla="*/ 58379 h 58923"/>
              <a:gd name="GluePoint11X" fmla="*/ 54056 w 54056"/>
              <a:gd name="GluePoint11Y" fmla="*/ 0 h 58923"/>
              <a:gd name="GluePoint12X" fmla="*/ 0 w 54056"/>
              <a:gd name="GluePoint12Y" fmla="*/ 0 h 58923"/>
              <a:gd name="GluePoint13X" fmla="*/ 0 w 54056"/>
              <a:gd name="GluePoint13Y" fmla="*/ 58924 h 58923"/>
              <a:gd name="GluePoint14X" fmla="*/ 8284 w 54056"/>
              <a:gd name="GluePoint14Y" fmla="*/ 58924 h 58923"/>
              <a:gd name="GluePoint15X" fmla="*/ 11640 w 54056"/>
              <a:gd name="GluePoint15Y" fmla="*/ 29477 h 58923"/>
              <a:gd name="GluePoint16X" fmla="*/ 22251 w 54056"/>
              <a:gd name="GluePoint16Y" fmla="*/ 29477 h 58923"/>
              <a:gd name="GluePoint17X" fmla="*/ 22251 w 54056"/>
              <a:gd name="GluePoint17Y" fmla="*/ 38003 h 58923"/>
              <a:gd name="GluePoint18X" fmla="*/ 10098 w 54056"/>
              <a:gd name="GluePoint18Y" fmla="*/ 38003 h 58923"/>
              <a:gd name="GluePoint19X" fmla="*/ 10098 w 54056"/>
              <a:gd name="GluePoint19Y" fmla="*/ 44714 h 58923"/>
              <a:gd name="GluePoint20X" fmla="*/ 43717 w 54056"/>
              <a:gd name="GluePoint20Y" fmla="*/ 44714 h 58923"/>
              <a:gd name="GluePoint21X" fmla="*/ 43717 w 54056"/>
              <a:gd name="GluePoint21Y" fmla="*/ 38003 h 58923"/>
              <a:gd name="GluePoint22X" fmla="*/ 38819 w 54056"/>
              <a:gd name="GluePoint22Y" fmla="*/ 38003 h 58923"/>
              <a:gd name="GluePoint23X" fmla="*/ 42689 w 54056"/>
              <a:gd name="GluePoint23Y" fmla="*/ 35403 h 58923"/>
              <a:gd name="GluePoint24X" fmla="*/ 39061 w 54056"/>
              <a:gd name="GluePoint24Y" fmla="*/ 29447 h 58923"/>
              <a:gd name="GluePoint25X" fmla="*/ 42144 w 54056"/>
              <a:gd name="GluePoint25Y" fmla="*/ 29447 h 58923"/>
              <a:gd name="GluePoint26X" fmla="*/ 42144 w 54056"/>
              <a:gd name="GluePoint26Y" fmla="*/ 22977 h 58923"/>
              <a:gd name="GluePoint27X" fmla="*/ 30505 w 54056"/>
              <a:gd name="GluePoint27Y" fmla="*/ 22977 h 58923"/>
              <a:gd name="GluePoint28X" fmla="*/ 30505 w 54056"/>
              <a:gd name="GluePoint28Y" fmla="*/ 17293 h 58923"/>
              <a:gd name="GluePoint29X" fmla="*/ 43172 w 54056"/>
              <a:gd name="GluePoint29Y" fmla="*/ 17293 h 58923"/>
              <a:gd name="GluePoint30X" fmla="*/ 43172 w 54056"/>
              <a:gd name="GluePoint30Y" fmla="*/ 10823 h 58923"/>
              <a:gd name="GluePoint31X" fmla="*/ 10581 w 54056"/>
              <a:gd name="GluePoint31Y" fmla="*/ 10823 h 58923"/>
              <a:gd name="GluePoint32X" fmla="*/ 10581 w 54056"/>
              <a:gd name="GluePoint32Y" fmla="*/ 17293 h 58923"/>
              <a:gd name="GluePoint33X" fmla="*/ 22221 w 54056"/>
              <a:gd name="GluePoint33Y" fmla="*/ 17293 h 58923"/>
              <a:gd name="GluePoint34X" fmla="*/ 22221 w 54056"/>
              <a:gd name="GluePoint34Y" fmla="*/ 22977 h 58923"/>
              <a:gd name="GluePoint35X" fmla="*/ 11609 w 54056"/>
              <a:gd name="GluePoint35Y" fmla="*/ 22977 h 58923"/>
              <a:gd name="GluePoint36X" fmla="*/ 11609 w 54056"/>
              <a:gd name="GluePoint36Y" fmla="*/ 29447 h 58923"/>
              <a:gd name="GluePoint37X" fmla="*/ 35705 w 54056"/>
              <a:gd name="GluePoint37Y" fmla="*/ 38003 h 58923"/>
              <a:gd name="GluePoint38X" fmla="*/ 30535 w 54056"/>
              <a:gd name="GluePoint38Y" fmla="*/ 38003 h 58923"/>
              <a:gd name="GluePoint39X" fmla="*/ 30535 w 54056"/>
              <a:gd name="GluePoint39Y" fmla="*/ 29477 h 58923"/>
              <a:gd name="GluePoint40X" fmla="*/ 35705 w 54056"/>
              <a:gd name="GluePoint40Y" fmla="*/ 29477 h 58923"/>
              <a:gd name="GluePoint41X" fmla="*/ 31835 w 54056"/>
              <a:gd name="GluePoint41Y" fmla="*/ 32077 h 58923"/>
              <a:gd name="GluePoint42X" fmla="*/ 35705 w 54056"/>
              <a:gd name="GluePoint42Y" fmla="*/ 38033 h 58923"/>
            </a:gdLst>
            <a:ahLst/>
            <a:cxnLst/>
            <a:rect l="textAreaLeft" t="textAreaTop" r="textAreaRight" b="textAreaBottom"/>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3" name="任意多边形: 形状 35"/>
          <p:cNvSpPr>
            <a:spLocks noGrp="1"/>
          </p:cNvSpPr>
          <p:nvPr/>
        </p:nvSpPr>
        <p:spPr>
          <a:xfrm>
            <a:off x="10494720" y="6557400"/>
            <a:ext cx="102240" cy="99360"/>
          </a:xfrm>
          <a:custGeom>
            <a:avLst/>
            <a:gdLst>
              <a:gd name="textAreaLeft" fmla="*/ 0 w 102240"/>
              <a:gd name="textAreaRight" fmla="*/ 102600 w 102240"/>
              <a:gd name="textAreaTop" fmla="*/ 0 h 99360"/>
              <a:gd name="textAreaBottom" fmla="*/ 99720 h 99360"/>
              <a:gd name="GluePoint1X" fmla="*/ 45017 w 61584"/>
              <a:gd name="GluePoint1Y" fmla="*/ 13998 h 59981"/>
              <a:gd name="GluePoint2X" fmla="*/ 39061 w 61584"/>
              <a:gd name="GluePoint2Y" fmla="*/ 18654 h 59981"/>
              <a:gd name="GluePoint3X" fmla="*/ 37640 w 61584"/>
              <a:gd name="GluePoint3Y" fmla="*/ 16779 h 59981"/>
              <a:gd name="GluePoint4X" fmla="*/ 31019 w 61584"/>
              <a:gd name="GluePoint4Y" fmla="*/ 8314 h 59981"/>
              <a:gd name="GluePoint5X" fmla="*/ 37489 w 61584"/>
              <a:gd name="GluePoint5Y" fmla="*/ 3658 h 59981"/>
              <a:gd name="GluePoint6X" fmla="*/ 44986 w 61584"/>
              <a:gd name="GluePoint6Y" fmla="*/ 13998 h 59981"/>
              <a:gd name="GluePoint7X" fmla="*/ 45803 w 61584"/>
              <a:gd name="GluePoint7Y" fmla="*/ 30 h 59981"/>
              <a:gd name="GluePoint8X" fmla="*/ 51244 w 61584"/>
              <a:gd name="GluePoint8Y" fmla="*/ 30 h 59981"/>
              <a:gd name="GluePoint9X" fmla="*/ 54600 w 61584"/>
              <a:gd name="GluePoint9Y" fmla="*/ 1058 h 59981"/>
              <a:gd name="GluePoint10X" fmla="*/ 54510 w 61584"/>
              <a:gd name="GluePoint10Y" fmla="*/ 1814 h 59981"/>
              <a:gd name="GluePoint11X" fmla="*/ 54086 w 61584"/>
              <a:gd name="GluePoint11Y" fmla="*/ 5986 h 59981"/>
              <a:gd name="GluePoint12X" fmla="*/ 54086 w 61584"/>
              <a:gd name="GluePoint12Y" fmla="*/ 34949 h 59981"/>
              <a:gd name="GluePoint13X" fmla="*/ 61070 w 61584"/>
              <a:gd name="GluePoint13Y" fmla="*/ 33921 h 59981"/>
              <a:gd name="GluePoint14X" fmla="*/ 61584 w 61584"/>
              <a:gd name="GluePoint14Y" fmla="*/ 40633 h 59981"/>
              <a:gd name="GluePoint15X" fmla="*/ 54086 w 61584"/>
              <a:gd name="GluePoint15Y" fmla="*/ 41933 h 59981"/>
              <a:gd name="GluePoint16X" fmla="*/ 54086 w 61584"/>
              <a:gd name="GluePoint16Y" fmla="*/ 59982 h 59981"/>
              <a:gd name="GluePoint17X" fmla="*/ 45803 w 61584"/>
              <a:gd name="GluePoint17Y" fmla="*/ 59982 h 59981"/>
              <a:gd name="GluePoint18X" fmla="*/ 45803 w 61584"/>
              <a:gd name="GluePoint18Y" fmla="*/ 43233 h 59981"/>
              <a:gd name="GluePoint19X" fmla="*/ 26937 w 61584"/>
              <a:gd name="GluePoint19Y" fmla="*/ 46075 h 59981"/>
              <a:gd name="GluePoint20X" fmla="*/ 26151 w 61584"/>
              <a:gd name="GluePoint20Y" fmla="*/ 40391 h 59981"/>
              <a:gd name="GluePoint21X" fmla="*/ 25123 w 61584"/>
              <a:gd name="GluePoint21Y" fmla="*/ 41177 h 59981"/>
              <a:gd name="GluePoint22X" fmla="*/ 24337 w 61584"/>
              <a:gd name="GluePoint22Y" fmla="*/ 40179 h 59981"/>
              <a:gd name="GluePoint23X" fmla="*/ 20195 w 61584"/>
              <a:gd name="GluePoint23Y" fmla="*/ 34707 h 59981"/>
              <a:gd name="GluePoint24X" fmla="*/ 20195 w 61584"/>
              <a:gd name="GluePoint24Y" fmla="*/ 59468 h 59981"/>
              <a:gd name="GluePoint25X" fmla="*/ 12426 w 61584"/>
              <a:gd name="GluePoint25Y" fmla="*/ 59468 h 59981"/>
              <a:gd name="GluePoint26X" fmla="*/ 12426 w 61584"/>
              <a:gd name="GluePoint26Y" fmla="*/ 37277 h 59981"/>
              <a:gd name="GluePoint27X" fmla="*/ 10642 w 61584"/>
              <a:gd name="GluePoint27Y" fmla="*/ 40512 h 59981"/>
              <a:gd name="GluePoint28X" fmla="*/ 5170 w 61584"/>
              <a:gd name="GluePoint28Y" fmla="*/ 49703 h 59981"/>
              <a:gd name="GluePoint29X" fmla="*/ 877 w 61584"/>
              <a:gd name="GluePoint29Y" fmla="*/ 44261 h 59981"/>
              <a:gd name="GluePoint30X" fmla="*/ 0 w 61584"/>
              <a:gd name="GluePoint30Y" fmla="*/ 43233 h 59981"/>
              <a:gd name="GluePoint31X" fmla="*/ 11126 w 61584"/>
              <a:gd name="GluePoint31Y" fmla="*/ 23823 h 59981"/>
              <a:gd name="GluePoint32X" fmla="*/ 1542 w 61584"/>
              <a:gd name="GluePoint32Y" fmla="*/ 23823 h 59981"/>
              <a:gd name="GluePoint33X" fmla="*/ 1542 w 61584"/>
              <a:gd name="GluePoint33Y" fmla="*/ 17112 h 59981"/>
              <a:gd name="GluePoint34X" fmla="*/ 12395 w 61584"/>
              <a:gd name="GluePoint34Y" fmla="*/ 17112 h 59981"/>
              <a:gd name="GluePoint35X" fmla="*/ 12395 w 61584"/>
              <a:gd name="GluePoint35Y" fmla="*/ 9856 h 59981"/>
              <a:gd name="GluePoint36X" fmla="*/ 4112 w 61584"/>
              <a:gd name="GluePoint36Y" fmla="*/ 10642 h 59981"/>
              <a:gd name="GluePoint37X" fmla="*/ 1270 w 61584"/>
              <a:gd name="GluePoint37Y" fmla="*/ 4172 h 59981"/>
              <a:gd name="GluePoint38X" fmla="*/ 25335 w 61584"/>
              <a:gd name="GluePoint38Y" fmla="*/ 544 h 59981"/>
              <a:gd name="GluePoint39X" fmla="*/ 26998 w 61584"/>
              <a:gd name="GluePoint39Y" fmla="*/ 3658 h 59981"/>
              <a:gd name="GluePoint40X" fmla="*/ 28691 w 61584"/>
              <a:gd name="GluePoint40Y" fmla="*/ 6772 h 59981"/>
              <a:gd name="GluePoint41X" fmla="*/ 28993 w 61584"/>
              <a:gd name="GluePoint41Y" fmla="*/ 7800 h 59981"/>
              <a:gd name="GluePoint42X" fmla="*/ 28691 w 61584"/>
              <a:gd name="GluePoint42Y" fmla="*/ 8314 h 59981"/>
              <a:gd name="GluePoint43X" fmla="*/ 20165 w 61584"/>
              <a:gd name="GluePoint43Y" fmla="*/ 9100 h 59981"/>
              <a:gd name="GluePoint44X" fmla="*/ 20165 w 61584"/>
              <a:gd name="GluePoint44Y" fmla="*/ 17112 h 59981"/>
              <a:gd name="GluePoint45X" fmla="*/ 28963 w 61584"/>
              <a:gd name="GluePoint45Y" fmla="*/ 17112 h 59981"/>
              <a:gd name="GluePoint46X" fmla="*/ 28963 w 61584"/>
              <a:gd name="GluePoint46Y" fmla="*/ 23823 h 59981"/>
              <a:gd name="GluePoint47X" fmla="*/ 20165 w 61584"/>
              <a:gd name="GluePoint47Y" fmla="*/ 23823 h 59981"/>
              <a:gd name="GluePoint48X" fmla="*/ 20165 w 61584"/>
              <a:gd name="GluePoint48Y" fmla="*/ 29779 h 59981"/>
              <a:gd name="GluePoint49X" fmla="*/ 23793 w 61584"/>
              <a:gd name="GluePoint49Y" fmla="*/ 27179 h 59981"/>
              <a:gd name="GluePoint50X" fmla="*/ 31291 w 61584"/>
              <a:gd name="GluePoint50Y" fmla="*/ 36491 h 59981"/>
              <a:gd name="GluePoint51X" fmla="*/ 28449 w 61584"/>
              <a:gd name="GluePoint51Y" fmla="*/ 38819 h 59981"/>
              <a:gd name="GluePoint52X" fmla="*/ 45772 w 61584"/>
              <a:gd name="GluePoint52Y" fmla="*/ 36219 h 59981"/>
              <a:gd name="GluePoint53X" fmla="*/ 45772 w 61584"/>
              <a:gd name="GluePoint53Y" fmla="*/ 0 h 59981"/>
              <a:gd name="GluePoint54X" fmla="*/ 43203 w 61584"/>
              <a:gd name="GluePoint54Y" fmla="*/ 31563 h 59981"/>
              <a:gd name="GluePoint55X" fmla="*/ 36219 w 61584"/>
              <a:gd name="GluePoint55Y" fmla="*/ 34919 h 59981"/>
              <a:gd name="GluePoint56X" fmla="*/ 29749 w 61584"/>
              <a:gd name="GluePoint56Y" fmla="*/ 23521 h 59981"/>
              <a:gd name="GluePoint57X" fmla="*/ 36733 w 61584"/>
              <a:gd name="GluePoint57Y" fmla="*/ 19379 h 59981"/>
              <a:gd name="GluePoint58X" fmla="*/ 43203 w 61584"/>
              <a:gd name="GluePoint58Y" fmla="*/ 31533 h 59981"/>
            </a:gdLst>
            <a:ahLst/>
            <a:cxnLst/>
            <a:rect l="textAreaLeft" t="textAreaTop" r="textAreaRight" b="textAreaBottom"/>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4" name="任意多边形: 形状 36"/>
          <p:cNvSpPr>
            <a:spLocks noGrp="1"/>
          </p:cNvSpPr>
          <p:nvPr/>
        </p:nvSpPr>
        <p:spPr>
          <a:xfrm>
            <a:off x="10646280" y="6555960"/>
            <a:ext cx="95040" cy="101880"/>
          </a:xfrm>
          <a:custGeom>
            <a:avLst/>
            <a:gdLst>
              <a:gd name="textAreaLeft" fmla="*/ 0 w 95040"/>
              <a:gd name="textAreaRight" fmla="*/ 95400 w 95040"/>
              <a:gd name="textAreaTop" fmla="*/ 0 h 101880"/>
              <a:gd name="textAreaBottom" fmla="*/ 102240 h 101880"/>
              <a:gd name="GluePoint1X" fmla="*/ 25637 w 57442"/>
              <a:gd name="GluePoint1Y" fmla="*/ 12154 h 61463"/>
              <a:gd name="GluePoint2X" fmla="*/ 22554 w 57442"/>
              <a:gd name="GluePoint2Y" fmla="*/ 1814 h 61463"/>
              <a:gd name="GluePoint3X" fmla="*/ 24458 w 57442"/>
              <a:gd name="GluePoint3Y" fmla="*/ 1512 h 61463"/>
              <a:gd name="GluePoint4X" fmla="*/ 32137 w 57442"/>
              <a:gd name="GluePoint4Y" fmla="*/ 514 h 61463"/>
              <a:gd name="GluePoint5X" fmla="*/ 32561 w 57442"/>
              <a:gd name="GluePoint5Y" fmla="*/ 2267 h 61463"/>
              <a:gd name="GluePoint6X" fmla="*/ 34193 w 57442"/>
              <a:gd name="GluePoint6Y" fmla="*/ 10854 h 61463"/>
              <a:gd name="GluePoint7X" fmla="*/ 25668 w 57442"/>
              <a:gd name="GluePoint7Y" fmla="*/ 12154 h 61463"/>
              <a:gd name="GluePoint8X" fmla="*/ 15812 w 57442"/>
              <a:gd name="GluePoint8Y" fmla="*/ 14481 h 61463"/>
              <a:gd name="GluePoint9X" fmla="*/ 34707 w 57442"/>
              <a:gd name="GluePoint9Y" fmla="*/ 14481 h 61463"/>
              <a:gd name="GluePoint10X" fmla="*/ 42991 w 57442"/>
              <a:gd name="GluePoint10Y" fmla="*/ 0 h 61463"/>
              <a:gd name="GluePoint11X" fmla="*/ 52817 w 57442"/>
              <a:gd name="GluePoint11Y" fmla="*/ 3870 h 61463"/>
              <a:gd name="GluePoint12X" fmla="*/ 51486 w 57442"/>
              <a:gd name="GluePoint12Y" fmla="*/ 5502 h 61463"/>
              <a:gd name="GluePoint13X" fmla="*/ 49975 w 57442"/>
              <a:gd name="GluePoint13Y" fmla="*/ 6984 h 61463"/>
              <a:gd name="GluePoint14X" fmla="*/ 47707 w 57442"/>
              <a:gd name="GluePoint14Y" fmla="*/ 9765 h 61463"/>
              <a:gd name="GluePoint15X" fmla="*/ 44019 w 57442"/>
              <a:gd name="GluePoint15Y" fmla="*/ 14209 h 61463"/>
              <a:gd name="GluePoint16X" fmla="*/ 56686 w 57442"/>
              <a:gd name="GluePoint16Y" fmla="*/ 14209 h 61463"/>
              <a:gd name="GluePoint17X" fmla="*/ 56686 w 57442"/>
              <a:gd name="GluePoint17Y" fmla="*/ 28177 h 61463"/>
              <a:gd name="GluePoint18X" fmla="*/ 47889 w 57442"/>
              <a:gd name="GluePoint18Y" fmla="*/ 28177 h 61463"/>
              <a:gd name="GluePoint19X" fmla="*/ 47889 w 57442"/>
              <a:gd name="GluePoint19Y" fmla="*/ 21465 h 61463"/>
              <a:gd name="GluePoint20X" fmla="*/ 8828 w 57442"/>
              <a:gd name="GluePoint20Y" fmla="*/ 21465 h 61463"/>
              <a:gd name="GluePoint21X" fmla="*/ 8828 w 57442"/>
              <a:gd name="GluePoint21Y" fmla="*/ 28177 h 61463"/>
              <a:gd name="GluePoint22X" fmla="*/ 544 w 57442"/>
              <a:gd name="GluePoint22Y" fmla="*/ 28177 h 61463"/>
              <a:gd name="GluePoint23X" fmla="*/ 544 w 57442"/>
              <a:gd name="GluePoint23Y" fmla="*/ 14451 h 61463"/>
              <a:gd name="GluePoint24X" fmla="*/ 13212 w 57442"/>
              <a:gd name="GluePoint24Y" fmla="*/ 14451 h 61463"/>
              <a:gd name="GluePoint25X" fmla="*/ 6500 w 57442"/>
              <a:gd name="GluePoint25Y" fmla="*/ 5926 h 61463"/>
              <a:gd name="GluePoint26X" fmla="*/ 15056 w 57442"/>
              <a:gd name="GluePoint26Y" fmla="*/ 1784 h 61463"/>
              <a:gd name="GluePoint27X" fmla="*/ 21526 w 57442"/>
              <a:gd name="GluePoint27Y" fmla="*/ 11095 h 61463"/>
              <a:gd name="GluePoint28X" fmla="*/ 17082 w 57442"/>
              <a:gd name="GluePoint28Y" fmla="*/ 13756 h 61463"/>
              <a:gd name="GluePoint29X" fmla="*/ 15812 w 57442"/>
              <a:gd name="GluePoint29Y" fmla="*/ 14481 h 61463"/>
              <a:gd name="GluePoint30X" fmla="*/ 31079 w 57442"/>
              <a:gd name="GluePoint30Y" fmla="*/ 32863 h 61463"/>
              <a:gd name="GluePoint31X" fmla="*/ 10642 w 57442"/>
              <a:gd name="GluePoint31Y" fmla="*/ 32863 h 61463"/>
              <a:gd name="GluePoint32X" fmla="*/ 10642 w 57442"/>
              <a:gd name="GluePoint32Y" fmla="*/ 25879 h 61463"/>
              <a:gd name="GluePoint33X" fmla="*/ 46075 w 57442"/>
              <a:gd name="GluePoint33Y" fmla="*/ 25879 h 61463"/>
              <a:gd name="GluePoint34X" fmla="*/ 34435 w 57442"/>
              <a:gd name="GluePoint34Y" fmla="*/ 38547 h 61463"/>
              <a:gd name="GluePoint35X" fmla="*/ 34435 w 57442"/>
              <a:gd name="GluePoint35Y" fmla="*/ 39061 h 61463"/>
              <a:gd name="GluePoint36X" fmla="*/ 57442 w 57442"/>
              <a:gd name="GluePoint36Y" fmla="*/ 39061 h 61463"/>
              <a:gd name="GluePoint37X" fmla="*/ 57442 w 57442"/>
              <a:gd name="GluePoint37Y" fmla="*/ 46286 h 61463"/>
              <a:gd name="GluePoint38X" fmla="*/ 34163 w 57442"/>
              <a:gd name="GluePoint38Y" fmla="*/ 46286 h 61463"/>
              <a:gd name="GluePoint39X" fmla="*/ 34163 w 57442"/>
              <a:gd name="GluePoint39Y" fmla="*/ 54751 h 61463"/>
              <a:gd name="GluePoint40X" fmla="*/ 31896 w 57442"/>
              <a:gd name="GluePoint40Y" fmla="*/ 60072 h 61463"/>
              <a:gd name="GluePoint41X" fmla="*/ 20195 w 57442"/>
              <a:gd name="GluePoint41Y" fmla="*/ 61463 h 61463"/>
              <a:gd name="GluePoint42X" fmla="*/ 17595 w 57442"/>
              <a:gd name="GluePoint42Y" fmla="*/ 52998 h 61463"/>
              <a:gd name="GluePoint43X" fmla="*/ 18744 w 57442"/>
              <a:gd name="GluePoint43Y" fmla="*/ 52847 h 61463"/>
              <a:gd name="GluePoint44X" fmla="*/ 25335 w 57442"/>
              <a:gd name="GluePoint44Y" fmla="*/ 50156 h 61463"/>
              <a:gd name="GluePoint45X" fmla="*/ 25335 w 57442"/>
              <a:gd name="GluePoint45Y" fmla="*/ 46286 h 61463"/>
              <a:gd name="GluePoint46X" fmla="*/ 0 w 57442"/>
              <a:gd name="GluePoint46Y" fmla="*/ 46286 h 61463"/>
              <a:gd name="GluePoint47X" fmla="*/ 0 w 57442"/>
              <a:gd name="GluePoint47Y" fmla="*/ 39061 h 61463"/>
              <a:gd name="GluePoint48X" fmla="*/ 25335 w 57442"/>
              <a:gd name="GluePoint48Y" fmla="*/ 39061 h 61463"/>
              <a:gd name="GluePoint49X" fmla="*/ 25335 w 57442"/>
              <a:gd name="GluePoint49Y" fmla="*/ 36975 h 61463"/>
              <a:gd name="GluePoint50X" fmla="*/ 26484 w 57442"/>
              <a:gd name="GluePoint50Y" fmla="*/ 35342 h 61463"/>
              <a:gd name="GluePoint51X" fmla="*/ 31049 w 57442"/>
              <a:gd name="GluePoint51Y" fmla="*/ 32863 h 61463"/>
            </a:gdLst>
            <a:ahLst/>
            <a:cxnLst/>
            <a:rect l="textAreaLeft" t="textAreaTop" r="textAreaRight" b="textAreaBottom"/>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5" name="任意多边形: 形状 37"/>
          <p:cNvSpPr>
            <a:spLocks noGrp="1"/>
          </p:cNvSpPr>
          <p:nvPr/>
        </p:nvSpPr>
        <p:spPr>
          <a:xfrm>
            <a:off x="10792800" y="6556320"/>
            <a:ext cx="97920" cy="100080"/>
          </a:xfrm>
          <a:custGeom>
            <a:avLst/>
            <a:gdLst>
              <a:gd name="textAreaLeft" fmla="*/ 0 w 97920"/>
              <a:gd name="textAreaRight" fmla="*/ 98280 w 97920"/>
              <a:gd name="textAreaTop" fmla="*/ 0 h 100080"/>
              <a:gd name="textAreaBottom" fmla="*/ 100440 h 100080"/>
              <a:gd name="GluePoint1X" fmla="*/ 7770 w 58984"/>
              <a:gd name="GluePoint1Y" fmla="*/ 25093 h 60465"/>
              <a:gd name="GluePoint2X" fmla="*/ 12668 w 58984"/>
              <a:gd name="GluePoint2Y" fmla="*/ 34919 h 60465"/>
              <a:gd name="GluePoint3X" fmla="*/ 7498 w 58984"/>
              <a:gd name="GluePoint3Y" fmla="*/ 40089 h 60465"/>
              <a:gd name="GluePoint4X" fmla="*/ 7498 w 58984"/>
              <a:gd name="GluePoint4Y" fmla="*/ 9584 h 60465"/>
              <a:gd name="GluePoint5X" fmla="*/ 11367 w 58984"/>
              <a:gd name="GluePoint5Y" fmla="*/ 9584 h 60465"/>
              <a:gd name="GluePoint6X" fmla="*/ 7740 w 58984"/>
              <a:gd name="GluePoint6Y" fmla="*/ 25093 h 60465"/>
              <a:gd name="GluePoint7X" fmla="*/ 20195 w 58984"/>
              <a:gd name="GluePoint7Y" fmla="*/ 20195 h 60465"/>
              <a:gd name="GluePoint8X" fmla="*/ 24065 w 58984"/>
              <a:gd name="GluePoint8Y" fmla="*/ 20195 h 60465"/>
              <a:gd name="GluePoint9X" fmla="*/ 24065 w 58984"/>
              <a:gd name="GluePoint9Y" fmla="*/ 25365 h 60465"/>
              <a:gd name="GluePoint10X" fmla="*/ 51728 w 58984"/>
              <a:gd name="GluePoint10Y" fmla="*/ 25365 h 60465"/>
              <a:gd name="GluePoint11X" fmla="*/ 51728 w 58984"/>
              <a:gd name="GluePoint11Y" fmla="*/ 20195 h 60465"/>
              <a:gd name="GluePoint12X" fmla="*/ 55870 w 58984"/>
              <a:gd name="GluePoint12Y" fmla="*/ 20195 h 60465"/>
              <a:gd name="GluePoint13X" fmla="*/ 55870 w 58984"/>
              <a:gd name="GluePoint13Y" fmla="*/ 7256 h 60465"/>
              <a:gd name="GluePoint14X" fmla="*/ 42689 w 58984"/>
              <a:gd name="GluePoint14Y" fmla="*/ 7256 h 60465"/>
              <a:gd name="GluePoint15X" fmla="*/ 40633 w 58984"/>
              <a:gd name="GluePoint15Y" fmla="*/ 0 h 60465"/>
              <a:gd name="GluePoint16X" fmla="*/ 32107 w 58984"/>
              <a:gd name="GluePoint16Y" fmla="*/ 786 h 60465"/>
              <a:gd name="GluePoint17X" fmla="*/ 32682 w 58984"/>
              <a:gd name="GluePoint17Y" fmla="*/ 2540 h 60465"/>
              <a:gd name="GluePoint18X" fmla="*/ 34405 w 58984"/>
              <a:gd name="GluePoint18Y" fmla="*/ 7256 h 60465"/>
              <a:gd name="GluePoint19X" fmla="*/ 20195 w 58984"/>
              <a:gd name="GluePoint19Y" fmla="*/ 7256 h 60465"/>
              <a:gd name="GluePoint20X" fmla="*/ 20195 w 58984"/>
              <a:gd name="GluePoint20Y" fmla="*/ 20195 h 60465"/>
              <a:gd name="GluePoint21X" fmla="*/ 0 w 58984"/>
              <a:gd name="GluePoint21Y" fmla="*/ 60465 h 60465"/>
              <a:gd name="GluePoint22X" fmla="*/ 7498 w 58984"/>
              <a:gd name="GluePoint22Y" fmla="*/ 60465 h 60465"/>
              <a:gd name="GluePoint23X" fmla="*/ 7498 w 58984"/>
              <a:gd name="GluePoint23Y" fmla="*/ 41903 h 60465"/>
              <a:gd name="GluePoint24X" fmla="*/ 9312 w 58984"/>
              <a:gd name="GluePoint24Y" fmla="*/ 47586 h 60465"/>
              <a:gd name="GluePoint25X" fmla="*/ 19409 w 58984"/>
              <a:gd name="GluePoint25Y" fmla="*/ 36975 h 60465"/>
              <a:gd name="GluePoint26X" fmla="*/ 28207 w 58984"/>
              <a:gd name="GluePoint26Y" fmla="*/ 36975 h 60465"/>
              <a:gd name="GluePoint27X" fmla="*/ 12940 w 58984"/>
              <a:gd name="GluePoint27Y" fmla="*/ 53965 h 60465"/>
              <a:gd name="GluePoint28X" fmla="*/ 18351 w 58984"/>
              <a:gd name="GluePoint28Y" fmla="*/ 60435 h 60465"/>
              <a:gd name="GluePoint29X" fmla="*/ 32228 w 58984"/>
              <a:gd name="GluePoint29Y" fmla="*/ 51124 h 60465"/>
              <a:gd name="GluePoint30X" fmla="*/ 35433 w 58984"/>
              <a:gd name="GluePoint30Y" fmla="*/ 36975 h 60465"/>
              <a:gd name="GluePoint31X" fmla="*/ 37761 w 58984"/>
              <a:gd name="GluePoint31Y" fmla="*/ 36975 h 60465"/>
              <a:gd name="GluePoint32X" fmla="*/ 37761 w 58984"/>
              <a:gd name="GluePoint32Y" fmla="*/ 55265 h 60465"/>
              <a:gd name="GluePoint33X" fmla="*/ 42930 w 58984"/>
              <a:gd name="GluePoint33Y" fmla="*/ 59407 h 60465"/>
              <a:gd name="GluePoint34X" fmla="*/ 50942 w 58984"/>
              <a:gd name="GluePoint34Y" fmla="*/ 59407 h 60465"/>
              <a:gd name="GluePoint35X" fmla="*/ 56868 w 58984"/>
              <a:gd name="GluePoint35Y" fmla="*/ 57261 h 60465"/>
              <a:gd name="GluePoint36X" fmla="*/ 58984 w 58984"/>
              <a:gd name="GluePoint36Y" fmla="*/ 48856 h 60465"/>
              <a:gd name="GluePoint37X" fmla="*/ 51728 w 58984"/>
              <a:gd name="GluePoint37Y" fmla="*/ 46014 h 60465"/>
              <a:gd name="GluePoint38X" fmla="*/ 49400 w 58984"/>
              <a:gd name="GluePoint38Y" fmla="*/ 52484 h 60465"/>
              <a:gd name="GluePoint39X" fmla="*/ 46830 w 58984"/>
              <a:gd name="GluePoint39Y" fmla="*/ 52484 h 60465"/>
              <a:gd name="GluePoint40X" fmla="*/ 45531 w 58984"/>
              <a:gd name="GluePoint40Y" fmla="*/ 50670 h 60465"/>
              <a:gd name="GluePoint41X" fmla="*/ 45531 w 58984"/>
              <a:gd name="GluePoint41Y" fmla="*/ 36975 h 60465"/>
              <a:gd name="GluePoint42X" fmla="*/ 56928 w 58984"/>
              <a:gd name="GluePoint42Y" fmla="*/ 36975 h 60465"/>
              <a:gd name="GluePoint43X" fmla="*/ 56928 w 58984"/>
              <a:gd name="GluePoint43Y" fmla="*/ 29991 h 60465"/>
              <a:gd name="GluePoint44X" fmla="*/ 19440 w 58984"/>
              <a:gd name="GluePoint44Y" fmla="*/ 29991 h 60465"/>
              <a:gd name="GluePoint45X" fmla="*/ 19440 w 58984"/>
              <a:gd name="GluePoint45Y" fmla="*/ 35161 h 60465"/>
              <a:gd name="GluePoint46X" fmla="*/ 15298 w 58984"/>
              <a:gd name="GluePoint46Y" fmla="*/ 23763 h 60465"/>
              <a:gd name="GluePoint47X" fmla="*/ 16507 w 58984"/>
              <a:gd name="GluePoint47Y" fmla="*/ 17323 h 60465"/>
              <a:gd name="GluePoint48X" fmla="*/ 19168 w 58984"/>
              <a:gd name="GluePoint48Y" fmla="*/ 3054 h 60465"/>
              <a:gd name="GluePoint49X" fmla="*/ 30 w 58984"/>
              <a:gd name="GluePoint49Y" fmla="*/ 3054 h 60465"/>
              <a:gd name="GluePoint50X" fmla="*/ 30 w 58984"/>
              <a:gd name="GluePoint50Y" fmla="*/ 60405 h 60465"/>
              <a:gd name="GluePoint51X" fmla="*/ 27935 w 58984"/>
              <a:gd name="GluePoint51Y" fmla="*/ 18895 h 60465"/>
              <a:gd name="GluePoint52X" fmla="*/ 27935 w 58984"/>
              <a:gd name="GluePoint52Y" fmla="*/ 13726 h 60465"/>
              <a:gd name="GluePoint53X" fmla="*/ 47344 w 58984"/>
              <a:gd name="GluePoint53Y" fmla="*/ 13726 h 60465"/>
              <a:gd name="GluePoint54X" fmla="*/ 47344 w 58984"/>
              <a:gd name="GluePoint54Y" fmla="*/ 18895 h 60465"/>
              <a:gd name="GluePoint55X" fmla="*/ 27935 w 58984"/>
              <a:gd name="GluePoint55Y" fmla="*/ 18895 h 60465"/>
            </a:gdLst>
            <a:ahLst/>
            <a:cxnLst/>
            <a:rect l="textAreaLeft" t="textAreaTop" r="textAreaRight" b="textAreaBottom"/>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6" name="任意多边形: 形状 38"/>
          <p:cNvSpPr>
            <a:spLocks noGrp="1"/>
          </p:cNvSpPr>
          <p:nvPr/>
        </p:nvSpPr>
        <p:spPr>
          <a:xfrm>
            <a:off x="10939320" y="6556320"/>
            <a:ext cx="100440" cy="101520"/>
          </a:xfrm>
          <a:custGeom>
            <a:avLst/>
            <a:gdLst>
              <a:gd name="textAreaLeft" fmla="*/ 0 w 100440"/>
              <a:gd name="textAreaRight" fmla="*/ 100800 w 100440"/>
              <a:gd name="textAreaTop" fmla="*/ 0 h 101520"/>
              <a:gd name="textAreaBottom" fmla="*/ 101880 h 101520"/>
              <a:gd name="GluePoint1X" fmla="*/ 242 w 60525"/>
              <a:gd name="GluePoint1Y" fmla="*/ 14754 h 61221"/>
              <a:gd name="GluePoint2X" fmla="*/ 242 w 60525"/>
              <a:gd name="GluePoint2Y" fmla="*/ 8284 h 61221"/>
              <a:gd name="GluePoint3X" fmla="*/ 8767 w 60525"/>
              <a:gd name="GluePoint3Y" fmla="*/ 8284 h 61221"/>
              <a:gd name="GluePoint4X" fmla="*/ 9040 w 60525"/>
              <a:gd name="GluePoint4Y" fmla="*/ 7407 h 61221"/>
              <a:gd name="GluePoint5X" fmla="*/ 11126 w 60525"/>
              <a:gd name="GluePoint5Y" fmla="*/ 0 h 61221"/>
              <a:gd name="GluePoint6X" fmla="*/ 19651 w 60525"/>
              <a:gd name="GluePoint6Y" fmla="*/ 2600 h 61221"/>
              <a:gd name="GluePoint7X" fmla="*/ 16809 w 60525"/>
              <a:gd name="GluePoint7Y" fmla="*/ 8284 h 61221"/>
              <a:gd name="GluePoint8X" fmla="*/ 28207 w 60525"/>
              <a:gd name="GluePoint8Y" fmla="*/ 8284 h 61221"/>
              <a:gd name="GluePoint9X" fmla="*/ 28207 w 60525"/>
              <a:gd name="GluePoint9Y" fmla="*/ 14754 h 61221"/>
              <a:gd name="GluePoint10X" fmla="*/ 14512 w 60525"/>
              <a:gd name="GluePoint10Y" fmla="*/ 14754 h 61221"/>
              <a:gd name="GluePoint11X" fmla="*/ 13061 w 60525"/>
              <a:gd name="GluePoint11Y" fmla="*/ 18382 h 61221"/>
              <a:gd name="GluePoint12X" fmla="*/ 9614 w 60525"/>
              <a:gd name="GluePoint12Y" fmla="*/ 27179 h 61221"/>
              <a:gd name="GluePoint13X" fmla="*/ 13756 w 60525"/>
              <a:gd name="GluePoint13Y" fmla="*/ 27179 h 61221"/>
              <a:gd name="GluePoint14X" fmla="*/ 13756 w 60525"/>
              <a:gd name="GluePoint14Y" fmla="*/ 17868 h 61221"/>
              <a:gd name="GluePoint15X" fmla="*/ 15298 w 60525"/>
              <a:gd name="GluePoint15Y" fmla="*/ 17868 h 61221"/>
              <a:gd name="GluePoint16X" fmla="*/ 19984 w 60525"/>
              <a:gd name="GluePoint16Y" fmla="*/ 18019 h 61221"/>
              <a:gd name="GluePoint17X" fmla="*/ 21495 w 60525"/>
              <a:gd name="GluePoint17Y" fmla="*/ 18623 h 61221"/>
              <a:gd name="GluePoint18X" fmla="*/ 21405 w 60525"/>
              <a:gd name="GluePoint18Y" fmla="*/ 19833 h 61221"/>
              <a:gd name="GluePoint19X" fmla="*/ 20981 w 60525"/>
              <a:gd name="GluePoint19Y" fmla="*/ 24065 h 61221"/>
              <a:gd name="GluePoint20X" fmla="*/ 20981 w 60525"/>
              <a:gd name="GluePoint20Y" fmla="*/ 27179 h 61221"/>
              <a:gd name="GluePoint21X" fmla="*/ 28479 w 60525"/>
              <a:gd name="GluePoint21Y" fmla="*/ 27179 h 61221"/>
              <a:gd name="GluePoint22X" fmla="*/ 28479 w 60525"/>
              <a:gd name="GluePoint22Y" fmla="*/ 33649 h 61221"/>
              <a:gd name="GluePoint23X" fmla="*/ 20981 w 60525"/>
              <a:gd name="GluePoint23Y" fmla="*/ 33649 h 61221"/>
              <a:gd name="GluePoint24X" fmla="*/ 20981 w 60525"/>
              <a:gd name="GluePoint24Y" fmla="*/ 39091 h 61221"/>
              <a:gd name="GluePoint25X" fmla="*/ 30535 w 60525"/>
              <a:gd name="GluePoint25Y" fmla="*/ 38063 h 61221"/>
              <a:gd name="GluePoint26X" fmla="*/ 30535 w 60525"/>
              <a:gd name="GluePoint26Y" fmla="*/ 44775 h 61221"/>
              <a:gd name="GluePoint27X" fmla="*/ 20981 w 60525"/>
              <a:gd name="GluePoint27Y" fmla="*/ 45803 h 61221"/>
              <a:gd name="GluePoint28X" fmla="*/ 20981 w 60525"/>
              <a:gd name="GluePoint28Y" fmla="*/ 59952 h 61221"/>
              <a:gd name="GluePoint29X" fmla="*/ 13726 w 60525"/>
              <a:gd name="GluePoint29Y" fmla="*/ 59952 h 61221"/>
              <a:gd name="GluePoint30X" fmla="*/ 13726 w 60525"/>
              <a:gd name="GluePoint30Y" fmla="*/ 47072 h 61221"/>
              <a:gd name="GluePoint31X" fmla="*/ 1814 w 60525"/>
              <a:gd name="GluePoint31Y" fmla="*/ 49672 h 61221"/>
              <a:gd name="GluePoint32X" fmla="*/ 0 w 60525"/>
              <a:gd name="GluePoint32Y" fmla="*/ 40875 h 61221"/>
              <a:gd name="GluePoint33X" fmla="*/ 13695 w 60525"/>
              <a:gd name="GluePoint33Y" fmla="*/ 39847 h 61221"/>
              <a:gd name="GluePoint34X" fmla="*/ 13695 w 60525"/>
              <a:gd name="GluePoint34Y" fmla="*/ 33921 h 61221"/>
              <a:gd name="GluePoint35X" fmla="*/ 13030 w 60525"/>
              <a:gd name="GluePoint35Y" fmla="*/ 33921 h 61221"/>
              <a:gd name="GluePoint36X" fmla="*/ 2600 w 60525"/>
              <a:gd name="GluePoint36Y" fmla="*/ 34919 h 61221"/>
              <a:gd name="GluePoint37X" fmla="*/ 514 w 60525"/>
              <a:gd name="GluePoint37Y" fmla="*/ 27421 h 61221"/>
              <a:gd name="GluePoint38X" fmla="*/ 1330 w 60525"/>
              <a:gd name="GluePoint38Y" fmla="*/ 26544 h 61221"/>
              <a:gd name="GluePoint39X" fmla="*/ 2086 w 60525"/>
              <a:gd name="GluePoint39Y" fmla="*/ 25879 h 61221"/>
              <a:gd name="GluePoint40X" fmla="*/ 5442 w 60525"/>
              <a:gd name="GluePoint40Y" fmla="*/ 18654 h 61221"/>
              <a:gd name="GluePoint41X" fmla="*/ 6742 w 60525"/>
              <a:gd name="GluePoint41Y" fmla="*/ 14754 h 61221"/>
              <a:gd name="GluePoint42X" fmla="*/ 272 w 60525"/>
              <a:gd name="GluePoint42Y" fmla="*/ 14754 h 61221"/>
              <a:gd name="GluePoint43X" fmla="*/ 37217 w 60525"/>
              <a:gd name="GluePoint43Y" fmla="*/ 28449 h 61221"/>
              <a:gd name="GluePoint44X" fmla="*/ 37217 w 60525"/>
              <a:gd name="GluePoint44Y" fmla="*/ 20437 h 61221"/>
              <a:gd name="GluePoint45X" fmla="*/ 41630 w 60525"/>
              <a:gd name="GluePoint45Y" fmla="*/ 20437 h 61221"/>
              <a:gd name="GluePoint46X" fmla="*/ 46286 w 60525"/>
              <a:gd name="GluePoint46Y" fmla="*/ 21737 h 61221"/>
              <a:gd name="GluePoint47X" fmla="*/ 46165 w 60525"/>
              <a:gd name="GluePoint47Y" fmla="*/ 22584 h 61221"/>
              <a:gd name="GluePoint48X" fmla="*/ 45772 w 60525"/>
              <a:gd name="GluePoint48Y" fmla="*/ 26907 h 61221"/>
              <a:gd name="GluePoint49X" fmla="*/ 45772 w 60525"/>
              <a:gd name="GluePoint49Y" fmla="*/ 28449 h 61221"/>
              <a:gd name="GluePoint50X" fmla="*/ 60526 w 60525"/>
              <a:gd name="GluePoint50Y" fmla="*/ 53300 h 61221"/>
              <a:gd name="GluePoint51X" fmla="*/ 53542 w 60525"/>
              <a:gd name="GluePoint51Y" fmla="*/ 60465 h 61221"/>
              <a:gd name="GluePoint52X" fmla="*/ 42417 w 60525"/>
              <a:gd name="GluePoint52Y" fmla="*/ 44744 h 61221"/>
              <a:gd name="GluePoint53X" fmla="*/ 29749 w 60525"/>
              <a:gd name="GluePoint53Y" fmla="*/ 61221 h 61221"/>
              <a:gd name="GluePoint54X" fmla="*/ 22765 w 60525"/>
              <a:gd name="GluePoint54Y" fmla="*/ 55538 h 61221"/>
              <a:gd name="GluePoint55X" fmla="*/ 37247 w 60525"/>
              <a:gd name="GluePoint55Y" fmla="*/ 28419 h 61221"/>
              <a:gd name="GluePoint56X" fmla="*/ 38758 w 60525"/>
              <a:gd name="GluePoint56Y" fmla="*/ 10884 h 61221"/>
              <a:gd name="GluePoint57X" fmla="*/ 59710 w 60525"/>
              <a:gd name="GluePoint57Y" fmla="*/ 10884 h 61221"/>
              <a:gd name="GluePoint58X" fmla="*/ 56596 w 60525"/>
              <a:gd name="GluePoint58Y" fmla="*/ 24851 h 61221"/>
              <a:gd name="GluePoint59X" fmla="*/ 48312 w 60525"/>
              <a:gd name="GluePoint59Y" fmla="*/ 24337 h 61221"/>
              <a:gd name="GluePoint60X" fmla="*/ 49854 w 60525"/>
              <a:gd name="GluePoint60Y" fmla="*/ 18140 h 61221"/>
              <a:gd name="GluePoint61X" fmla="*/ 36128 w 60525"/>
              <a:gd name="GluePoint61Y" fmla="*/ 18140 h 61221"/>
              <a:gd name="GluePoint62X" fmla="*/ 32258 w 60525"/>
              <a:gd name="GluePoint62Y" fmla="*/ 25879 h 61221"/>
              <a:gd name="GluePoint63X" fmla="*/ 24488 w 60525"/>
              <a:gd name="GluePoint63Y" fmla="*/ 23037 h 61221"/>
              <a:gd name="GluePoint64X" fmla="*/ 33286 w 60525"/>
              <a:gd name="GluePoint64Y" fmla="*/ 30 h 61221"/>
              <a:gd name="GluePoint65X" fmla="*/ 39877 w 60525"/>
              <a:gd name="GluePoint65Y" fmla="*/ 1905 h 61221"/>
              <a:gd name="GluePoint66X" fmla="*/ 43112 w 60525"/>
              <a:gd name="GluePoint66Y" fmla="*/ 2872 h 61221"/>
              <a:gd name="GluePoint67X" fmla="*/ 38698 w 60525"/>
              <a:gd name="GluePoint67Y" fmla="*/ 10884 h 61221"/>
            </a:gdLst>
            <a:ahLst/>
            <a:cxnLst/>
            <a:rect l="textAreaLeft" t="textAreaTop" r="textAreaRight" b="textAreaBottom"/>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7" name="任意多边形: 形状 39"/>
          <p:cNvSpPr>
            <a:spLocks noGrp="1"/>
          </p:cNvSpPr>
          <p:nvPr/>
        </p:nvSpPr>
        <p:spPr>
          <a:xfrm>
            <a:off x="11086200" y="6557040"/>
            <a:ext cx="101880" cy="100080"/>
          </a:xfrm>
          <a:custGeom>
            <a:avLst/>
            <a:gdLst>
              <a:gd name="textAreaLeft" fmla="*/ 0 w 101880"/>
              <a:gd name="textAreaRight" fmla="*/ 102240 w 101880"/>
              <a:gd name="textAreaTop" fmla="*/ 0 h 100080"/>
              <a:gd name="textAreaBottom" fmla="*/ 100440 h 100080"/>
              <a:gd name="GluePoint1X" fmla="*/ 17868 w 61553"/>
              <a:gd name="GluePoint1Y" fmla="*/ 16007 h 60479"/>
              <a:gd name="GluePoint2X" fmla="*/ 17868 w 61553"/>
              <a:gd name="GluePoint2Y" fmla="*/ 59663 h 60479"/>
              <a:gd name="GluePoint3X" fmla="*/ 9856 w 61553"/>
              <a:gd name="GluePoint3Y" fmla="*/ 59663 h 60479"/>
              <a:gd name="GluePoint4X" fmla="*/ 9856 w 61553"/>
              <a:gd name="GluePoint4Y" fmla="*/ 30761 h 60479"/>
              <a:gd name="GluePoint5X" fmla="*/ 5714 w 61553"/>
              <a:gd name="GluePoint5Y" fmla="*/ 36202 h 60479"/>
              <a:gd name="GluePoint6X" fmla="*/ 5654 w 61553"/>
              <a:gd name="GluePoint6Y" fmla="*/ 36323 h 60479"/>
              <a:gd name="GluePoint7X" fmla="*/ 5442 w 61553"/>
              <a:gd name="GluePoint7Y" fmla="*/ 36202 h 60479"/>
              <a:gd name="GluePoint8X" fmla="*/ 0 w 61553"/>
              <a:gd name="GluePoint8Y" fmla="*/ 31305 h 60479"/>
              <a:gd name="GluePoint9X" fmla="*/ 0 w 61553"/>
              <a:gd name="GluePoint9Y" fmla="*/ 31063 h 60479"/>
              <a:gd name="GluePoint10X" fmla="*/ 12668 w 61553"/>
              <a:gd name="GluePoint10Y" fmla="*/ 14 h 60479"/>
              <a:gd name="GluePoint11X" fmla="*/ 21465 w 61553"/>
              <a:gd name="GluePoint11Y" fmla="*/ 2100 h 60479"/>
              <a:gd name="GluePoint12X" fmla="*/ 22251 w 61553"/>
              <a:gd name="GluePoint12Y" fmla="*/ 3400 h 60479"/>
              <a:gd name="GluePoint13X" fmla="*/ 21647 w 61553"/>
              <a:gd name="GluePoint13Y" fmla="*/ 5123 h 60479"/>
              <a:gd name="GluePoint14X" fmla="*/ 17868 w 61553"/>
              <a:gd name="GluePoint14Y" fmla="*/ 16098 h 60479"/>
              <a:gd name="GluePoint15X" fmla="*/ 32077 w 61553"/>
              <a:gd name="GluePoint15Y" fmla="*/ 13437 h 60479"/>
              <a:gd name="GluePoint16X" fmla="*/ 37247 w 61553"/>
              <a:gd name="GluePoint16Y" fmla="*/ 13437 h 60479"/>
              <a:gd name="GluePoint17X" fmla="*/ 37247 w 61553"/>
              <a:gd name="GluePoint17Y" fmla="*/ 226 h 60479"/>
              <a:gd name="GluePoint18X" fmla="*/ 40089 w 61553"/>
              <a:gd name="GluePoint18Y" fmla="*/ 226 h 60479"/>
              <a:gd name="GluePoint19X" fmla="*/ 44956 w 61553"/>
              <a:gd name="GluePoint19Y" fmla="*/ 407 h 60479"/>
              <a:gd name="GluePoint20X" fmla="*/ 46317 w 61553"/>
              <a:gd name="GluePoint20Y" fmla="*/ 1253 h 60479"/>
              <a:gd name="GluePoint21X" fmla="*/ 46135 w 61553"/>
              <a:gd name="GluePoint21Y" fmla="*/ 2977 h 60479"/>
              <a:gd name="GluePoint22X" fmla="*/ 45531 w 61553"/>
              <a:gd name="GluePoint22Y" fmla="*/ 5667 h 60479"/>
              <a:gd name="GluePoint23X" fmla="*/ 45531 w 61553"/>
              <a:gd name="GluePoint23Y" fmla="*/ 13437 h 60479"/>
              <a:gd name="GluePoint24X" fmla="*/ 58198 w 61553"/>
              <a:gd name="GluePoint24Y" fmla="*/ 13437 h 60479"/>
              <a:gd name="GluePoint25X" fmla="*/ 58198 w 61553"/>
              <a:gd name="GluePoint25Y" fmla="*/ 20421 h 60479"/>
              <a:gd name="GluePoint26X" fmla="*/ 45531 w 61553"/>
              <a:gd name="GluePoint26Y" fmla="*/ 20421 h 60479"/>
              <a:gd name="GluePoint27X" fmla="*/ 45531 w 61553"/>
              <a:gd name="GluePoint27Y" fmla="*/ 31819 h 60479"/>
              <a:gd name="GluePoint28X" fmla="*/ 61554 w 61553"/>
              <a:gd name="GluePoint28Y" fmla="*/ 31819 h 60479"/>
              <a:gd name="GluePoint29X" fmla="*/ 61554 w 61553"/>
              <a:gd name="GluePoint29Y" fmla="*/ 39075 h 60479"/>
              <a:gd name="GluePoint30X" fmla="*/ 45531 w 61553"/>
              <a:gd name="GluePoint30Y" fmla="*/ 39075 h 60479"/>
              <a:gd name="GluePoint31X" fmla="*/ 45531 w 61553"/>
              <a:gd name="GluePoint31Y" fmla="*/ 60479 h 60479"/>
              <a:gd name="GluePoint32X" fmla="*/ 37519 w 61553"/>
              <a:gd name="GluePoint32Y" fmla="*/ 60479 h 60479"/>
              <a:gd name="GluePoint33X" fmla="*/ 37519 w 61553"/>
              <a:gd name="GluePoint33Y" fmla="*/ 39075 h 60479"/>
              <a:gd name="GluePoint34X" fmla="*/ 19923 w 61553"/>
              <a:gd name="GluePoint34Y" fmla="*/ 39075 h 60479"/>
              <a:gd name="GluePoint35X" fmla="*/ 19923 w 61553"/>
              <a:gd name="GluePoint35Y" fmla="*/ 31819 h 60479"/>
              <a:gd name="GluePoint36X" fmla="*/ 37519 w 61553"/>
              <a:gd name="GluePoint36Y" fmla="*/ 31819 h 60479"/>
              <a:gd name="GluePoint37X" fmla="*/ 37519 w 61553"/>
              <a:gd name="GluePoint37Y" fmla="*/ 20421 h 60479"/>
              <a:gd name="GluePoint38X" fmla="*/ 30293 w 61553"/>
              <a:gd name="GluePoint38Y" fmla="*/ 20421 h 60479"/>
              <a:gd name="GluePoint39X" fmla="*/ 26423 w 61553"/>
              <a:gd name="GluePoint39Y" fmla="*/ 29733 h 60479"/>
              <a:gd name="GluePoint40X" fmla="*/ 19682 w 61553"/>
              <a:gd name="GluePoint40Y" fmla="*/ 27163 h 60479"/>
              <a:gd name="GluePoint41X" fmla="*/ 25879 w 61553"/>
              <a:gd name="GluePoint41Y" fmla="*/ 5426 h 60479"/>
              <a:gd name="GluePoint42X" fmla="*/ 33105 w 61553"/>
              <a:gd name="GluePoint42Y" fmla="*/ 6967 h 60479"/>
              <a:gd name="GluePoint43X" fmla="*/ 33861 w 61553"/>
              <a:gd name="GluePoint43Y" fmla="*/ 7270 h 60479"/>
              <a:gd name="GluePoint44X" fmla="*/ 33649 w 61553"/>
              <a:gd name="GluePoint44Y" fmla="*/ 8267 h 60479"/>
              <a:gd name="GluePoint45X" fmla="*/ 32954 w 61553"/>
              <a:gd name="GluePoint45Y" fmla="*/ 10565 h 60479"/>
              <a:gd name="GluePoint46X" fmla="*/ 32077 w 61553"/>
              <a:gd name="GluePoint46Y" fmla="*/ 13437 h 60479"/>
            </a:gdLst>
            <a:ahLst/>
            <a:cxnLst/>
            <a:rect l="textAreaLeft" t="textAreaTop" r="textAreaRight" b="textAreaBottom"/>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8" name="任意多边形: 形状 40"/>
          <p:cNvSpPr>
            <a:spLocks noGrp="1"/>
          </p:cNvSpPr>
          <p:nvPr/>
        </p:nvSpPr>
        <p:spPr>
          <a:xfrm>
            <a:off x="11233800" y="6560640"/>
            <a:ext cx="102960" cy="96480"/>
          </a:xfrm>
          <a:custGeom>
            <a:avLst/>
            <a:gdLst>
              <a:gd name="textAreaLeft" fmla="*/ 0 w 102960"/>
              <a:gd name="textAreaRight" fmla="*/ 103320 w 102960"/>
              <a:gd name="textAreaTop" fmla="*/ 0 h 96480"/>
              <a:gd name="textAreaBottom" fmla="*/ 96840 h 96480"/>
              <a:gd name="GluePoint1X" fmla="*/ 41389 w 62067"/>
              <a:gd name="GluePoint1Y" fmla="*/ 23037 h 58137"/>
              <a:gd name="GluePoint2X" fmla="*/ 41389 w 62067"/>
              <a:gd name="GluePoint2Y" fmla="*/ 6742 h 58137"/>
              <a:gd name="GluePoint3X" fmla="*/ 46558 w 62067"/>
              <a:gd name="GluePoint3Y" fmla="*/ 6742 h 58137"/>
              <a:gd name="GluePoint4X" fmla="*/ 46558 w 62067"/>
              <a:gd name="GluePoint4Y" fmla="*/ 23037 h 58137"/>
              <a:gd name="GluePoint5X" fmla="*/ 41389 w 62067"/>
              <a:gd name="GluePoint5Y" fmla="*/ 23037 h 58137"/>
              <a:gd name="GluePoint6X" fmla="*/ 1300 w 62067"/>
              <a:gd name="GluePoint6Y" fmla="*/ 8526 h 58137"/>
              <a:gd name="GluePoint7X" fmla="*/ 9312 w 62067"/>
              <a:gd name="GluePoint7Y" fmla="*/ 8526 h 58137"/>
              <a:gd name="GluePoint8X" fmla="*/ 0 w 62067"/>
              <a:gd name="GluePoint8Y" fmla="*/ 30505 h 58137"/>
              <a:gd name="GluePoint9X" fmla="*/ 2419 w 62067"/>
              <a:gd name="GluePoint9Y" fmla="*/ 34133 h 58137"/>
              <a:gd name="GluePoint10X" fmla="*/ 4656 w 62067"/>
              <a:gd name="GluePoint10Y" fmla="*/ 37489 h 58137"/>
              <a:gd name="GluePoint11X" fmla="*/ 6984 w 62067"/>
              <a:gd name="GluePoint11Y" fmla="*/ 34889 h 58137"/>
              <a:gd name="GluePoint12X" fmla="*/ 6984 w 62067"/>
              <a:gd name="GluePoint12Y" fmla="*/ 51396 h 58137"/>
              <a:gd name="GluePoint13X" fmla="*/ 14240 w 62067"/>
              <a:gd name="GluePoint13Y" fmla="*/ 51396 h 58137"/>
              <a:gd name="GluePoint14X" fmla="*/ 14240 w 62067"/>
              <a:gd name="GluePoint14Y" fmla="*/ 45500 h 58137"/>
              <a:gd name="GluePoint15X" fmla="*/ 19137 w 62067"/>
              <a:gd name="GluePoint15Y" fmla="*/ 45500 h 58137"/>
              <a:gd name="GluePoint16X" fmla="*/ 19137 w 62067"/>
              <a:gd name="GluePoint16Y" fmla="*/ 47586 h 58137"/>
              <a:gd name="GluePoint17X" fmla="*/ 26877 w 62067"/>
              <a:gd name="GluePoint17Y" fmla="*/ 47586 h 58137"/>
              <a:gd name="GluePoint18X" fmla="*/ 26877 w 62067"/>
              <a:gd name="GluePoint18Y" fmla="*/ 29991 h 58137"/>
              <a:gd name="GluePoint19X" fmla="*/ 33347 w 62067"/>
              <a:gd name="GluePoint19Y" fmla="*/ 29991 h 58137"/>
              <a:gd name="GluePoint20X" fmla="*/ 33347 w 62067"/>
              <a:gd name="GluePoint20Y" fmla="*/ 31533 h 58137"/>
              <a:gd name="GluePoint21X" fmla="*/ 22221 w 62067"/>
              <a:gd name="GluePoint21Y" fmla="*/ 52696 h 58137"/>
              <a:gd name="GluePoint22X" fmla="*/ 29961 w 62067"/>
              <a:gd name="GluePoint22Y" fmla="*/ 58138 h 58137"/>
              <a:gd name="GluePoint23X" fmla="*/ 41086 w 62067"/>
              <a:gd name="GluePoint23Y" fmla="*/ 31049 h 58137"/>
              <a:gd name="GluePoint24X" fmla="*/ 41086 w 62067"/>
              <a:gd name="GluePoint24Y" fmla="*/ 30021 h 58137"/>
              <a:gd name="GluePoint25X" fmla="*/ 46528 w 62067"/>
              <a:gd name="GluePoint25Y" fmla="*/ 30021 h 58137"/>
              <a:gd name="GluePoint26X" fmla="*/ 46528 w 62067"/>
              <a:gd name="GluePoint26Y" fmla="*/ 57896 h 58137"/>
              <a:gd name="GluePoint27X" fmla="*/ 54812 w 62067"/>
              <a:gd name="GluePoint27Y" fmla="*/ 57896 h 58137"/>
              <a:gd name="GluePoint28X" fmla="*/ 54812 w 62067"/>
              <a:gd name="GluePoint28Y" fmla="*/ 30021 h 58137"/>
              <a:gd name="GluePoint29X" fmla="*/ 62068 w 62067"/>
              <a:gd name="GluePoint29Y" fmla="*/ 30021 h 58137"/>
              <a:gd name="GluePoint30X" fmla="*/ 62068 w 62067"/>
              <a:gd name="GluePoint30Y" fmla="*/ 22765 h 58137"/>
              <a:gd name="GluePoint31X" fmla="*/ 54812 w 62067"/>
              <a:gd name="GluePoint31Y" fmla="*/ 22765 h 58137"/>
              <a:gd name="GluePoint32X" fmla="*/ 54812 w 62067"/>
              <a:gd name="GluePoint32Y" fmla="*/ 6984 h 58137"/>
              <a:gd name="GluePoint33X" fmla="*/ 59740 w 62067"/>
              <a:gd name="GluePoint33Y" fmla="*/ 6984 h 58137"/>
              <a:gd name="GluePoint34X" fmla="*/ 59740 w 62067"/>
              <a:gd name="GluePoint34Y" fmla="*/ 0 h 58137"/>
              <a:gd name="GluePoint35X" fmla="*/ 27663 w 62067"/>
              <a:gd name="GluePoint35Y" fmla="*/ 0 h 58137"/>
              <a:gd name="GluePoint36X" fmla="*/ 27663 w 62067"/>
              <a:gd name="GluePoint36Y" fmla="*/ 1542 h 58137"/>
              <a:gd name="GluePoint37X" fmla="*/ 1270 w 62067"/>
              <a:gd name="GluePoint37Y" fmla="*/ 1542 h 58137"/>
              <a:gd name="GluePoint38X" fmla="*/ 1270 w 62067"/>
              <a:gd name="GluePoint38Y" fmla="*/ 8526 h 58137"/>
              <a:gd name="GluePoint39X" fmla="*/ 17081 w 62067"/>
              <a:gd name="GluePoint39Y" fmla="*/ 10914 h 58137"/>
              <a:gd name="GluePoint40X" fmla="*/ 17595 w 62067"/>
              <a:gd name="GluePoint40Y" fmla="*/ 8526 h 58137"/>
              <a:gd name="GluePoint41X" fmla="*/ 28207 w 62067"/>
              <a:gd name="GluePoint41Y" fmla="*/ 8526 h 58137"/>
              <a:gd name="GluePoint42X" fmla="*/ 28207 w 62067"/>
              <a:gd name="GluePoint42Y" fmla="*/ 6984 h 58137"/>
              <a:gd name="GluePoint43X" fmla="*/ 33377 w 62067"/>
              <a:gd name="GluePoint43Y" fmla="*/ 6984 h 58137"/>
              <a:gd name="GluePoint44X" fmla="*/ 33377 w 62067"/>
              <a:gd name="GluePoint44Y" fmla="*/ 23007 h 58137"/>
              <a:gd name="GluePoint45X" fmla="*/ 26907 w 62067"/>
              <a:gd name="GluePoint45Y" fmla="*/ 23007 h 58137"/>
              <a:gd name="GluePoint46X" fmla="*/ 26907 w 62067"/>
              <a:gd name="GluePoint46Y" fmla="*/ 18351 h 58137"/>
              <a:gd name="GluePoint47X" fmla="*/ 15026 w 62067"/>
              <a:gd name="GluePoint47Y" fmla="*/ 18351 h 58137"/>
              <a:gd name="GluePoint48X" fmla="*/ 17081 w 62067"/>
              <a:gd name="GluePoint48Y" fmla="*/ 10914 h 58137"/>
              <a:gd name="GluePoint49X" fmla="*/ 19168 w 62067"/>
              <a:gd name="GluePoint49Y" fmla="*/ 25093 h 58137"/>
              <a:gd name="GluePoint50X" fmla="*/ 19168 w 62067"/>
              <a:gd name="GluePoint50Y" fmla="*/ 39333 h 58137"/>
              <a:gd name="GluePoint51X" fmla="*/ 14270 w 62067"/>
              <a:gd name="GluePoint51Y" fmla="*/ 39333 h 58137"/>
              <a:gd name="GluePoint52X" fmla="*/ 14270 w 62067"/>
              <a:gd name="GluePoint52Y" fmla="*/ 25093 h 58137"/>
              <a:gd name="GluePoint53X" fmla="*/ 19168 w 62067"/>
              <a:gd name="GluePoint53Y" fmla="*/ 25093 h 58137"/>
            </a:gdLst>
            <a:ahLst/>
            <a:cxnLst/>
            <a:rect l="textAreaLeft" t="textAreaTop" r="textAreaRight" b="textAreaBottom"/>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9" name="任意多边形: 形状 41"/>
          <p:cNvSpPr>
            <a:spLocks noGrp="1"/>
          </p:cNvSpPr>
          <p:nvPr/>
        </p:nvSpPr>
        <p:spPr>
          <a:xfrm>
            <a:off x="11384280" y="6557040"/>
            <a:ext cx="97560" cy="100440"/>
          </a:xfrm>
          <a:custGeom>
            <a:avLst/>
            <a:gdLst>
              <a:gd name="textAreaLeft" fmla="*/ 0 w 97560"/>
              <a:gd name="textAreaRight" fmla="*/ 97920 w 97560"/>
              <a:gd name="textAreaTop" fmla="*/ 0 h 100440"/>
              <a:gd name="textAreaBottom" fmla="*/ 100800 h 100440"/>
              <a:gd name="GluePoint1X" fmla="*/ 33347 w 58953"/>
              <a:gd name="GluePoint1Y" fmla="*/ 6845 h 60598"/>
              <a:gd name="GluePoint2X" fmla="*/ 55084 w 58953"/>
              <a:gd name="GluePoint2Y" fmla="*/ 6845 h 60598"/>
              <a:gd name="GluePoint3X" fmla="*/ 55084 w 58953"/>
              <a:gd name="GluePoint3Y" fmla="*/ 19271 h 60598"/>
              <a:gd name="GluePoint4X" fmla="*/ 46800 w 58953"/>
              <a:gd name="GluePoint4Y" fmla="*/ 19271 h 60598"/>
              <a:gd name="GluePoint5X" fmla="*/ 46800 w 58953"/>
              <a:gd name="GluePoint5Y" fmla="*/ 13829 h 60598"/>
              <a:gd name="GluePoint6X" fmla="*/ 10340 w 58953"/>
              <a:gd name="GluePoint6Y" fmla="*/ 13829 h 60598"/>
              <a:gd name="GluePoint7X" fmla="*/ 10340 w 58953"/>
              <a:gd name="GluePoint7Y" fmla="*/ 19785 h 60598"/>
              <a:gd name="GluePoint8X" fmla="*/ 2328 w 58953"/>
              <a:gd name="GluePoint8Y" fmla="*/ 19785 h 60598"/>
              <a:gd name="GluePoint9X" fmla="*/ 2328 w 58953"/>
              <a:gd name="GluePoint9Y" fmla="*/ 6845 h 60598"/>
              <a:gd name="GluePoint10X" fmla="*/ 24579 w 58953"/>
              <a:gd name="GluePoint10Y" fmla="*/ 6845 h 60598"/>
              <a:gd name="GluePoint11X" fmla="*/ 22765 w 58953"/>
              <a:gd name="GluePoint11Y" fmla="*/ 375 h 60598"/>
              <a:gd name="GluePoint12X" fmla="*/ 27814 w 58953"/>
              <a:gd name="GluePoint12Y" fmla="*/ 43 h 60598"/>
              <a:gd name="GluePoint13X" fmla="*/ 31472 w 58953"/>
              <a:gd name="GluePoint13Y" fmla="*/ 13 h 60598"/>
              <a:gd name="GluePoint14X" fmla="*/ 32863 w 58953"/>
              <a:gd name="GluePoint14Y" fmla="*/ 103 h 60598"/>
              <a:gd name="GluePoint15X" fmla="*/ 33044 w 58953"/>
              <a:gd name="GluePoint15Y" fmla="*/ 2220 h 60598"/>
              <a:gd name="GluePoint16X" fmla="*/ 33347 w 58953"/>
              <a:gd name="GluePoint16Y" fmla="*/ 6845 h 60598"/>
              <a:gd name="GluePoint17X" fmla="*/ 8284 w 58953"/>
              <a:gd name="GluePoint17Y" fmla="*/ 31666 h 60598"/>
              <a:gd name="GluePoint18X" fmla="*/ 2086 w 58953"/>
              <a:gd name="GluePoint18Y" fmla="*/ 26496 h 60598"/>
              <a:gd name="GluePoint19X" fmla="*/ 19168 w 58953"/>
              <a:gd name="GluePoint19Y" fmla="*/ 14343 h 60598"/>
              <a:gd name="GluePoint20X" fmla="*/ 26393 w 58953"/>
              <a:gd name="GluePoint20Y" fmla="*/ 18757 h 60598"/>
              <a:gd name="GluePoint21X" fmla="*/ 25879 w 58953"/>
              <a:gd name="GluePoint21Y" fmla="*/ 20208 h 60598"/>
              <a:gd name="GluePoint22X" fmla="*/ 25365 w 58953"/>
              <a:gd name="GluePoint22Y" fmla="*/ 20571 h 60598"/>
              <a:gd name="GluePoint23X" fmla="*/ 8284 w 58953"/>
              <a:gd name="GluePoint23Y" fmla="*/ 31696 h 60598"/>
              <a:gd name="GluePoint24X" fmla="*/ 54056 w 58953"/>
              <a:gd name="GluePoint24Y" fmla="*/ 26496 h 60598"/>
              <a:gd name="GluePoint25X" fmla="*/ 47858 w 58953"/>
              <a:gd name="GluePoint25Y" fmla="*/ 32694 h 60598"/>
              <a:gd name="GluePoint26X" fmla="*/ 32379 w 58953"/>
              <a:gd name="GluePoint26Y" fmla="*/ 21629 h 60598"/>
              <a:gd name="GluePoint27X" fmla="*/ 30263 w 58953"/>
              <a:gd name="GluePoint27Y" fmla="*/ 20268 h 60598"/>
              <a:gd name="GluePoint28X" fmla="*/ 36219 w 58953"/>
              <a:gd name="GluePoint28Y" fmla="*/ 15099 h 60598"/>
              <a:gd name="GluePoint29X" fmla="*/ 54056 w 58953"/>
              <a:gd name="GluePoint29Y" fmla="*/ 26466 h 60598"/>
              <a:gd name="GluePoint30X" fmla="*/ 29749 w 58953"/>
              <a:gd name="GluePoint30Y" fmla="*/ 31908 h 60598"/>
              <a:gd name="GluePoint31X" fmla="*/ 43444 w 58953"/>
              <a:gd name="GluePoint31Y" fmla="*/ 31908 h 60598"/>
              <a:gd name="GluePoint32X" fmla="*/ 43444 w 58953"/>
              <a:gd name="GluePoint32Y" fmla="*/ 49262 h 60598"/>
              <a:gd name="GluePoint33X" fmla="*/ 43717 w 58953"/>
              <a:gd name="GluePoint33Y" fmla="*/ 51166 h 60598"/>
              <a:gd name="GluePoint34X" fmla="*/ 44744 w 58953"/>
              <a:gd name="GluePoint34Y" fmla="*/ 51590 h 60598"/>
              <a:gd name="GluePoint35X" fmla="*/ 47344 w 58953"/>
              <a:gd name="GluePoint35Y" fmla="*/ 51590 h 60598"/>
              <a:gd name="GluePoint36X" fmla="*/ 49763 w 58953"/>
              <a:gd name="GluePoint36Y" fmla="*/ 50592 h 60598"/>
              <a:gd name="GluePoint37X" fmla="*/ 50428 w 58953"/>
              <a:gd name="GluePoint37Y" fmla="*/ 45120 h 60598"/>
              <a:gd name="GluePoint38X" fmla="*/ 58954 w 58953"/>
              <a:gd name="GluePoint38Y" fmla="*/ 47720 h 60598"/>
              <a:gd name="GluePoint39X" fmla="*/ 57170 w 58953"/>
              <a:gd name="GluePoint39Y" fmla="*/ 56971 h 60598"/>
              <a:gd name="GluePoint40X" fmla="*/ 51456 w 58953"/>
              <a:gd name="GluePoint40Y" fmla="*/ 59027 h 60598"/>
              <a:gd name="GluePoint41X" fmla="*/ 42144 w 58953"/>
              <a:gd name="GluePoint41Y" fmla="*/ 59027 h 60598"/>
              <a:gd name="GluePoint42X" fmla="*/ 36310 w 58953"/>
              <a:gd name="GluePoint42Y" fmla="*/ 58120 h 60598"/>
              <a:gd name="GluePoint43X" fmla="*/ 35372 w 58953"/>
              <a:gd name="GluePoint43Y" fmla="*/ 56820 h 60598"/>
              <a:gd name="GluePoint44X" fmla="*/ 35161 w 58953"/>
              <a:gd name="GluePoint44Y" fmla="*/ 54371 h 60598"/>
              <a:gd name="GluePoint45X" fmla="*/ 35161 w 58953"/>
              <a:gd name="GluePoint45Y" fmla="*/ 38922 h 60598"/>
              <a:gd name="GluePoint46X" fmla="*/ 28449 w 58953"/>
              <a:gd name="GluePoint46Y" fmla="*/ 38922 h 60598"/>
              <a:gd name="GluePoint47X" fmla="*/ 5412 w 58953"/>
              <a:gd name="GluePoint47Y" fmla="*/ 60599 h 60598"/>
              <a:gd name="GluePoint48X" fmla="*/ 0 w 58953"/>
              <a:gd name="GluePoint48Y" fmla="*/ 52890 h 60598"/>
              <a:gd name="GluePoint49X" fmla="*/ 19651 w 58953"/>
              <a:gd name="GluePoint49Y" fmla="*/ 39194 h 60598"/>
              <a:gd name="GluePoint50X" fmla="*/ 5170 w 58953"/>
              <a:gd name="GluePoint50Y" fmla="*/ 39194 h 60598"/>
              <a:gd name="GluePoint51X" fmla="*/ 5170 w 58953"/>
              <a:gd name="GluePoint51Y" fmla="*/ 32210 h 60598"/>
              <a:gd name="GluePoint52X" fmla="*/ 20951 w 58953"/>
              <a:gd name="GluePoint52Y" fmla="*/ 32210 h 60598"/>
              <a:gd name="GluePoint53X" fmla="*/ 21344 w 58953"/>
              <a:gd name="GluePoint53Y" fmla="*/ 28068 h 60598"/>
              <a:gd name="GluePoint54X" fmla="*/ 21737 w 58953"/>
              <a:gd name="GluePoint54Y" fmla="*/ 23927 h 60598"/>
              <a:gd name="GluePoint55X" fmla="*/ 31563 w 58953"/>
              <a:gd name="GluePoint55Y" fmla="*/ 24713 h 60598"/>
              <a:gd name="GluePoint56X" fmla="*/ 31140 w 58953"/>
              <a:gd name="GluePoint56Y" fmla="*/ 26375 h 60598"/>
              <a:gd name="GluePoint57X" fmla="*/ 29749 w 58953"/>
              <a:gd name="GluePoint57Y" fmla="*/ 31969 h 60598"/>
            </a:gdLst>
            <a:ahLst/>
            <a:cxnLst/>
            <a:rect l="textAreaLeft" t="textAreaTop" r="textAreaRight" b="textAreaBottom"/>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70" name="任意多边形: 形状 42"/>
          <p:cNvSpPr>
            <a:spLocks noGrp="1"/>
          </p:cNvSpPr>
          <p:nvPr/>
        </p:nvSpPr>
        <p:spPr>
          <a:xfrm>
            <a:off x="11530440" y="6557040"/>
            <a:ext cx="100800" cy="99720"/>
          </a:xfrm>
          <a:custGeom>
            <a:avLst/>
            <a:gdLst>
              <a:gd name="textAreaLeft" fmla="*/ 0 w 100800"/>
              <a:gd name="textAreaRight" fmla="*/ 101160 w 100800"/>
              <a:gd name="textAreaTop" fmla="*/ 0 h 99720"/>
              <a:gd name="textAreaBottom" fmla="*/ 100080 h 99720"/>
              <a:gd name="GluePoint1X" fmla="*/ 20165 w 60798"/>
              <a:gd name="GluePoint1Y" fmla="*/ 23793 h 60193"/>
              <a:gd name="GluePoint2X" fmla="*/ 20165 w 60798"/>
              <a:gd name="GluePoint2Y" fmla="*/ 33105 h 60193"/>
              <a:gd name="GluePoint3X" fmla="*/ 13181 w 60798"/>
              <a:gd name="GluePoint3Y" fmla="*/ 33105 h 60193"/>
              <a:gd name="GluePoint4X" fmla="*/ 13181 w 60798"/>
              <a:gd name="GluePoint4Y" fmla="*/ 23793 h 60193"/>
              <a:gd name="GluePoint5X" fmla="*/ 20165 w 60798"/>
              <a:gd name="GluePoint5Y" fmla="*/ 23793 h 60193"/>
              <a:gd name="GluePoint6X" fmla="*/ 30505 w 60798"/>
              <a:gd name="GluePoint6Y" fmla="*/ 8526 h 60193"/>
              <a:gd name="GluePoint7X" fmla="*/ 26756 w 60798"/>
              <a:gd name="GluePoint7Y" fmla="*/ 1935 h 60193"/>
              <a:gd name="GluePoint8X" fmla="*/ 25607 w 60798"/>
              <a:gd name="GluePoint8Y" fmla="*/ 0 h 60193"/>
              <a:gd name="GluePoint9X" fmla="*/ 5170 w 60798"/>
              <a:gd name="GluePoint9Y" fmla="*/ 4656 h 60193"/>
              <a:gd name="GluePoint10X" fmla="*/ 5170 w 60798"/>
              <a:gd name="GluePoint10Y" fmla="*/ 35433 h 60193"/>
              <a:gd name="GluePoint11X" fmla="*/ 4112 w 60798"/>
              <a:gd name="GluePoint11Y" fmla="*/ 45047 h 60193"/>
              <a:gd name="GluePoint12X" fmla="*/ 0 w 60798"/>
              <a:gd name="GluePoint12Y" fmla="*/ 55296 h 60193"/>
              <a:gd name="GluePoint13X" fmla="*/ 6470 w 60798"/>
              <a:gd name="GluePoint13Y" fmla="*/ 60193 h 60193"/>
              <a:gd name="GluePoint14X" fmla="*/ 12940 w 60798"/>
              <a:gd name="GluePoint14Y" fmla="*/ 39575 h 60193"/>
              <a:gd name="GluePoint15X" fmla="*/ 20195 w 60798"/>
              <a:gd name="GluePoint15Y" fmla="*/ 39575 h 60193"/>
              <a:gd name="GluePoint16X" fmla="*/ 20195 w 60798"/>
              <a:gd name="GluePoint16Y" fmla="*/ 41903 h 60193"/>
              <a:gd name="GluePoint17X" fmla="*/ 28479 w 60798"/>
              <a:gd name="GluePoint17Y" fmla="*/ 41903 h 60193"/>
              <a:gd name="GluePoint18X" fmla="*/ 28479 w 60798"/>
              <a:gd name="GluePoint18Y" fmla="*/ 16809 h 60193"/>
              <a:gd name="GluePoint19X" fmla="*/ 13212 w 60798"/>
              <a:gd name="GluePoint19Y" fmla="*/ 16809 h 60193"/>
              <a:gd name="GluePoint20X" fmla="*/ 13212 w 60798"/>
              <a:gd name="GluePoint20Y" fmla="*/ 10612 h 60193"/>
              <a:gd name="GluePoint21X" fmla="*/ 30535 w 60798"/>
              <a:gd name="GluePoint21Y" fmla="*/ 8526 h 60193"/>
              <a:gd name="GluePoint22X" fmla="*/ 52877 w 60798"/>
              <a:gd name="GluePoint22Y" fmla="*/ 9705 h 60193"/>
              <a:gd name="GluePoint23X" fmla="*/ 60254 w 60798"/>
              <a:gd name="GluePoint23Y" fmla="*/ 9312 h 60193"/>
              <a:gd name="GluePoint24X" fmla="*/ 55084 w 60798"/>
              <a:gd name="GluePoint24Y" fmla="*/ 514 h 60193"/>
              <a:gd name="GluePoint25X" fmla="*/ 32319 w 60798"/>
              <a:gd name="GluePoint25Y" fmla="*/ 4142 h 60193"/>
              <a:gd name="GluePoint26X" fmla="*/ 32319 w 60798"/>
              <a:gd name="GluePoint26Y" fmla="*/ 28963 h 60193"/>
              <a:gd name="GluePoint27X" fmla="*/ 29719 w 60798"/>
              <a:gd name="GluePoint27Y" fmla="*/ 43898 h 60193"/>
              <a:gd name="GluePoint28X" fmla="*/ 20437 w 60798"/>
              <a:gd name="GluePoint28Y" fmla="*/ 55296 h 60193"/>
              <a:gd name="GluePoint29X" fmla="*/ 28721 w 60798"/>
              <a:gd name="GluePoint29Y" fmla="*/ 59710 h 60193"/>
              <a:gd name="GluePoint30X" fmla="*/ 40361 w 60798"/>
              <a:gd name="GluePoint30Y" fmla="*/ 33135 h 60193"/>
              <a:gd name="GluePoint31X" fmla="*/ 40361 w 60798"/>
              <a:gd name="GluePoint31Y" fmla="*/ 26665 h 60193"/>
              <a:gd name="GluePoint32X" fmla="*/ 45803 w 60798"/>
              <a:gd name="GluePoint32Y" fmla="*/ 26665 h 60193"/>
              <a:gd name="GluePoint33X" fmla="*/ 45803 w 60798"/>
              <a:gd name="GluePoint33Y" fmla="*/ 59710 h 60193"/>
              <a:gd name="GluePoint34X" fmla="*/ 54328 w 60798"/>
              <a:gd name="GluePoint34Y" fmla="*/ 59710 h 60193"/>
              <a:gd name="GluePoint35X" fmla="*/ 54328 w 60798"/>
              <a:gd name="GluePoint35Y" fmla="*/ 26665 h 60193"/>
              <a:gd name="GluePoint36X" fmla="*/ 60798 w 60798"/>
              <a:gd name="GluePoint36Y" fmla="*/ 26665 h 60193"/>
              <a:gd name="GluePoint37X" fmla="*/ 60798 w 60798"/>
              <a:gd name="GluePoint37Y" fmla="*/ 19440 h 60193"/>
              <a:gd name="GluePoint38X" fmla="*/ 40603 w 60798"/>
              <a:gd name="GluePoint38Y" fmla="*/ 19440 h 60193"/>
              <a:gd name="GluePoint39X" fmla="*/ 40603 w 60798"/>
              <a:gd name="GluePoint39Y" fmla="*/ 10400 h 60193"/>
              <a:gd name="GluePoint40X" fmla="*/ 52907 w 60798"/>
              <a:gd name="GluePoint40Y" fmla="*/ 9765 h 60193"/>
            </a:gdLst>
            <a:ahLst/>
            <a:cxnLst/>
            <a:rect l="textAreaLeft" t="textAreaTop" r="textAreaRight" b="textAreaBottom"/>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72" name="任意多边形: 形状 44"/>
          <p:cNvSpPr>
            <a:spLocks noGrp="1"/>
          </p:cNvSpPr>
          <p:nvPr/>
        </p:nvSpPr>
        <p:spPr>
          <a:xfrm>
            <a:off x="10208160" y="6684120"/>
            <a:ext cx="7920" cy="44280"/>
          </a:xfrm>
          <a:custGeom>
            <a:avLst/>
            <a:gdLst>
              <a:gd name="textAreaLeft" fmla="*/ 0 w 7920"/>
              <a:gd name="textAreaRight" fmla="*/ 8280 w 7920"/>
              <a:gd name="textAreaTop" fmla="*/ 0 h 44280"/>
              <a:gd name="textAreaBottom" fmla="*/ 44640 h 44280"/>
              <a:gd name="GluePoint1X" fmla="*/ 4898 w 4897"/>
              <a:gd name="GluePoint1Y" fmla="*/ 0 h 26816"/>
              <a:gd name="GluePoint2X" fmla="*/ 4898 w 4897"/>
              <a:gd name="GluePoint2Y" fmla="*/ 26816 h 26816"/>
              <a:gd name="GluePoint3X" fmla="*/ 0 w 4897"/>
              <a:gd name="GluePoint3Y" fmla="*/ 26816 h 26816"/>
              <a:gd name="GluePoint4X" fmla="*/ 0 w 4897"/>
              <a:gd name="GluePoint4Y" fmla="*/ 0 h 26816"/>
              <a:gd name="GluePoint5X" fmla="*/ 4898 w 4897"/>
              <a:gd name="GluePoint5Y" fmla="*/ 0 h 26816"/>
            </a:gdLst>
            <a:ahLst/>
            <a:cxnLst/>
            <a:rect l="textAreaLeft" t="textAreaTop" r="textAreaRight" b="textAreaBottom"/>
            <a:pathLst>
              <a:path w="4897" h="26816">
                <a:moveTo>
                  <a:pt x="4898" y="0"/>
                </a:moveTo>
                <a:lnTo>
                  <a:pt x="4898" y="26816"/>
                </a:lnTo>
                <a:lnTo>
                  <a:pt x="0" y="26816"/>
                </a:lnTo>
                <a:lnTo>
                  <a:pt x="0" y="0"/>
                </a:lnTo>
                <a:lnTo>
                  <a:pt x="489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73" name="任意多边形: 形状 45"/>
          <p:cNvSpPr>
            <a:spLocks noGrp="1"/>
          </p:cNvSpPr>
          <p:nvPr/>
        </p:nvSpPr>
        <p:spPr>
          <a:xfrm>
            <a:off x="1022508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74" name="任意多边形: 形状 46"/>
          <p:cNvSpPr>
            <a:spLocks noGrp="1"/>
          </p:cNvSpPr>
          <p:nvPr/>
        </p:nvSpPr>
        <p:spPr>
          <a:xfrm>
            <a:off x="10261080" y="6695640"/>
            <a:ext cx="22680" cy="33120"/>
          </a:xfrm>
          <a:custGeom>
            <a:avLst/>
            <a:gdLst>
              <a:gd name="textAreaLeft" fmla="*/ 0 w 22680"/>
              <a:gd name="textAreaRight" fmla="*/ 23040 w 22680"/>
              <a:gd name="textAreaTop" fmla="*/ 0 h 33120"/>
              <a:gd name="textAreaBottom" fmla="*/ 33480 h 33120"/>
              <a:gd name="GluePoint1X" fmla="*/ 96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75" name="任意多边形: 形状 47"/>
          <p:cNvSpPr>
            <a:spLocks noGrp="1"/>
          </p:cNvSpPr>
          <p:nvPr/>
        </p:nvSpPr>
        <p:spPr>
          <a:xfrm>
            <a:off x="1028772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5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76" name="任意多边形: 形状 48"/>
          <p:cNvSpPr>
            <a:spLocks noGrp="1"/>
          </p:cNvSpPr>
          <p:nvPr/>
        </p:nvSpPr>
        <p:spPr>
          <a:xfrm>
            <a:off x="1031328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87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77" name="任意多边形: 形状 49"/>
          <p:cNvSpPr>
            <a:spLocks noGrp="1"/>
          </p:cNvSpPr>
          <p:nvPr/>
        </p:nvSpPr>
        <p:spPr>
          <a:xfrm>
            <a:off x="1032768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8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78" name="任意多边形: 形状 50"/>
          <p:cNvSpPr>
            <a:spLocks noGrp="1"/>
          </p:cNvSpPr>
          <p:nvPr/>
        </p:nvSpPr>
        <p:spPr>
          <a:xfrm>
            <a:off x="10353960" y="6696360"/>
            <a:ext cx="28800" cy="32400"/>
          </a:xfrm>
          <a:custGeom>
            <a:avLst/>
            <a:gdLst>
              <a:gd name="textAreaLeft" fmla="*/ 0 w 28800"/>
              <a:gd name="textAreaRight" fmla="*/ 29160 w 28800"/>
              <a:gd name="textAreaTop" fmla="*/ 0 h 32400"/>
              <a:gd name="textAreaBottom" fmla="*/ 32760 h 32400"/>
              <a:gd name="GluePoint1X" fmla="*/ 17444 w 17595"/>
              <a:gd name="GluePoint1Y" fmla="*/ 13544 h 19772"/>
              <a:gd name="GluePoint2X" fmla="*/ 17595 w 17595"/>
              <a:gd name="GluePoint2Y" fmla="*/ 19349 h 19772"/>
              <a:gd name="GluePoint3X" fmla="*/ 13302 w 17595"/>
              <a:gd name="GluePoint3Y" fmla="*/ 19349 h 19772"/>
              <a:gd name="GluePoint4X" fmla="*/ 13061 w 17595"/>
              <a:gd name="GluePoint4Y" fmla="*/ 16416 h 19772"/>
              <a:gd name="GluePoint5X" fmla="*/ 12940 w 17595"/>
              <a:gd name="GluePoint5Y" fmla="*/ 16416 h 19772"/>
              <a:gd name="GluePoint6X" fmla="*/ 6742 w 17595"/>
              <a:gd name="GluePoint6Y" fmla="*/ 19772 h 19772"/>
              <a:gd name="GluePoint7X" fmla="*/ 0 w 17595"/>
              <a:gd name="GluePoint7Y" fmla="*/ 11337 h 19772"/>
              <a:gd name="GluePoint8X" fmla="*/ 0 w 17595"/>
              <a:gd name="GluePoint8Y" fmla="*/ 0 h 19772"/>
              <a:gd name="GluePoint9X" fmla="*/ 4898 w 17595"/>
              <a:gd name="GluePoint9Y" fmla="*/ 0 h 19772"/>
              <a:gd name="GluePoint10X" fmla="*/ 4898 w 17595"/>
              <a:gd name="GluePoint10Y" fmla="*/ 10551 h 19772"/>
              <a:gd name="GluePoint11X" fmla="*/ 8526 w 17595"/>
              <a:gd name="GluePoint11Y" fmla="*/ 15842 h 19772"/>
              <a:gd name="GluePoint12X" fmla="*/ 12274 w 17595"/>
              <a:gd name="GluePoint12Y" fmla="*/ 13212 h 19772"/>
              <a:gd name="GluePoint13X" fmla="*/ 12547 w 17595"/>
              <a:gd name="GluePoint13Y" fmla="*/ 11700 h 19772"/>
              <a:gd name="GluePoint14X" fmla="*/ 12547 w 17595"/>
              <a:gd name="GluePoint14Y" fmla="*/ 0 h 19772"/>
              <a:gd name="GluePoint15X" fmla="*/ 17444 w 17595"/>
              <a:gd name="GluePoint15Y" fmla="*/ 0 h 19772"/>
              <a:gd name="GluePoint16X" fmla="*/ 17444 w 17595"/>
              <a:gd name="GluePoint16Y" fmla="*/ 13575 h 19772"/>
            </a:gdLst>
            <a:ahLst/>
            <a:cxnLst/>
            <a:rect l="textAreaLeft" t="textAreaTop" r="textAreaRight" b="textAreaBottom"/>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79" name="任意多边形: 形状 51"/>
          <p:cNvSpPr>
            <a:spLocks noGrp="1"/>
          </p:cNvSpPr>
          <p:nvPr/>
        </p:nvSpPr>
        <p:spPr>
          <a:xfrm>
            <a:off x="1038852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80" name="任意多边形: 形状 52"/>
          <p:cNvSpPr>
            <a:spLocks noGrp="1"/>
          </p:cNvSpPr>
          <p:nvPr/>
        </p:nvSpPr>
        <p:spPr>
          <a:xfrm>
            <a:off x="1041264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81" name="任意多边形: 形状 53"/>
          <p:cNvSpPr>
            <a:spLocks noGrp="1"/>
          </p:cNvSpPr>
          <p:nvPr/>
        </p:nvSpPr>
        <p:spPr>
          <a:xfrm>
            <a:off x="10460520" y="6695640"/>
            <a:ext cx="32400" cy="33480"/>
          </a:xfrm>
          <a:custGeom>
            <a:avLst/>
            <a:gdLst>
              <a:gd name="textAreaLeft" fmla="*/ 0 w 32400"/>
              <a:gd name="textAreaRight" fmla="*/ 32760 w 32400"/>
              <a:gd name="textAreaTop" fmla="*/ 0 h 33480"/>
              <a:gd name="textAreaBottom" fmla="*/ 33840 h 33480"/>
              <a:gd name="GluePoint1X" fmla="*/ 9765 w 19621"/>
              <a:gd name="GluePoint1Y" fmla="*/ 16688 h 20255"/>
              <a:gd name="GluePoint2X" fmla="*/ 498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674 w 19621"/>
              <a:gd name="GluePoint11Y" fmla="*/ 20256 h 20255"/>
              <a:gd name="GluePoint12X" fmla="*/ 9705 w 19621"/>
              <a:gd name="GluePoint12Y" fmla="*/ 20256 h 20255"/>
            </a:gdLst>
            <a:ahLst/>
            <a:cxnLst/>
            <a:rect l="textAreaLeft" t="textAreaTop" r="textAreaRight" b="textAreaBottom"/>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82" name="任意多边形: 形状 54"/>
          <p:cNvSpPr>
            <a:spLocks noGrp="1"/>
          </p:cNvSpPr>
          <p:nvPr/>
        </p:nvSpPr>
        <p:spPr>
          <a:xfrm>
            <a:off x="1049652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83" name="任意多边形: 形状 55"/>
          <p:cNvSpPr>
            <a:spLocks noGrp="1"/>
          </p:cNvSpPr>
          <p:nvPr/>
        </p:nvSpPr>
        <p:spPr>
          <a:xfrm>
            <a:off x="1053324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295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84" name="任意多边形: 形状 56"/>
          <p:cNvSpPr>
            <a:spLocks noGrp="1"/>
          </p:cNvSpPr>
          <p:nvPr/>
        </p:nvSpPr>
        <p:spPr>
          <a:xfrm>
            <a:off x="1056708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795 w 19621"/>
              <a:gd name="GluePoint3Y" fmla="*/ 3567 h 20255"/>
              <a:gd name="GluePoint4X" fmla="*/ 14512 w 19621"/>
              <a:gd name="GluePoint4Y" fmla="*/ 10098 h 20255"/>
              <a:gd name="GluePoint5X" fmla="*/ 9765 w 19621"/>
              <a:gd name="GluePoint5Y" fmla="*/ 16688 h 20255"/>
              <a:gd name="GluePoint6X" fmla="*/ 973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85" name="任意多边形: 形状 57"/>
          <p:cNvSpPr>
            <a:spLocks noGrp="1"/>
          </p:cNvSpPr>
          <p:nvPr/>
        </p:nvSpPr>
        <p:spPr>
          <a:xfrm>
            <a:off x="1060308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86" name="任意多边形: 形状 58"/>
          <p:cNvSpPr>
            <a:spLocks noGrp="1"/>
          </p:cNvSpPr>
          <p:nvPr/>
        </p:nvSpPr>
        <p:spPr>
          <a:xfrm>
            <a:off x="1062540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87" name="任意多边形: 形状 59"/>
          <p:cNvSpPr>
            <a:spLocks noGrp="1"/>
          </p:cNvSpPr>
          <p:nvPr/>
        </p:nvSpPr>
        <p:spPr>
          <a:xfrm>
            <a:off x="10648440" y="6696360"/>
            <a:ext cx="47520" cy="32040"/>
          </a:xfrm>
          <a:custGeom>
            <a:avLst/>
            <a:gdLst>
              <a:gd name="textAreaLeft" fmla="*/ 0 w 47520"/>
              <a:gd name="textAreaRight" fmla="*/ 47880 w 47520"/>
              <a:gd name="textAreaTop" fmla="*/ 0 h 32040"/>
              <a:gd name="textAreaBottom" fmla="*/ 32400 h 32040"/>
              <a:gd name="GluePoint1X" fmla="*/ 5019 w 28751"/>
              <a:gd name="GluePoint1Y" fmla="*/ 0 h 19409"/>
              <a:gd name="GluePoint2X" fmla="*/ 7044 w 28751"/>
              <a:gd name="GluePoint2Y" fmla="*/ 8798 h 19409"/>
              <a:gd name="GluePoint3X" fmla="*/ 8284 w 28751"/>
              <a:gd name="GluePoint3Y" fmla="*/ 15086 h 19409"/>
              <a:gd name="GluePoint4X" fmla="*/ 8374 w 28751"/>
              <a:gd name="GluePoint4Y" fmla="*/ 15086 h 19409"/>
              <a:gd name="GluePoint5X" fmla="*/ 9947 w 28751"/>
              <a:gd name="GluePoint5Y" fmla="*/ 8858 h 19409"/>
              <a:gd name="GluePoint6X" fmla="*/ 12486 w 28751"/>
              <a:gd name="GluePoint6Y" fmla="*/ 30 h 19409"/>
              <a:gd name="GluePoint7X" fmla="*/ 16447 w 28751"/>
              <a:gd name="GluePoint7Y" fmla="*/ 30 h 19409"/>
              <a:gd name="GluePoint8X" fmla="*/ 18865 w 28751"/>
              <a:gd name="GluePoint8Y" fmla="*/ 8616 h 19409"/>
              <a:gd name="GluePoint9X" fmla="*/ 20407 w 28751"/>
              <a:gd name="GluePoint9Y" fmla="*/ 15086 h 19409"/>
              <a:gd name="GluePoint10X" fmla="*/ 20498 w 28751"/>
              <a:gd name="GluePoint10Y" fmla="*/ 15086 h 19409"/>
              <a:gd name="GluePoint11X" fmla="*/ 21798 w 28751"/>
              <a:gd name="GluePoint11Y" fmla="*/ 8616 h 19409"/>
              <a:gd name="GluePoint12X" fmla="*/ 23944 w 28751"/>
              <a:gd name="GluePoint12Y" fmla="*/ 30 h 19409"/>
              <a:gd name="GluePoint13X" fmla="*/ 28751 w 28751"/>
              <a:gd name="GluePoint13Y" fmla="*/ 30 h 19409"/>
              <a:gd name="GluePoint14X" fmla="*/ 22675 w 28751"/>
              <a:gd name="GluePoint14Y" fmla="*/ 19409 h 19409"/>
              <a:gd name="GluePoint15X" fmla="*/ 18109 w 28751"/>
              <a:gd name="GluePoint15Y" fmla="*/ 19409 h 19409"/>
              <a:gd name="GluePoint16X" fmla="*/ 15781 w 28751"/>
              <a:gd name="GluePoint16Y" fmla="*/ 11519 h 19409"/>
              <a:gd name="GluePoint17X" fmla="*/ 14330 w 28751"/>
              <a:gd name="GluePoint17Y" fmla="*/ 5321 h 19409"/>
              <a:gd name="GluePoint18X" fmla="*/ 14240 w 28751"/>
              <a:gd name="GluePoint18Y" fmla="*/ 5321 h 19409"/>
              <a:gd name="GluePoint19X" fmla="*/ 12758 w 28751"/>
              <a:gd name="GluePoint19Y" fmla="*/ 11519 h 19409"/>
              <a:gd name="GluePoint20X" fmla="*/ 10279 w 28751"/>
              <a:gd name="GluePoint20Y" fmla="*/ 19409 h 19409"/>
              <a:gd name="GluePoint21X" fmla="*/ 5714 w 28751"/>
              <a:gd name="GluePoint21Y" fmla="*/ 19409 h 19409"/>
              <a:gd name="GluePoint22X" fmla="*/ 0 w 28751"/>
              <a:gd name="GluePoint22Y" fmla="*/ 30 h 19409"/>
              <a:gd name="GluePoint23X" fmla="*/ 4988 w 28751"/>
              <a:gd name="GluePoint23Y" fmla="*/ 30 h 19409"/>
            </a:gdLst>
            <a:ahLst/>
            <a:cxnLst/>
            <a:rect l="textAreaLeft" t="textAreaTop" r="textAreaRight" b="textAreaBottom"/>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600" rIns="90000" bIns="-12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88" name="任意多边形: 形状 60"/>
          <p:cNvSpPr>
            <a:spLocks noGrp="1"/>
          </p:cNvSpPr>
          <p:nvPr/>
        </p:nvSpPr>
        <p:spPr>
          <a:xfrm>
            <a:off x="1069884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88 w 16688"/>
              <a:gd name="GluePoint2Y" fmla="*/ 14058 h 20255"/>
              <a:gd name="GluePoint3X" fmla="*/ 7649 w 16688"/>
              <a:gd name="GluePoint3Y" fmla="*/ 16719 h 20255"/>
              <a:gd name="GluePoint4X" fmla="*/ 4867 w 16688"/>
              <a:gd name="GluePoint4Y" fmla="*/ 13937 h 20255"/>
              <a:gd name="GluePoint5X" fmla="*/ 11609 w 16688"/>
              <a:gd name="GluePoint5Y" fmla="*/ 10309 h 20255"/>
              <a:gd name="GluePoint6X" fmla="*/ 1160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89" name="任意多边形: 形状 61"/>
          <p:cNvSpPr>
            <a:spLocks noGrp="1"/>
          </p:cNvSpPr>
          <p:nvPr/>
        </p:nvSpPr>
        <p:spPr>
          <a:xfrm>
            <a:off x="10734480" y="6695640"/>
            <a:ext cx="18000" cy="32760"/>
          </a:xfrm>
          <a:custGeom>
            <a:avLst/>
            <a:gdLst>
              <a:gd name="textAreaLeft" fmla="*/ 0 w 18000"/>
              <a:gd name="textAreaRight" fmla="*/ 18360 w 18000"/>
              <a:gd name="textAreaTop" fmla="*/ 0 h 32760"/>
              <a:gd name="textAreaBottom" fmla="*/ 33120 h 32760"/>
              <a:gd name="GluePoint1X" fmla="*/ 151 w 11004"/>
              <a:gd name="GluePoint1Y" fmla="*/ 6651 h 19832"/>
              <a:gd name="GluePoint2X" fmla="*/ 0 w 11004"/>
              <a:gd name="GluePoint2Y" fmla="*/ 423 h 19832"/>
              <a:gd name="GluePoint3X" fmla="*/ 4233 w 11004"/>
              <a:gd name="GluePoint3Y" fmla="*/ 423 h 19832"/>
              <a:gd name="GluePoint4X" fmla="*/ 4414 w 11004"/>
              <a:gd name="GluePoint4Y" fmla="*/ 4112 h 19832"/>
              <a:gd name="GluePoint5X" fmla="*/ 4535 w 11004"/>
              <a:gd name="GluePoint5Y" fmla="*/ 4112 h 19832"/>
              <a:gd name="GluePoint6X" fmla="*/ 9856 w 11004"/>
              <a:gd name="GluePoint6Y" fmla="*/ 0 h 19832"/>
              <a:gd name="GluePoint7X" fmla="*/ 11005 w 11004"/>
              <a:gd name="GluePoint7Y" fmla="*/ 121 h 19832"/>
              <a:gd name="GluePoint8X" fmla="*/ 11005 w 11004"/>
              <a:gd name="GluePoint8Y" fmla="*/ 4716 h 19832"/>
              <a:gd name="GluePoint9X" fmla="*/ 9584 w 11004"/>
              <a:gd name="GluePoint9Y" fmla="*/ 4595 h 19832"/>
              <a:gd name="GluePoint10X" fmla="*/ 5200 w 11004"/>
              <a:gd name="GluePoint10Y" fmla="*/ 8314 h 19832"/>
              <a:gd name="GluePoint11X" fmla="*/ 5079 w 11004"/>
              <a:gd name="GluePoint11Y" fmla="*/ 9795 h 19832"/>
              <a:gd name="GluePoint12X" fmla="*/ 5079 w 11004"/>
              <a:gd name="GluePoint12Y" fmla="*/ 19833 h 19832"/>
              <a:gd name="GluePoint13X" fmla="*/ 181 w 11004"/>
              <a:gd name="GluePoint13Y" fmla="*/ 19833 h 19832"/>
              <a:gd name="GluePoint14X" fmla="*/ 181 w 11004"/>
              <a:gd name="GluePoint14Y" fmla="*/ 6681 h 19832"/>
            </a:gdLst>
            <a:ahLst/>
            <a:cxnLst/>
            <a:rect l="textAreaLeft" t="textAreaTop" r="textAreaRight" b="textAreaBottom"/>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880" rIns="90000" bIns="-11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90" name="任意多边形: 形状 62"/>
          <p:cNvSpPr>
            <a:spLocks noGrp="1"/>
          </p:cNvSpPr>
          <p:nvPr/>
        </p:nvSpPr>
        <p:spPr>
          <a:xfrm>
            <a:off x="10755720" y="6695640"/>
            <a:ext cx="29160" cy="33120"/>
          </a:xfrm>
          <a:custGeom>
            <a:avLst/>
            <a:gdLst>
              <a:gd name="textAreaLeft" fmla="*/ 0 w 29160"/>
              <a:gd name="textAreaRight" fmla="*/ 29520 w 29160"/>
              <a:gd name="textAreaTop" fmla="*/ 0 h 33120"/>
              <a:gd name="textAreaBottom" fmla="*/ 33480 h 33120"/>
              <a:gd name="GluePoint1X" fmla="*/ 4686 w 17807"/>
              <a:gd name="GluePoint1Y" fmla="*/ 8072 h 20225"/>
              <a:gd name="GluePoint2X" fmla="*/ 9161 w 17807"/>
              <a:gd name="GluePoint2Y" fmla="*/ 3356 h 20225"/>
              <a:gd name="GluePoint3X" fmla="*/ 13212 w 17807"/>
              <a:gd name="GluePoint3Y" fmla="*/ 8072 h 20225"/>
              <a:gd name="GluePoint4X" fmla="*/ 468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91" name="任意多边形: 形状 63"/>
          <p:cNvSpPr>
            <a:spLocks noGrp="1"/>
          </p:cNvSpPr>
          <p:nvPr/>
        </p:nvSpPr>
        <p:spPr>
          <a:xfrm>
            <a:off x="10803600" y="6683400"/>
            <a:ext cx="34200" cy="45720"/>
          </a:xfrm>
          <a:custGeom>
            <a:avLst/>
            <a:gdLst>
              <a:gd name="textAreaLeft" fmla="*/ 0 w 34200"/>
              <a:gd name="textAreaRight" fmla="*/ 34560 w 34200"/>
              <a:gd name="textAreaTop" fmla="*/ 0 h 45720"/>
              <a:gd name="textAreaBottom" fmla="*/ 46080 h 45720"/>
              <a:gd name="GluePoint1X" fmla="*/ 20649 w 20860"/>
              <a:gd name="GluePoint1Y" fmla="*/ 26454 h 27662"/>
              <a:gd name="GluePoint2X" fmla="*/ 13695 w 20860"/>
              <a:gd name="GluePoint2Y" fmla="*/ 27663 h 27662"/>
              <a:gd name="GluePoint3X" fmla="*/ 0 w 20860"/>
              <a:gd name="GluePoint3Y" fmla="*/ 14149 h 27662"/>
              <a:gd name="GluePoint4X" fmla="*/ 14361 w 20860"/>
              <a:gd name="GluePoint4Y" fmla="*/ 0 h 27662"/>
              <a:gd name="GluePoint5X" fmla="*/ 20861 w 20860"/>
              <a:gd name="GluePoint5Y" fmla="*/ 1179 h 27662"/>
              <a:gd name="GluePoint6X" fmla="*/ 19802 w 20860"/>
              <a:gd name="GluePoint6Y" fmla="*/ 5079 h 27662"/>
              <a:gd name="GluePoint7X" fmla="*/ 14572 w 20860"/>
              <a:gd name="GluePoint7Y" fmla="*/ 4021 h 27662"/>
              <a:gd name="GluePoint8X" fmla="*/ 5170 w 20860"/>
              <a:gd name="GluePoint8Y" fmla="*/ 13877 h 27662"/>
              <a:gd name="GluePoint9X" fmla="*/ 14512 w 20860"/>
              <a:gd name="GluePoint9Y" fmla="*/ 23521 h 27662"/>
              <a:gd name="GluePoint10X" fmla="*/ 19863 w 20860"/>
              <a:gd name="GluePoint10Y" fmla="*/ 22554 h 27662"/>
              <a:gd name="GluePoint11X" fmla="*/ 20679 w 20860"/>
              <a:gd name="GluePoint11Y" fmla="*/ 26423 h 27662"/>
            </a:gdLst>
            <a:ahLst/>
            <a:cxnLst/>
            <a:rect l="textAreaLeft" t="textAreaTop" r="textAreaRight" b="textAreaBottom"/>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92" name="任意多边形: 形状 64"/>
          <p:cNvSpPr>
            <a:spLocks noGrp="1"/>
          </p:cNvSpPr>
          <p:nvPr/>
        </p:nvSpPr>
        <p:spPr>
          <a:xfrm>
            <a:off x="10844640" y="6681600"/>
            <a:ext cx="28800" cy="46800"/>
          </a:xfrm>
          <a:custGeom>
            <a:avLst/>
            <a:gdLst>
              <a:gd name="textAreaLeft" fmla="*/ 0 w 28800"/>
              <a:gd name="textAreaRight" fmla="*/ 29160 w 28800"/>
              <a:gd name="textAreaTop" fmla="*/ 0 h 46800"/>
              <a:gd name="textAreaBottom" fmla="*/ 47160 h 46800"/>
              <a:gd name="GluePoint1X" fmla="*/ 0 w 17535"/>
              <a:gd name="GluePoint1Y" fmla="*/ 30 h 28297"/>
              <a:gd name="GluePoint2X" fmla="*/ 4898 w 17535"/>
              <a:gd name="GluePoint2Y" fmla="*/ 30 h 28297"/>
              <a:gd name="GluePoint3X" fmla="*/ 4898 w 17535"/>
              <a:gd name="GluePoint3Y" fmla="*/ 11549 h 28297"/>
              <a:gd name="GluePoint4X" fmla="*/ 4988 w 17535"/>
              <a:gd name="GluePoint4Y" fmla="*/ 11549 h 28297"/>
              <a:gd name="GluePoint5X" fmla="*/ 7407 w 17535"/>
              <a:gd name="GluePoint5Y" fmla="*/ 9342 h 28297"/>
              <a:gd name="GluePoint6X" fmla="*/ 10763 w 17535"/>
              <a:gd name="GluePoint6Y" fmla="*/ 8465 h 28297"/>
              <a:gd name="GluePoint7X" fmla="*/ 17535 w 17535"/>
              <a:gd name="GluePoint7Y" fmla="*/ 16870 h 28297"/>
              <a:gd name="GluePoint8X" fmla="*/ 17535 w 17535"/>
              <a:gd name="GluePoint8Y" fmla="*/ 28298 h 28297"/>
              <a:gd name="GluePoint9X" fmla="*/ 12637 w 17535"/>
              <a:gd name="GluePoint9Y" fmla="*/ 28298 h 28297"/>
              <a:gd name="GluePoint10X" fmla="*/ 12637 w 17535"/>
              <a:gd name="GluePoint10Y" fmla="*/ 17414 h 28297"/>
              <a:gd name="GluePoint11X" fmla="*/ 8919 w 17535"/>
              <a:gd name="GluePoint11Y" fmla="*/ 12456 h 28297"/>
              <a:gd name="GluePoint12X" fmla="*/ 5140 w 17535"/>
              <a:gd name="GluePoint12Y" fmla="*/ 15207 h 28297"/>
              <a:gd name="GluePoint13X" fmla="*/ 4928 w 17535"/>
              <a:gd name="GluePoint13Y" fmla="*/ 16688 h 28297"/>
              <a:gd name="GluePoint14X" fmla="*/ 4928 w 17535"/>
              <a:gd name="GluePoint14Y" fmla="*/ 28268 h 28297"/>
              <a:gd name="GluePoint15X" fmla="*/ 30 w 17535"/>
              <a:gd name="GluePoint15Y" fmla="*/ 28268 h 28297"/>
              <a:gd name="GluePoint16X" fmla="*/ 30 w 17535"/>
              <a:gd name="GluePoint16Y" fmla="*/ 0 h 28297"/>
            </a:gdLst>
            <a:ahLst/>
            <a:cxnLst/>
            <a:rect l="textAreaLeft" t="textAreaTop" r="textAreaRight" b="textAreaBottom"/>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160" rIns="90000" bIns="2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93" name="任意多边形: 形状 65"/>
          <p:cNvSpPr>
            <a:spLocks noGrp="1"/>
          </p:cNvSpPr>
          <p:nvPr/>
        </p:nvSpPr>
        <p:spPr>
          <a:xfrm>
            <a:off x="1088172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94" name="任意多边形: 形状 66"/>
          <p:cNvSpPr>
            <a:spLocks noGrp="1"/>
          </p:cNvSpPr>
          <p:nvPr/>
        </p:nvSpPr>
        <p:spPr>
          <a:xfrm>
            <a:off x="108990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109 w 17716"/>
              <a:gd name="GluePoint13Y" fmla="*/ 8405 h 19802"/>
              <a:gd name="GluePoint14X" fmla="*/ 5109 w 17716"/>
              <a:gd name="GluePoint14Y" fmla="*/ 19802 h 19802"/>
              <a:gd name="GluePoint15X" fmla="*/ 212 w 17716"/>
              <a:gd name="GluePoint15Y" fmla="*/ 19802 h 19802"/>
              <a:gd name="GluePoint16X" fmla="*/ 212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95" name="任意多边形: 形状 67"/>
          <p:cNvSpPr>
            <a:spLocks noGrp="1"/>
          </p:cNvSpPr>
          <p:nvPr/>
        </p:nvSpPr>
        <p:spPr>
          <a:xfrm>
            <a:off x="109350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61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96" name="任意多边形: 形状 68"/>
          <p:cNvSpPr>
            <a:spLocks noGrp="1"/>
          </p:cNvSpPr>
          <p:nvPr/>
        </p:nvSpPr>
        <p:spPr>
          <a:xfrm>
            <a:off x="10969200" y="6695640"/>
            <a:ext cx="22680" cy="33120"/>
          </a:xfrm>
          <a:custGeom>
            <a:avLst/>
            <a:gdLst>
              <a:gd name="textAreaLeft" fmla="*/ 0 w 22680"/>
              <a:gd name="textAreaRight" fmla="*/ 23040 w 22680"/>
              <a:gd name="textAreaTop" fmla="*/ 0 h 33120"/>
              <a:gd name="textAreaBottom" fmla="*/ 33480 h 33120"/>
              <a:gd name="GluePoint1X" fmla="*/ 998 w 13755"/>
              <a:gd name="GluePoint1Y" fmla="*/ 15298 h 20225"/>
              <a:gd name="GluePoint2X" fmla="*/ 5926 w 13755"/>
              <a:gd name="GluePoint2Y" fmla="*/ 16719 h 20225"/>
              <a:gd name="GluePoint3X" fmla="*/ 9040 w 13755"/>
              <a:gd name="GluePoint3Y" fmla="*/ 14542 h 20225"/>
              <a:gd name="GluePoint4X" fmla="*/ 5865 w 13755"/>
              <a:gd name="GluePoint4Y" fmla="*/ 11700 h 20225"/>
              <a:gd name="GluePoint5X" fmla="*/ 514 w 13755"/>
              <a:gd name="GluePoint5Y" fmla="*/ 6047 h 20225"/>
              <a:gd name="GluePoint6X" fmla="*/ 7860 w 13755"/>
              <a:gd name="GluePoint6Y" fmla="*/ 0 h 20225"/>
              <a:gd name="GluePoint7X" fmla="*/ 13000 w 13755"/>
              <a:gd name="GluePoint7Y" fmla="*/ 1149 h 20225"/>
              <a:gd name="GluePoint8X" fmla="*/ 12033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97" name="任意多边形: 形状 69"/>
          <p:cNvSpPr>
            <a:spLocks noGrp="1"/>
          </p:cNvSpPr>
          <p:nvPr/>
        </p:nvSpPr>
        <p:spPr>
          <a:xfrm>
            <a:off x="1099692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98" name="任意多边形: 形状 70"/>
          <p:cNvSpPr>
            <a:spLocks noGrp="1"/>
          </p:cNvSpPr>
          <p:nvPr/>
        </p:nvSpPr>
        <p:spPr>
          <a:xfrm>
            <a:off x="11043720" y="6684120"/>
            <a:ext cx="38880" cy="44280"/>
          </a:xfrm>
          <a:custGeom>
            <a:avLst/>
            <a:gdLst>
              <a:gd name="textAreaLeft" fmla="*/ 0 w 38880"/>
              <a:gd name="textAreaRight" fmla="*/ 39240 w 38880"/>
              <a:gd name="textAreaTop" fmla="*/ 0 h 44280"/>
              <a:gd name="textAreaBottom" fmla="*/ 44640 h 44280"/>
              <a:gd name="GluePoint1X" fmla="*/ 8163 w 23551"/>
              <a:gd name="GluePoint1Y" fmla="*/ 15509 h 26816"/>
              <a:gd name="GluePoint2X" fmla="*/ 10249 w 23551"/>
              <a:gd name="GluePoint2Y" fmla="*/ 8888 h 26816"/>
              <a:gd name="GluePoint3X" fmla="*/ 11519 w 23551"/>
              <a:gd name="GluePoint3Y" fmla="*/ 3870 h 26816"/>
              <a:gd name="GluePoint4X" fmla="*/ 11609 w 23551"/>
              <a:gd name="GluePoint4Y" fmla="*/ 3870 h 26816"/>
              <a:gd name="GluePoint5X" fmla="*/ 12970 w 23551"/>
              <a:gd name="GluePoint5Y" fmla="*/ 8919 h 26816"/>
              <a:gd name="GluePoint6X" fmla="*/ 15086 w 23551"/>
              <a:gd name="GluePoint6Y" fmla="*/ 15509 h 26816"/>
              <a:gd name="GluePoint7X" fmla="*/ 8163 w 23551"/>
              <a:gd name="GluePoint7Y" fmla="*/ 15509 h 26816"/>
              <a:gd name="GluePoint8X" fmla="*/ 15872 w 23551"/>
              <a:gd name="GluePoint8Y" fmla="*/ 19228 h 26816"/>
              <a:gd name="GluePoint9X" fmla="*/ 18291 w 23551"/>
              <a:gd name="GluePoint9Y" fmla="*/ 26816 h 26816"/>
              <a:gd name="GluePoint10X" fmla="*/ 23551 w 23551"/>
              <a:gd name="GluePoint10Y" fmla="*/ 26816 h 26816"/>
              <a:gd name="GluePoint11X" fmla="*/ 14844 w 23551"/>
              <a:gd name="GluePoint11Y" fmla="*/ 0 h 26816"/>
              <a:gd name="GluePoint12X" fmla="*/ 8616 w 23551"/>
              <a:gd name="GluePoint12Y" fmla="*/ 0 h 26816"/>
              <a:gd name="GluePoint13X" fmla="*/ 0 w 23551"/>
              <a:gd name="GluePoint13Y" fmla="*/ 26816 h 26816"/>
              <a:gd name="GluePoint14X" fmla="*/ 5079 w 23551"/>
              <a:gd name="GluePoint14Y" fmla="*/ 26816 h 26816"/>
              <a:gd name="GluePoint15X" fmla="*/ 7377 w 23551"/>
              <a:gd name="GluePoint15Y" fmla="*/ 19228 h 26816"/>
              <a:gd name="GluePoint16X" fmla="*/ 15902 w 23551"/>
              <a:gd name="GluePoint16Y" fmla="*/ 19228 h 26816"/>
            </a:gdLst>
            <a:ahLst/>
            <a:cxnLst/>
            <a:rect l="textAreaLeft" t="textAreaTop" r="textAreaRight" b="textAreaBottom"/>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99" name="任意多边形: 形状 71"/>
          <p:cNvSpPr>
            <a:spLocks noGrp="1"/>
          </p:cNvSpPr>
          <p:nvPr/>
        </p:nvSpPr>
        <p:spPr>
          <a:xfrm>
            <a:off x="1108584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884 w 15479"/>
              <a:gd name="GluePoint7Y" fmla="*/ 3809 h 20225"/>
              <a:gd name="GluePoint8X" fmla="*/ 4958 w 15479"/>
              <a:gd name="GluePoint8Y" fmla="*/ 10098 h 20225"/>
              <a:gd name="GluePoint9X" fmla="*/ 1091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00" name="任意多边形: 形状 72"/>
          <p:cNvSpPr>
            <a:spLocks noGrp="1"/>
          </p:cNvSpPr>
          <p:nvPr/>
        </p:nvSpPr>
        <p:spPr>
          <a:xfrm>
            <a:off x="1111536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58 w 16688"/>
              <a:gd name="GluePoint2Y" fmla="*/ 14058 h 20255"/>
              <a:gd name="GluePoint3X" fmla="*/ 7619 w 16688"/>
              <a:gd name="GluePoint3Y" fmla="*/ 16719 h 20255"/>
              <a:gd name="GluePoint4X" fmla="*/ 4807 w 16688"/>
              <a:gd name="GluePoint4Y" fmla="*/ 13937 h 20255"/>
              <a:gd name="GluePoint5X" fmla="*/ 11579 w 16688"/>
              <a:gd name="GluePoint5Y" fmla="*/ 10309 h 20255"/>
              <a:gd name="GluePoint6X" fmla="*/ 1157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01" name="任意多边形: 形状 73"/>
          <p:cNvSpPr>
            <a:spLocks noGrp="1"/>
          </p:cNvSpPr>
          <p:nvPr/>
        </p:nvSpPr>
        <p:spPr>
          <a:xfrm>
            <a:off x="11149200" y="6681600"/>
            <a:ext cx="31680" cy="47520"/>
          </a:xfrm>
          <a:custGeom>
            <a:avLst/>
            <a:gdLst>
              <a:gd name="textAreaLeft" fmla="*/ 0 w 31680"/>
              <a:gd name="textAreaRight" fmla="*/ 32040 w 31680"/>
              <a:gd name="textAreaTop" fmla="*/ 0 h 47520"/>
              <a:gd name="textAreaBottom" fmla="*/ 47880 h 47520"/>
              <a:gd name="GluePoint1X" fmla="*/ 14179 w 19228"/>
              <a:gd name="GluePoint1Y" fmla="*/ 19863 h 28690"/>
              <a:gd name="GluePoint2X" fmla="*/ 14028 w 19228"/>
              <a:gd name="GluePoint2Y" fmla="*/ 21284 h 28690"/>
              <a:gd name="GluePoint3X" fmla="*/ 9796 w 19228"/>
              <a:gd name="GluePoint3Y" fmla="*/ 24761 h 28690"/>
              <a:gd name="GluePoint4X" fmla="*/ 4958 w 19228"/>
              <a:gd name="GluePoint4Y" fmla="*/ 18593 h 28690"/>
              <a:gd name="GluePoint5X" fmla="*/ 9856 w 19228"/>
              <a:gd name="GluePoint5Y" fmla="*/ 12214 h 28690"/>
              <a:gd name="GluePoint6X" fmla="*/ 14058 w 19228"/>
              <a:gd name="GluePoint6Y" fmla="*/ 15661 h 28690"/>
              <a:gd name="GluePoint7X" fmla="*/ 14179 w 19228"/>
              <a:gd name="GluePoint7Y" fmla="*/ 16930 h 28690"/>
              <a:gd name="GluePoint8X" fmla="*/ 14179 w 19228"/>
              <a:gd name="GluePoint8Y" fmla="*/ 19833 h 28690"/>
              <a:gd name="GluePoint9X" fmla="*/ 14179 w 19228"/>
              <a:gd name="GluePoint9Y" fmla="*/ 0 h 28690"/>
              <a:gd name="GluePoint10X" fmla="*/ 14179 w 19228"/>
              <a:gd name="GluePoint10Y" fmla="*/ 10974 h 28690"/>
              <a:gd name="GluePoint11X" fmla="*/ 14089 w 19228"/>
              <a:gd name="GluePoint11Y" fmla="*/ 10974 h 28690"/>
              <a:gd name="GluePoint12X" fmla="*/ 8677 w 19228"/>
              <a:gd name="GluePoint12Y" fmla="*/ 8465 h 28690"/>
              <a:gd name="GluePoint13X" fmla="*/ 0 w 19228"/>
              <a:gd name="GluePoint13Y" fmla="*/ 18805 h 28690"/>
              <a:gd name="GluePoint14X" fmla="*/ 8284 w 19228"/>
              <a:gd name="GluePoint14Y" fmla="*/ 28691 h 28690"/>
              <a:gd name="GluePoint15X" fmla="*/ 14572 w 19228"/>
              <a:gd name="GluePoint15Y" fmla="*/ 25184 h 28690"/>
              <a:gd name="GluePoint16X" fmla="*/ 14663 w 19228"/>
              <a:gd name="GluePoint16Y" fmla="*/ 25184 h 28690"/>
              <a:gd name="GluePoint17X" fmla="*/ 14875 w 19228"/>
              <a:gd name="GluePoint17Y" fmla="*/ 28268 h 28690"/>
              <a:gd name="GluePoint18X" fmla="*/ 19228 w 19228"/>
              <a:gd name="GluePoint18Y" fmla="*/ 28268 h 28690"/>
              <a:gd name="GluePoint19X" fmla="*/ 19077 w 19228"/>
              <a:gd name="GluePoint19Y" fmla="*/ 22826 h 28690"/>
              <a:gd name="GluePoint20X" fmla="*/ 19077 w 19228"/>
              <a:gd name="GluePoint20Y" fmla="*/ 0 h 28690"/>
              <a:gd name="GluePoint21X" fmla="*/ 14179 w 19228"/>
              <a:gd name="GluePoint21Y" fmla="*/ 0 h 28690"/>
            </a:gdLst>
            <a:ahLst/>
            <a:cxnLst/>
            <a:rect l="textAreaLeft" t="textAreaTop" r="textAreaRight" b="textAreaBottom"/>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02" name="任意多边形: 形状 74"/>
          <p:cNvSpPr>
            <a:spLocks noGrp="1"/>
          </p:cNvSpPr>
          <p:nvPr/>
        </p:nvSpPr>
        <p:spPr>
          <a:xfrm>
            <a:off x="11187720" y="6695640"/>
            <a:ext cx="29160" cy="33120"/>
          </a:xfrm>
          <a:custGeom>
            <a:avLst/>
            <a:gdLst>
              <a:gd name="textAreaLeft" fmla="*/ 0 w 29160"/>
              <a:gd name="textAreaRight" fmla="*/ 29520 w 29160"/>
              <a:gd name="textAreaTop" fmla="*/ 0 h 33120"/>
              <a:gd name="textAreaBottom" fmla="*/ 33480 h 33120"/>
              <a:gd name="GluePoint1X" fmla="*/ 4686 w 17837"/>
              <a:gd name="GluePoint1Y" fmla="*/ 8072 h 20225"/>
              <a:gd name="GluePoint2X" fmla="*/ 9161 w 17837"/>
              <a:gd name="GluePoint2Y" fmla="*/ 3356 h 20225"/>
              <a:gd name="GluePoint3X" fmla="*/ 13212 w 17837"/>
              <a:gd name="GluePoint3Y" fmla="*/ 8072 h 20225"/>
              <a:gd name="GluePoint4X" fmla="*/ 4686 w 17837"/>
              <a:gd name="GluePoint4Y" fmla="*/ 8072 h 20225"/>
              <a:gd name="GluePoint5X" fmla="*/ 17656 w 17837"/>
              <a:gd name="GluePoint5Y" fmla="*/ 11488 h 20225"/>
              <a:gd name="GluePoint6X" fmla="*/ 17837 w 17837"/>
              <a:gd name="GluePoint6Y" fmla="*/ 9433 h 20225"/>
              <a:gd name="GluePoint7X" fmla="*/ 9493 w 17837"/>
              <a:gd name="GluePoint7Y" fmla="*/ 0 h 20225"/>
              <a:gd name="GluePoint8X" fmla="*/ 0 w 17837"/>
              <a:gd name="GluePoint8Y" fmla="*/ 10400 h 20225"/>
              <a:gd name="GluePoint9X" fmla="*/ 9977 w 17837"/>
              <a:gd name="GluePoint9Y" fmla="*/ 20226 h 20225"/>
              <a:gd name="GluePoint10X" fmla="*/ 16749 w 17837"/>
              <a:gd name="GluePoint10Y" fmla="*/ 18986 h 20225"/>
              <a:gd name="GluePoint11X" fmla="*/ 16023 w 17837"/>
              <a:gd name="GluePoint11Y" fmla="*/ 15600 h 20225"/>
              <a:gd name="GluePoint12X" fmla="*/ 10672 w 17837"/>
              <a:gd name="GluePoint12Y" fmla="*/ 16507 h 20225"/>
              <a:gd name="GluePoint13X" fmla="*/ 4686 w 17837"/>
              <a:gd name="GluePoint13Y" fmla="*/ 11458 h 20225"/>
              <a:gd name="GluePoint14X" fmla="*/ 17656 w 17837"/>
              <a:gd name="GluePoint14Y" fmla="*/ 11458 h 20225"/>
            </a:gdLst>
            <a:ahLst/>
            <a:cxnLst/>
            <a:rect l="textAreaLeft" t="textAreaTop" r="textAreaRight" b="textAreaBottom"/>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03" name="任意多边形: 形状 75"/>
          <p:cNvSpPr>
            <a:spLocks noGrp="1"/>
          </p:cNvSpPr>
          <p:nvPr/>
        </p:nvSpPr>
        <p:spPr>
          <a:xfrm>
            <a:off x="11223720" y="6695640"/>
            <a:ext cx="47520" cy="32400"/>
          </a:xfrm>
          <a:custGeom>
            <a:avLst/>
            <a:gdLst>
              <a:gd name="textAreaLeft" fmla="*/ 0 w 47520"/>
              <a:gd name="textAreaRight" fmla="*/ 47880 w 47520"/>
              <a:gd name="textAreaTop" fmla="*/ 0 h 32400"/>
              <a:gd name="textAreaBottom" fmla="*/ 32760 h 32400"/>
              <a:gd name="GluePoint1X" fmla="*/ 151 w 28721"/>
              <a:gd name="GluePoint1Y" fmla="*/ 6258 h 19802"/>
              <a:gd name="GluePoint2X" fmla="*/ 0 w 28721"/>
              <a:gd name="GluePoint2Y" fmla="*/ 484 h 19802"/>
              <a:gd name="GluePoint3X" fmla="*/ 4172 w 28721"/>
              <a:gd name="GluePoint3Y" fmla="*/ 484 h 19802"/>
              <a:gd name="GluePoint4X" fmla="*/ 4384 w 28721"/>
              <a:gd name="GluePoint4Y" fmla="*/ 3326 h 19802"/>
              <a:gd name="GluePoint5X" fmla="*/ 4505 w 28721"/>
              <a:gd name="GluePoint5Y" fmla="*/ 3326 h 19802"/>
              <a:gd name="GluePoint6X" fmla="*/ 10461 w 28721"/>
              <a:gd name="GluePoint6Y" fmla="*/ 30 h 19802"/>
              <a:gd name="GluePoint7X" fmla="*/ 15842 w 28721"/>
              <a:gd name="GluePoint7Y" fmla="*/ 3598 h 19802"/>
              <a:gd name="GluePoint8X" fmla="*/ 15933 w 28721"/>
              <a:gd name="GluePoint8Y" fmla="*/ 3598 h 19802"/>
              <a:gd name="GluePoint9X" fmla="*/ 18321 w 28721"/>
              <a:gd name="GluePoint9Y" fmla="*/ 1149 h 19802"/>
              <a:gd name="GluePoint10X" fmla="*/ 22251 w 28721"/>
              <a:gd name="GluePoint10Y" fmla="*/ 0 h 19802"/>
              <a:gd name="GluePoint11X" fmla="*/ 28721 w 28721"/>
              <a:gd name="GluePoint11Y" fmla="*/ 8405 h 19802"/>
              <a:gd name="GluePoint12X" fmla="*/ 28721 w 28721"/>
              <a:gd name="GluePoint12Y" fmla="*/ 19802 h 19802"/>
              <a:gd name="GluePoint13X" fmla="*/ 23944 w 28721"/>
              <a:gd name="GluePoint13Y" fmla="*/ 19802 h 19802"/>
              <a:gd name="GluePoint14X" fmla="*/ 23944 w 28721"/>
              <a:gd name="GluePoint14Y" fmla="*/ 9070 h 19802"/>
              <a:gd name="GluePoint15X" fmla="*/ 20498 w 28721"/>
              <a:gd name="GluePoint15Y" fmla="*/ 3960 h 19802"/>
              <a:gd name="GluePoint16X" fmla="*/ 17112 w 28721"/>
              <a:gd name="GluePoint16Y" fmla="*/ 6530 h 19802"/>
              <a:gd name="GluePoint17X" fmla="*/ 16870 w 28721"/>
              <a:gd name="GluePoint17Y" fmla="*/ 8163 h 19802"/>
              <a:gd name="GluePoint18X" fmla="*/ 16870 w 28721"/>
              <a:gd name="GluePoint18Y" fmla="*/ 19802 h 19802"/>
              <a:gd name="GluePoint19X" fmla="*/ 12093 w 28721"/>
              <a:gd name="GluePoint19Y" fmla="*/ 19802 h 19802"/>
              <a:gd name="GluePoint20X" fmla="*/ 12093 w 28721"/>
              <a:gd name="GluePoint20Y" fmla="*/ 8586 h 19802"/>
              <a:gd name="GluePoint21X" fmla="*/ 8767 w 28721"/>
              <a:gd name="GluePoint21Y" fmla="*/ 3960 h 19802"/>
              <a:gd name="GluePoint22X" fmla="*/ 5230 w 28721"/>
              <a:gd name="GluePoint22Y" fmla="*/ 6742 h 19802"/>
              <a:gd name="GluePoint23X" fmla="*/ 4988 w 28721"/>
              <a:gd name="GluePoint23Y" fmla="*/ 8344 h 19802"/>
              <a:gd name="GluePoint24X" fmla="*/ 4988 w 28721"/>
              <a:gd name="GluePoint24Y" fmla="*/ 19802 h 19802"/>
              <a:gd name="GluePoint25X" fmla="*/ 212 w 28721"/>
              <a:gd name="GluePoint25Y" fmla="*/ 19802 h 19802"/>
              <a:gd name="GluePoint26X" fmla="*/ 212 w 28721"/>
              <a:gd name="GluePoint26Y" fmla="*/ 6198 h 19802"/>
            </a:gdLst>
            <a:ahLst/>
            <a:cxnLst/>
            <a:rect l="textAreaLeft" t="textAreaTop" r="textAreaRight" b="textAreaBottom"/>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04" name="任意多边形: 形状 76"/>
          <p:cNvSpPr>
            <a:spLocks noGrp="1"/>
          </p:cNvSpPr>
          <p:nvPr/>
        </p:nvSpPr>
        <p:spPr>
          <a:xfrm>
            <a:off x="11275200" y="6696360"/>
            <a:ext cx="32040" cy="46440"/>
          </a:xfrm>
          <a:custGeom>
            <a:avLst/>
            <a:gdLst>
              <a:gd name="textAreaLeft" fmla="*/ 0 w 32040"/>
              <a:gd name="textAreaRight" fmla="*/ 32400 w 32040"/>
              <a:gd name="textAreaTop" fmla="*/ 0 h 46440"/>
              <a:gd name="textAreaBottom" fmla="*/ 46800 h 46440"/>
              <a:gd name="GluePoint1X" fmla="*/ 5381 w 19379"/>
              <a:gd name="GluePoint1Y" fmla="*/ 30 h 28146"/>
              <a:gd name="GluePoint2X" fmla="*/ 8858 w 19379"/>
              <a:gd name="GluePoint2Y" fmla="*/ 10400 h 28146"/>
              <a:gd name="GluePoint3X" fmla="*/ 9947 w 19379"/>
              <a:gd name="GluePoint3Y" fmla="*/ 14149 h 28146"/>
              <a:gd name="GluePoint4X" fmla="*/ 10068 w 19379"/>
              <a:gd name="GluePoint4Y" fmla="*/ 14149 h 28146"/>
              <a:gd name="GluePoint5X" fmla="*/ 11095 w 19379"/>
              <a:gd name="GluePoint5Y" fmla="*/ 10340 h 28146"/>
              <a:gd name="GluePoint6X" fmla="*/ 14149 w 19379"/>
              <a:gd name="GluePoint6Y" fmla="*/ 0 h 28146"/>
              <a:gd name="GluePoint7X" fmla="*/ 19379 w 19379"/>
              <a:gd name="GluePoint7Y" fmla="*/ 0 h 28146"/>
              <a:gd name="GluePoint8X" fmla="*/ 14542 w 19379"/>
              <a:gd name="GluePoint8Y" fmla="*/ 13212 h 28146"/>
              <a:gd name="GluePoint9X" fmla="*/ 7800 w 19379"/>
              <a:gd name="GluePoint9Y" fmla="*/ 25668 h 28146"/>
              <a:gd name="GluePoint10X" fmla="*/ 2660 w 19379"/>
              <a:gd name="GluePoint10Y" fmla="*/ 28147 h 28146"/>
              <a:gd name="GluePoint11X" fmla="*/ 1542 w 19379"/>
              <a:gd name="GluePoint11Y" fmla="*/ 24035 h 28146"/>
              <a:gd name="GluePoint12X" fmla="*/ 4384 w 19379"/>
              <a:gd name="GluePoint12Y" fmla="*/ 22705 h 28146"/>
              <a:gd name="GluePoint13X" fmla="*/ 7074 w 19379"/>
              <a:gd name="GluePoint13Y" fmla="*/ 19621 h 28146"/>
              <a:gd name="GluePoint14X" fmla="*/ 7377 w 19379"/>
              <a:gd name="GluePoint14Y" fmla="*/ 18775 h 28146"/>
              <a:gd name="GluePoint15X" fmla="*/ 7105 w 19379"/>
              <a:gd name="GluePoint15Y" fmla="*/ 17807 h 28146"/>
              <a:gd name="GluePoint16X" fmla="*/ 0 w 19379"/>
              <a:gd name="GluePoint16Y" fmla="*/ 30 h 28146"/>
              <a:gd name="GluePoint17X" fmla="*/ 5412 w 19379"/>
              <a:gd name="GluePoint17Y" fmla="*/ 30 h 28146"/>
            </a:gdLst>
            <a:ahLst/>
            <a:cxnLst/>
            <a:rect l="textAreaLeft" t="textAreaTop" r="textAreaRight" b="textAreaBottom"/>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05" name="任意多边形: 形状 77"/>
          <p:cNvSpPr>
            <a:spLocks noGrp="1"/>
          </p:cNvSpPr>
          <p:nvPr/>
        </p:nvSpPr>
        <p:spPr>
          <a:xfrm>
            <a:off x="1132380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06" name="任意多边形: 形状 78"/>
          <p:cNvSpPr>
            <a:spLocks noGrp="1"/>
          </p:cNvSpPr>
          <p:nvPr/>
        </p:nvSpPr>
        <p:spPr>
          <a:xfrm>
            <a:off x="1135944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07" name="任意多边形: 形状 79"/>
          <p:cNvSpPr>
            <a:spLocks noGrp="1"/>
          </p:cNvSpPr>
          <p:nvPr/>
        </p:nvSpPr>
        <p:spPr>
          <a:xfrm>
            <a:off x="1139616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326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08" name="任意多边形: 形状 80"/>
          <p:cNvSpPr>
            <a:spLocks noGrp="1"/>
          </p:cNvSpPr>
          <p:nvPr/>
        </p:nvSpPr>
        <p:spPr>
          <a:xfrm>
            <a:off x="1143000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914 w 15479"/>
              <a:gd name="GluePoint7Y" fmla="*/ 3809 h 20225"/>
              <a:gd name="GluePoint8X" fmla="*/ 4988 w 15479"/>
              <a:gd name="GluePoint8Y" fmla="*/ 10098 h 20225"/>
              <a:gd name="GluePoint9X" fmla="*/ 1094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09" name="任意多边形: 形状 81"/>
          <p:cNvSpPr>
            <a:spLocks noGrp="1"/>
          </p:cNvSpPr>
          <p:nvPr/>
        </p:nvSpPr>
        <p:spPr>
          <a:xfrm>
            <a:off x="11461320" y="6682320"/>
            <a:ext cx="9360" cy="46080"/>
          </a:xfrm>
          <a:custGeom>
            <a:avLst/>
            <a:gdLst>
              <a:gd name="textAreaLeft" fmla="*/ 0 w 9360"/>
              <a:gd name="textAreaRight" fmla="*/ 9720 w 9360"/>
              <a:gd name="textAreaTop" fmla="*/ 0 h 46080"/>
              <a:gd name="textAreaBottom" fmla="*/ 46440 h 46080"/>
              <a:gd name="GluePoint1X" fmla="*/ 454 w 5774"/>
              <a:gd name="GluePoint1Y" fmla="*/ 27935 h 27935"/>
              <a:gd name="GluePoint2X" fmla="*/ 454 w 5774"/>
              <a:gd name="GluePoint2Y" fmla="*/ 8556 h 27935"/>
              <a:gd name="GluePoint3X" fmla="*/ 5351 w 5774"/>
              <a:gd name="GluePoint3Y" fmla="*/ 8556 h 27935"/>
              <a:gd name="GluePoint4X" fmla="*/ 5351 w 5774"/>
              <a:gd name="GluePoint4Y" fmla="*/ 27935 h 27935"/>
              <a:gd name="GluePoint5X" fmla="*/ 454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12 w 5774"/>
              <a:gd name="GluePoint11Y" fmla="*/ 5593 h 27935"/>
            </a:gdLst>
            <a:ahLst/>
            <a:cxnLst/>
            <a:rect l="textAreaLeft" t="textAreaTop" r="textAreaRight" b="textAreaBottom"/>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10" name="任意多边形: 形状 82"/>
          <p:cNvSpPr>
            <a:spLocks noGrp="1"/>
          </p:cNvSpPr>
          <p:nvPr/>
        </p:nvSpPr>
        <p:spPr>
          <a:xfrm>
            <a:off x="114768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11" name="任意多边形: 形状 83"/>
          <p:cNvSpPr>
            <a:spLocks noGrp="1"/>
          </p:cNvSpPr>
          <p:nvPr/>
        </p:nvSpPr>
        <p:spPr>
          <a:xfrm>
            <a:off x="115128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12" name="任意多边形: 形状 84"/>
          <p:cNvSpPr>
            <a:spLocks noGrp="1"/>
          </p:cNvSpPr>
          <p:nvPr/>
        </p:nvSpPr>
        <p:spPr>
          <a:xfrm>
            <a:off x="11548800" y="6695640"/>
            <a:ext cx="25560" cy="33120"/>
          </a:xfrm>
          <a:custGeom>
            <a:avLst/>
            <a:gdLst>
              <a:gd name="textAreaLeft" fmla="*/ 0 w 25560"/>
              <a:gd name="textAreaRight" fmla="*/ 25920 w 25560"/>
              <a:gd name="textAreaTop" fmla="*/ 0 h 33120"/>
              <a:gd name="textAreaBottom" fmla="*/ 33480 h 33120"/>
              <a:gd name="GluePoint1X" fmla="*/ 15449 w 15509"/>
              <a:gd name="GluePoint1Y" fmla="*/ 19228 h 20225"/>
              <a:gd name="GluePoint2X" fmla="*/ 9977 w 15509"/>
              <a:gd name="GluePoint2Y" fmla="*/ 20226 h 20225"/>
              <a:gd name="GluePoint3X" fmla="*/ 0 w 15509"/>
              <a:gd name="GluePoint3Y" fmla="*/ 10309 h 20225"/>
              <a:gd name="GluePoint4X" fmla="*/ 10763 w 15509"/>
              <a:gd name="GluePoint4Y" fmla="*/ 0 h 20225"/>
              <a:gd name="GluePoint5X" fmla="*/ 15509 w 15509"/>
              <a:gd name="GluePoint5Y" fmla="*/ 877 h 20225"/>
              <a:gd name="GluePoint6X" fmla="*/ 14633 w 15509"/>
              <a:gd name="GluePoint6Y" fmla="*/ 4565 h 20225"/>
              <a:gd name="GluePoint7X" fmla="*/ 10944 w 15509"/>
              <a:gd name="GluePoint7Y" fmla="*/ 3809 h 20225"/>
              <a:gd name="GluePoint8X" fmla="*/ 5019 w 15509"/>
              <a:gd name="GluePoint8Y" fmla="*/ 10098 h 20225"/>
              <a:gd name="GluePoint9X" fmla="*/ 10975 w 15509"/>
              <a:gd name="GluePoint9Y" fmla="*/ 16356 h 20225"/>
              <a:gd name="GluePoint10X" fmla="*/ 14814 w 15509"/>
              <a:gd name="GluePoint10Y" fmla="*/ 15600 h 20225"/>
              <a:gd name="GluePoint11X" fmla="*/ 15479 w 15509"/>
              <a:gd name="GluePoint11Y" fmla="*/ 19228 h 20225"/>
            </a:gdLst>
            <a:ahLst/>
            <a:cxnLst/>
            <a:rect l="textAreaLeft" t="textAreaTop" r="textAreaRight" b="textAreaBottom"/>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13" name="任意多边形: 形状 85"/>
          <p:cNvSpPr>
            <a:spLocks noGrp="1"/>
          </p:cNvSpPr>
          <p:nvPr/>
        </p:nvSpPr>
        <p:spPr>
          <a:xfrm>
            <a:off x="1157796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2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14" name="任意多边形: 形状 86"/>
          <p:cNvSpPr>
            <a:spLocks noGrp="1"/>
          </p:cNvSpPr>
          <p:nvPr/>
        </p:nvSpPr>
        <p:spPr>
          <a:xfrm>
            <a:off x="11612160" y="6695640"/>
            <a:ext cx="22680" cy="33120"/>
          </a:xfrm>
          <a:custGeom>
            <a:avLst/>
            <a:gdLst>
              <a:gd name="textAreaLeft" fmla="*/ 0 w 22680"/>
              <a:gd name="textAreaRight" fmla="*/ 23040 w 22680"/>
              <a:gd name="textAreaTop" fmla="*/ 0 h 33120"/>
              <a:gd name="textAreaBottom" fmla="*/ 33480 h 33120"/>
              <a:gd name="GluePoint1X" fmla="*/ 93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16" name="任意多边形: 形状 13"/>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217" name="任意多边形: 形状 94"/>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218" name="任意多边形: 形状 122"/>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219" name="任意多边形: 形状 123"/>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220" name="任意多边形: 形状 124"/>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222" name="任意多边形: 形状 126"/>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223" name="任意多边形: 形状 127"/>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224" name="任意多边形: 形状 128"/>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225" name="任意多边形: 形状 129"/>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226" name="任意多边形: 形状 130"/>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227" name="任意多边形: 形状 132"/>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228" name="TextBox 8"/>
          <p:cNvSpPr>
            <a:spLocks noGrp="1"/>
          </p:cNvSpPr>
          <p:nvPr/>
        </p:nvSpPr>
        <p:spPr>
          <a:xfrm>
            <a:off x="499680" y="6525720"/>
            <a:ext cx="1873800" cy="216360"/>
          </a:xfrm>
          <a:custGeom>
            <a:avLst/>
            <a:gdLst>
              <a:gd name="textAreaLeft" fmla="*/ 0 w 1873800"/>
              <a:gd name="textAreaRight" fmla="*/ 1874160 w 1873800"/>
              <a:gd name="textAreaTop" fmla="*/ 0 h 216360"/>
              <a:gd name="textAreaBottom" fmla="*/ 216720 h 216360"/>
            </a:gdLst>
            <a:ahLst/>
            <a:cxnLst/>
            <a:rect l="textAreaLeft" t="textAreaTop" r="textAreaRight" b="textAreaBottom"/>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lt1"/>
              </a:solidFill>
              <a:latin typeface="钟齐志莽行书"/>
              <a:ea typeface="钟齐志莽行书"/>
              <a:cs typeface="钟齐志莽行书"/>
            </a:endParaRPr>
          </a:p>
        </p:txBody>
      </p:sp>
      <p:sp>
        <p:nvSpPr>
          <p:cNvPr id="229" name="PlaceHolder 3"/>
          <p:cNvSpPr>
            <a:spLocks noGrp="1"/>
          </p:cNvSpPr>
          <p:nvPr>
            <p:ph type="body" idx="20" hasCustomPrompt="1"/>
          </p:nvPr>
        </p:nvSpPr>
        <p:spPr>
          <a:xfrm rot="1296600">
            <a:off x="8781480" y="3442680"/>
            <a:ext cx="2848680" cy="2036520"/>
          </a:xfrm>
          <a:prstGeom prst="rect">
            <a:avLst/>
          </a:prstGeom>
          <a:solidFill>
            <a:schemeClr val="accent1">
              <a:lumMod val="20000"/>
              <a:lumOff val="80000"/>
            </a:schemeClr>
          </a:solidFill>
          <a:ln w="54000">
            <a:solidFill>
              <a:schemeClr val="lt1"/>
            </a:solidFill>
          </a:ln>
        </p:spPr>
        <p:txBody>
          <a:bodyPr lIns="90000" tIns="45000" rIns="90000" bIns="45000" anchor="t">
            <a:noAutofit/>
          </a:bodyPr>
          <a:lstStyle>
            <a:lvl1pPr algn="l">
              <a:lnSpc>
                <a:spcPct val="90000"/>
              </a:lnSpc>
              <a:spcBef>
                <a:spcPts val="1415"/>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1pPr>
            <a:lvl2pPr algn="l">
              <a:lnSpc>
                <a:spcPct val="90000"/>
              </a:lnSpc>
              <a:spcBef>
                <a:spcPts val="1135"/>
              </a:spcBef>
              <a:buClr>
                <a:srgbClr val="000000"/>
              </a:buClr>
              <a:buSzPct val="75000"/>
              <a:buFont typeface="Symbol"/>
              <a:buChar char=""/>
              <a:defRPr sz="1800" b="0" u="none">
                <a:solidFill>
                  <a:schemeClr val="dk1"/>
                </a:solidFill>
                <a:latin typeface="微软雅黑"/>
                <a:ea typeface="微软雅黑"/>
                <a:cs typeface="微软雅黑"/>
              </a:defRPr>
            </a:lvl2pPr>
            <a:lvl3pPr algn="l">
              <a:lnSpc>
                <a:spcPct val="90000"/>
              </a:lnSpc>
              <a:spcBef>
                <a:spcPts val="850"/>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3pPr>
            <a:lvl4pPr algn="l">
              <a:lnSpc>
                <a:spcPct val="90000"/>
              </a:lnSpc>
              <a:spcBef>
                <a:spcPts val="565"/>
              </a:spcBef>
              <a:buClr>
                <a:srgbClr val="000000"/>
              </a:buClr>
              <a:buSzPct val="75000"/>
              <a:buFont typeface="Symbol"/>
              <a:buChar char=""/>
              <a:defRPr sz="1800" b="0" u="none">
                <a:solidFill>
                  <a:schemeClr val="dk1"/>
                </a:solidFill>
                <a:latin typeface="微软雅黑"/>
                <a:ea typeface="微软雅黑"/>
                <a:cs typeface="微软雅黑"/>
              </a:defRPr>
            </a:lvl4pPr>
            <a:lvl5pPr algn="l">
              <a:lnSpc>
                <a:spcPct val="90000"/>
              </a:lnSpc>
              <a:spcBef>
                <a:spcPts val="285"/>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5pPr>
            <a:lvl6pPr algn="l">
              <a:lnSpc>
                <a:spcPct val="90000"/>
              </a:lnSpc>
              <a:spcBef>
                <a:spcPts val="285"/>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6pPr>
            <a:lvl7pPr algn="l">
              <a:lnSpc>
                <a:spcPct val="90000"/>
              </a:lnSpc>
              <a:spcBef>
                <a:spcPts val="285"/>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7pPr>
          </a:lstStyle>
          <a:p>
            <a:pPr indent="-323850" algn="l">
              <a:lnSpc>
                <a:spcPct val="90000"/>
              </a:lnSpc>
              <a:spcBef>
                <a:spcPts val="1415"/>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Click to edit the outline text format</a:t>
            </a:r>
            <a:endParaRPr sz="1800" b="0" u="none">
              <a:solidFill>
                <a:schemeClr val="dk1"/>
              </a:solidFill>
              <a:latin typeface="微软雅黑"/>
              <a:ea typeface="微软雅黑"/>
              <a:cs typeface="微软雅黑"/>
            </a:endParaRPr>
          </a:p>
          <a:p>
            <a:pPr marL="457200" lvl="1" indent="-323850" algn="l">
              <a:lnSpc>
                <a:spcPct val="90000"/>
              </a:lnSpc>
              <a:spcBef>
                <a:spcPts val="1135"/>
              </a:spcBef>
              <a:buClr>
                <a:srgbClr val="000000"/>
              </a:buClr>
              <a:buSzPct val="75000"/>
              <a:buFont typeface="Symbol"/>
              <a:buChar char=""/>
            </a:pPr>
            <a:r>
              <a:rPr sz="1800" b="0" u="none">
                <a:solidFill>
                  <a:schemeClr val="dk1"/>
                </a:solidFill>
                <a:latin typeface="微软雅黑"/>
                <a:ea typeface="微软雅黑"/>
                <a:cs typeface="微软雅黑"/>
              </a:rPr>
              <a:t>Second Outline Level</a:t>
            </a:r>
            <a:endParaRPr sz="1800" b="0" u="none">
              <a:solidFill>
                <a:schemeClr val="dk1"/>
              </a:solidFill>
              <a:latin typeface="微软雅黑"/>
              <a:ea typeface="微软雅黑"/>
              <a:cs typeface="微软雅黑"/>
            </a:endParaRPr>
          </a:p>
          <a:p>
            <a:pPr marL="914400" lvl="2" indent="-288290" algn="l">
              <a:lnSpc>
                <a:spcPct val="90000"/>
              </a:lnSpc>
              <a:spcBef>
                <a:spcPts val="850"/>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371600" lvl="3" indent="-215900" algn="l">
              <a:lnSpc>
                <a:spcPct val="90000"/>
              </a:lnSpc>
              <a:spcBef>
                <a:spcPts val="565"/>
              </a:spcBef>
              <a:buClr>
                <a:srgbClr val="000000"/>
              </a:buClr>
              <a:buSzPct val="75000"/>
              <a:buFont typeface="Symbol"/>
              <a:buChar char=""/>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1828800" lvl="4" indent="-215900" algn="l">
              <a:lnSpc>
                <a:spcPct val="90000"/>
              </a:lnSpc>
              <a:spcBef>
                <a:spcPts val="285"/>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Fifth Outline Level</a:t>
            </a:r>
            <a:endParaRPr sz="1800" b="0" u="none">
              <a:solidFill>
                <a:schemeClr val="dk1"/>
              </a:solidFill>
              <a:latin typeface="微软雅黑"/>
              <a:ea typeface="微软雅黑"/>
              <a:cs typeface="微软雅黑"/>
            </a:endParaRPr>
          </a:p>
          <a:p>
            <a:pPr marL="2286000" lvl="5" indent="-215900" algn="l">
              <a:lnSpc>
                <a:spcPct val="90000"/>
              </a:lnSpc>
              <a:spcBef>
                <a:spcPts val="285"/>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Sixth Outline Level</a:t>
            </a:r>
            <a:endParaRPr sz="1800" b="0" u="none">
              <a:solidFill>
                <a:schemeClr val="dk1"/>
              </a:solidFill>
              <a:latin typeface="微软雅黑"/>
              <a:ea typeface="微软雅黑"/>
              <a:cs typeface="微软雅黑"/>
            </a:endParaRPr>
          </a:p>
          <a:p>
            <a:pPr marL="2743200" lvl="6" indent="-215900" algn="l">
              <a:lnSpc>
                <a:spcPct val="90000"/>
              </a:lnSpc>
              <a:spcBef>
                <a:spcPts val="285"/>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Seventh Outline Level</a:t>
            </a:r>
            <a:endParaRPr sz="1800" b="0" u="none">
              <a:solidFill>
                <a:schemeClr val="dk1"/>
              </a:solidFill>
              <a:latin typeface="微软雅黑"/>
              <a:ea typeface="微软雅黑"/>
              <a:cs typeface="微软雅黑"/>
            </a:endParaRPr>
          </a:p>
        </p:txBody>
      </p:sp>
      <p:sp>
        <p:nvSpPr>
          <p:cNvPr id="230" name="PlaceHolder 4"/>
          <p:cNvSpPr>
            <a:spLocks noGrp="1"/>
          </p:cNvSpPr>
          <p:nvPr>
            <p:ph type="body" idx="30" hasCustomPrompt="1"/>
          </p:nvPr>
        </p:nvSpPr>
        <p:spPr>
          <a:xfrm rot="1335000">
            <a:off x="6575760" y="1960560"/>
            <a:ext cx="2848680" cy="2036520"/>
          </a:xfrm>
          <a:prstGeom prst="rect">
            <a:avLst/>
          </a:prstGeom>
          <a:solidFill>
            <a:schemeClr val="accent1">
              <a:lumMod val="20000"/>
              <a:lumOff val="80000"/>
            </a:schemeClr>
          </a:solidFill>
          <a:ln w="54000">
            <a:solidFill>
              <a:schemeClr val="lt1"/>
            </a:solidFill>
          </a:ln>
        </p:spPr>
        <p:txBody>
          <a:bodyPr lIns="90000" tIns="45000" rIns="90000" bIns="45000" anchor="t">
            <a:noAutofit/>
          </a:bodyPr>
          <a:lstStyle>
            <a:lvl1pPr algn="l">
              <a:lnSpc>
                <a:spcPct val="90000"/>
              </a:lnSpc>
              <a:spcBef>
                <a:spcPts val="1415"/>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1pPr>
            <a:lvl2pPr algn="l">
              <a:lnSpc>
                <a:spcPct val="90000"/>
              </a:lnSpc>
              <a:spcBef>
                <a:spcPts val="1135"/>
              </a:spcBef>
              <a:buClr>
                <a:srgbClr val="000000"/>
              </a:buClr>
              <a:buSzPct val="75000"/>
              <a:buFont typeface="Symbol"/>
              <a:buChar char=""/>
              <a:defRPr sz="1800" b="0" u="none">
                <a:solidFill>
                  <a:schemeClr val="dk1"/>
                </a:solidFill>
                <a:latin typeface="微软雅黑"/>
                <a:ea typeface="微软雅黑"/>
                <a:cs typeface="微软雅黑"/>
              </a:defRPr>
            </a:lvl2pPr>
            <a:lvl3pPr algn="l">
              <a:lnSpc>
                <a:spcPct val="90000"/>
              </a:lnSpc>
              <a:spcBef>
                <a:spcPts val="850"/>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3pPr>
            <a:lvl4pPr algn="l">
              <a:lnSpc>
                <a:spcPct val="90000"/>
              </a:lnSpc>
              <a:spcBef>
                <a:spcPts val="565"/>
              </a:spcBef>
              <a:buClr>
                <a:srgbClr val="000000"/>
              </a:buClr>
              <a:buSzPct val="75000"/>
              <a:buFont typeface="Symbol"/>
              <a:buChar char=""/>
              <a:defRPr sz="1800" b="0" u="none">
                <a:solidFill>
                  <a:schemeClr val="dk1"/>
                </a:solidFill>
                <a:latin typeface="微软雅黑"/>
                <a:ea typeface="微软雅黑"/>
                <a:cs typeface="微软雅黑"/>
              </a:defRPr>
            </a:lvl4pPr>
            <a:lvl5pPr algn="l">
              <a:lnSpc>
                <a:spcPct val="90000"/>
              </a:lnSpc>
              <a:spcBef>
                <a:spcPts val="285"/>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5pPr>
            <a:lvl6pPr algn="l">
              <a:lnSpc>
                <a:spcPct val="90000"/>
              </a:lnSpc>
              <a:spcBef>
                <a:spcPts val="285"/>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6pPr>
            <a:lvl7pPr algn="l">
              <a:lnSpc>
                <a:spcPct val="90000"/>
              </a:lnSpc>
              <a:spcBef>
                <a:spcPts val="285"/>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7pPr>
          </a:lstStyle>
          <a:p>
            <a:pPr indent="-323850" algn="l">
              <a:lnSpc>
                <a:spcPct val="90000"/>
              </a:lnSpc>
              <a:spcBef>
                <a:spcPts val="1415"/>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Click to edit the outline text format</a:t>
            </a:r>
            <a:endParaRPr sz="1800" b="0" u="none">
              <a:solidFill>
                <a:schemeClr val="dk1"/>
              </a:solidFill>
              <a:latin typeface="微软雅黑"/>
              <a:ea typeface="微软雅黑"/>
              <a:cs typeface="微软雅黑"/>
            </a:endParaRPr>
          </a:p>
          <a:p>
            <a:pPr marL="457200" lvl="1" indent="-323850" algn="l">
              <a:lnSpc>
                <a:spcPct val="90000"/>
              </a:lnSpc>
              <a:spcBef>
                <a:spcPts val="1135"/>
              </a:spcBef>
              <a:buClr>
                <a:srgbClr val="000000"/>
              </a:buClr>
              <a:buSzPct val="75000"/>
              <a:buFont typeface="Symbol"/>
              <a:buChar char=""/>
            </a:pPr>
            <a:r>
              <a:rPr sz="1800" b="0" u="none">
                <a:solidFill>
                  <a:schemeClr val="dk1"/>
                </a:solidFill>
                <a:latin typeface="微软雅黑"/>
                <a:ea typeface="微软雅黑"/>
                <a:cs typeface="微软雅黑"/>
              </a:rPr>
              <a:t>Second Outline Level</a:t>
            </a:r>
            <a:endParaRPr sz="1800" b="0" u="none">
              <a:solidFill>
                <a:schemeClr val="dk1"/>
              </a:solidFill>
              <a:latin typeface="微软雅黑"/>
              <a:ea typeface="微软雅黑"/>
              <a:cs typeface="微软雅黑"/>
            </a:endParaRPr>
          </a:p>
          <a:p>
            <a:pPr marL="914400" lvl="2" indent="-288290" algn="l">
              <a:lnSpc>
                <a:spcPct val="90000"/>
              </a:lnSpc>
              <a:spcBef>
                <a:spcPts val="850"/>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371600" lvl="3" indent="-215900" algn="l">
              <a:lnSpc>
                <a:spcPct val="90000"/>
              </a:lnSpc>
              <a:spcBef>
                <a:spcPts val="565"/>
              </a:spcBef>
              <a:buClr>
                <a:srgbClr val="000000"/>
              </a:buClr>
              <a:buSzPct val="75000"/>
              <a:buFont typeface="Symbol"/>
              <a:buChar char=""/>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1828800" lvl="4" indent="-215900" algn="l">
              <a:lnSpc>
                <a:spcPct val="90000"/>
              </a:lnSpc>
              <a:spcBef>
                <a:spcPts val="285"/>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Fifth Outline Level</a:t>
            </a:r>
            <a:endParaRPr sz="1800" b="0" u="none">
              <a:solidFill>
                <a:schemeClr val="dk1"/>
              </a:solidFill>
              <a:latin typeface="微软雅黑"/>
              <a:ea typeface="微软雅黑"/>
              <a:cs typeface="微软雅黑"/>
            </a:endParaRPr>
          </a:p>
          <a:p>
            <a:pPr marL="2286000" lvl="5" indent="-215900" algn="l">
              <a:lnSpc>
                <a:spcPct val="90000"/>
              </a:lnSpc>
              <a:spcBef>
                <a:spcPts val="285"/>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Sixth Outline Level</a:t>
            </a:r>
            <a:endParaRPr sz="1800" b="0" u="none">
              <a:solidFill>
                <a:schemeClr val="dk1"/>
              </a:solidFill>
              <a:latin typeface="微软雅黑"/>
              <a:ea typeface="微软雅黑"/>
              <a:cs typeface="微软雅黑"/>
            </a:endParaRPr>
          </a:p>
          <a:p>
            <a:pPr marL="2743200" lvl="6" indent="-215900" algn="l">
              <a:lnSpc>
                <a:spcPct val="90000"/>
              </a:lnSpc>
              <a:spcBef>
                <a:spcPts val="285"/>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Seventh Outline Level</a:t>
            </a:r>
            <a:endParaRPr sz="1800" b="0" u="none">
              <a:solidFill>
                <a:schemeClr val="dk1"/>
              </a:solidFill>
              <a:latin typeface="微软雅黑"/>
              <a:ea typeface="微软雅黑"/>
              <a:cs typeface="微软雅黑"/>
            </a:endParaRPr>
          </a:p>
        </p:txBody>
      </p:sp>
      <p:sp>
        <p:nvSpPr>
          <p:cNvPr id="231" name="PlaceHolder 5"/>
          <p:cNvSpPr>
            <a:spLocks noGrp="1"/>
          </p:cNvSpPr>
          <p:nvPr>
            <p:ph type="body" idx="40" hasCustomPrompt="1"/>
          </p:nvPr>
        </p:nvSpPr>
        <p:spPr>
          <a:xfrm>
            <a:off x="6574680" y="3532320"/>
            <a:ext cx="2848680" cy="2036520"/>
          </a:xfrm>
          <a:prstGeom prst="rect">
            <a:avLst/>
          </a:prstGeom>
          <a:solidFill>
            <a:schemeClr val="accent1">
              <a:lumMod val="20000"/>
              <a:lumOff val="80000"/>
            </a:schemeClr>
          </a:solidFill>
          <a:ln w="54000">
            <a:solidFill>
              <a:schemeClr val="lt1"/>
            </a:solidFill>
          </a:ln>
        </p:spPr>
        <p:txBody>
          <a:bodyPr lIns="90000" tIns="45000" rIns="90000" bIns="45000" anchor="t">
            <a:noAutofit/>
          </a:bodyPr>
          <a:lstStyle>
            <a:lvl1pPr algn="l">
              <a:lnSpc>
                <a:spcPct val="90000"/>
              </a:lnSpc>
              <a:spcBef>
                <a:spcPts val="1415"/>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1pPr>
            <a:lvl2pPr algn="l">
              <a:lnSpc>
                <a:spcPct val="90000"/>
              </a:lnSpc>
              <a:spcBef>
                <a:spcPts val="1135"/>
              </a:spcBef>
              <a:buClr>
                <a:srgbClr val="000000"/>
              </a:buClr>
              <a:buSzPct val="75000"/>
              <a:buFont typeface="Symbol"/>
              <a:buChar char=""/>
              <a:defRPr sz="1800" b="0" u="none">
                <a:solidFill>
                  <a:schemeClr val="dk1"/>
                </a:solidFill>
                <a:latin typeface="微软雅黑"/>
                <a:ea typeface="微软雅黑"/>
                <a:cs typeface="微软雅黑"/>
              </a:defRPr>
            </a:lvl2pPr>
            <a:lvl3pPr algn="l">
              <a:lnSpc>
                <a:spcPct val="90000"/>
              </a:lnSpc>
              <a:spcBef>
                <a:spcPts val="850"/>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3pPr>
            <a:lvl4pPr algn="l">
              <a:lnSpc>
                <a:spcPct val="90000"/>
              </a:lnSpc>
              <a:spcBef>
                <a:spcPts val="565"/>
              </a:spcBef>
              <a:buClr>
                <a:srgbClr val="000000"/>
              </a:buClr>
              <a:buSzPct val="75000"/>
              <a:buFont typeface="Symbol"/>
              <a:buChar char=""/>
              <a:defRPr sz="1800" b="0" u="none">
                <a:solidFill>
                  <a:schemeClr val="dk1"/>
                </a:solidFill>
                <a:latin typeface="微软雅黑"/>
                <a:ea typeface="微软雅黑"/>
                <a:cs typeface="微软雅黑"/>
              </a:defRPr>
            </a:lvl4pPr>
            <a:lvl5pPr algn="l">
              <a:lnSpc>
                <a:spcPct val="90000"/>
              </a:lnSpc>
              <a:spcBef>
                <a:spcPts val="285"/>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5pPr>
            <a:lvl6pPr algn="l">
              <a:lnSpc>
                <a:spcPct val="90000"/>
              </a:lnSpc>
              <a:spcBef>
                <a:spcPts val="285"/>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6pPr>
            <a:lvl7pPr algn="l">
              <a:lnSpc>
                <a:spcPct val="90000"/>
              </a:lnSpc>
              <a:spcBef>
                <a:spcPts val="285"/>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7pPr>
          </a:lstStyle>
          <a:p>
            <a:pPr indent="-323850" algn="l">
              <a:lnSpc>
                <a:spcPct val="90000"/>
              </a:lnSpc>
              <a:spcBef>
                <a:spcPts val="1415"/>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Click to edit the outline text format</a:t>
            </a:r>
            <a:endParaRPr sz="1800" b="0" u="none">
              <a:solidFill>
                <a:schemeClr val="dk1"/>
              </a:solidFill>
              <a:latin typeface="微软雅黑"/>
              <a:ea typeface="微软雅黑"/>
              <a:cs typeface="微软雅黑"/>
            </a:endParaRPr>
          </a:p>
          <a:p>
            <a:pPr marL="457200" lvl="1" indent="-323850" algn="l">
              <a:lnSpc>
                <a:spcPct val="90000"/>
              </a:lnSpc>
              <a:spcBef>
                <a:spcPts val="1135"/>
              </a:spcBef>
              <a:buClr>
                <a:srgbClr val="000000"/>
              </a:buClr>
              <a:buSzPct val="75000"/>
              <a:buFont typeface="Symbol"/>
              <a:buChar char=""/>
            </a:pPr>
            <a:r>
              <a:rPr sz="1800" b="0" u="none">
                <a:solidFill>
                  <a:schemeClr val="dk1"/>
                </a:solidFill>
                <a:latin typeface="微软雅黑"/>
                <a:ea typeface="微软雅黑"/>
                <a:cs typeface="微软雅黑"/>
              </a:rPr>
              <a:t>Second Outline Level</a:t>
            </a:r>
            <a:endParaRPr sz="1800" b="0" u="none">
              <a:solidFill>
                <a:schemeClr val="dk1"/>
              </a:solidFill>
              <a:latin typeface="微软雅黑"/>
              <a:ea typeface="微软雅黑"/>
              <a:cs typeface="微软雅黑"/>
            </a:endParaRPr>
          </a:p>
          <a:p>
            <a:pPr marL="914400" lvl="2" indent="-288290" algn="l">
              <a:lnSpc>
                <a:spcPct val="90000"/>
              </a:lnSpc>
              <a:spcBef>
                <a:spcPts val="850"/>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371600" lvl="3" indent="-215900" algn="l">
              <a:lnSpc>
                <a:spcPct val="90000"/>
              </a:lnSpc>
              <a:spcBef>
                <a:spcPts val="565"/>
              </a:spcBef>
              <a:buClr>
                <a:srgbClr val="000000"/>
              </a:buClr>
              <a:buSzPct val="75000"/>
              <a:buFont typeface="Symbol"/>
              <a:buChar char=""/>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1828800" lvl="4" indent="-215900" algn="l">
              <a:lnSpc>
                <a:spcPct val="90000"/>
              </a:lnSpc>
              <a:spcBef>
                <a:spcPts val="285"/>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Fifth Outline Level</a:t>
            </a:r>
            <a:endParaRPr sz="1800" b="0" u="none">
              <a:solidFill>
                <a:schemeClr val="dk1"/>
              </a:solidFill>
              <a:latin typeface="微软雅黑"/>
              <a:ea typeface="微软雅黑"/>
              <a:cs typeface="微软雅黑"/>
            </a:endParaRPr>
          </a:p>
          <a:p>
            <a:pPr marL="2286000" lvl="5" indent="-215900" algn="l">
              <a:lnSpc>
                <a:spcPct val="90000"/>
              </a:lnSpc>
              <a:spcBef>
                <a:spcPts val="285"/>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Sixth Outline Level</a:t>
            </a:r>
            <a:endParaRPr sz="1800" b="0" u="none">
              <a:solidFill>
                <a:schemeClr val="dk1"/>
              </a:solidFill>
              <a:latin typeface="微软雅黑"/>
              <a:ea typeface="微软雅黑"/>
              <a:cs typeface="微软雅黑"/>
            </a:endParaRPr>
          </a:p>
          <a:p>
            <a:pPr marL="2743200" lvl="6" indent="-215900" algn="l">
              <a:lnSpc>
                <a:spcPct val="90000"/>
              </a:lnSpc>
              <a:spcBef>
                <a:spcPts val="285"/>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Seventh Outline Level</a:t>
            </a:r>
            <a:endParaRPr sz="1800" b="0" u="none">
              <a:solidFill>
                <a:schemeClr val="dk1"/>
              </a:solidFill>
              <a:latin typeface="微软雅黑"/>
              <a:ea typeface="微软雅黑"/>
              <a:cs typeface="微软雅黑"/>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内容页7">
    <p:bg>
      <p:bgPr>
        <a:solidFill>
          <a:srgbClr val="FFFFFF"/>
        </a:solidFill>
        <a:effectLst/>
      </p:bgPr>
    </p:bg>
    <p:spTree>
      <p:nvGrpSpPr>
        <p:cNvPr id="1" name=""/>
        <p:cNvGrpSpPr/>
        <p:nvPr/>
      </p:nvGrpSpPr>
      <p:grpSpPr/>
      <p:pic>
        <p:nvPicPr>
          <p:cNvPr id="364"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234"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235"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236"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237"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238"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240"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241"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242"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243"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244"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245"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248" name="爱设计-19-1"/>
          <p:cNvSpPr>
            <a:spLocks noGrp="1"/>
          </p:cNvSpPr>
          <p:nvPr/>
        </p:nvSpPr>
        <p:spPr>
          <a:xfrm>
            <a:off x="3559320" y="1800720"/>
            <a:ext cx="575640" cy="658080"/>
          </a:xfrm>
          <a:custGeom>
            <a:avLst/>
            <a:gdLst>
              <a:gd name="textAreaLeft" fmla="*/ 0 w 575640"/>
              <a:gd name="textAreaRight" fmla="*/ 576000 w 575640"/>
              <a:gd name="textAreaTop" fmla="*/ 0 h 658080"/>
              <a:gd name="textAreaBottom" fmla="*/ 658440 h 658080"/>
              <a:gd name="GluePoint1X" fmla="*/ 626 w 644"/>
              <a:gd name="GluePoint1Y" fmla="*/ 172 h 736"/>
              <a:gd name="GluePoint2X" fmla="*/ 340 w 644"/>
              <a:gd name="GluePoint2Y" fmla="*/ 6 h 736"/>
              <a:gd name="GluePoint3X" fmla="*/ 304 w 644"/>
              <a:gd name="GluePoint3Y" fmla="*/ 6 h 736"/>
              <a:gd name="GluePoint4X" fmla="*/ 18 w 644"/>
              <a:gd name="GluePoint4Y" fmla="*/ 172 h 736"/>
              <a:gd name="GluePoint5X" fmla="*/ 0 w 644"/>
              <a:gd name="GluePoint5Y" fmla="*/ 203 h 736"/>
              <a:gd name="GluePoint6X" fmla="*/ 0 w 644"/>
              <a:gd name="GluePoint6Y" fmla="*/ 533 h 736"/>
              <a:gd name="GluePoint7X" fmla="*/ 18 w 644"/>
              <a:gd name="GluePoint7Y" fmla="*/ 564 h 736"/>
              <a:gd name="GluePoint8X" fmla="*/ 304 w 644"/>
              <a:gd name="GluePoint8Y" fmla="*/ 730 h 736"/>
              <a:gd name="GluePoint9X" fmla="*/ 340 w 644"/>
              <a:gd name="GluePoint9Y" fmla="*/ 730 h 736"/>
              <a:gd name="GluePoint10X" fmla="*/ 626 w 644"/>
              <a:gd name="GluePoint10Y" fmla="*/ 564 h 736"/>
              <a:gd name="GluePoint11X" fmla="*/ 644 w 644"/>
              <a:gd name="GluePoint11Y" fmla="*/ 533 h 736"/>
              <a:gd name="GluePoint12X" fmla="*/ 644 w 644"/>
              <a:gd name="GluePoint12Y" fmla="*/ 203 h 736"/>
              <a:gd name="GluePoint13X" fmla="*/ 626 w 644"/>
              <a:gd name="GluePoint13Y" fmla="*/ 172 h 736"/>
            </a:gdLst>
            <a:ahLst/>
            <a:cxnLst/>
            <a:rect l="textAreaLeft" t="textAreaTop" r="textAreaRight" b="textAreaBottom"/>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rotWithShape="0">
            <a:gsLst>
              <a:gs pos="0">
                <a:srgbClr val="ED6F00">
                  <a:alpha val="20000"/>
                </a:srgbClr>
              </a:gs>
              <a:gs pos="100000">
                <a:srgbClr val="FFA85B"/>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49" name="爱设计-19-2"/>
          <p:cNvSpPr>
            <a:spLocks noGrp="1"/>
          </p:cNvSpPr>
          <p:nvPr/>
        </p:nvSpPr>
        <p:spPr>
          <a:xfrm>
            <a:off x="3597480" y="1844280"/>
            <a:ext cx="499680" cy="570960"/>
          </a:xfrm>
          <a:custGeom>
            <a:avLst/>
            <a:gdLst>
              <a:gd name="textAreaLeft" fmla="*/ 0 w 499680"/>
              <a:gd name="textAreaRight" fmla="*/ 500040 w 499680"/>
              <a:gd name="textAreaTop" fmla="*/ 0 h 570960"/>
              <a:gd name="textAreaBottom" fmla="*/ 571320 h 570960"/>
              <a:gd name="GluePoint1X" fmla="*/ 626 w 644"/>
              <a:gd name="GluePoint1Y" fmla="*/ 172 h 736"/>
              <a:gd name="GluePoint2X" fmla="*/ 340 w 644"/>
              <a:gd name="GluePoint2Y" fmla="*/ 6 h 736"/>
              <a:gd name="GluePoint3X" fmla="*/ 304 w 644"/>
              <a:gd name="GluePoint3Y" fmla="*/ 6 h 736"/>
              <a:gd name="GluePoint4X" fmla="*/ 18 w 644"/>
              <a:gd name="GluePoint4Y" fmla="*/ 172 h 736"/>
              <a:gd name="GluePoint5X" fmla="*/ 0 w 644"/>
              <a:gd name="GluePoint5Y" fmla="*/ 203 h 736"/>
              <a:gd name="GluePoint6X" fmla="*/ 0 w 644"/>
              <a:gd name="GluePoint6Y" fmla="*/ 533 h 736"/>
              <a:gd name="GluePoint7X" fmla="*/ 18 w 644"/>
              <a:gd name="GluePoint7Y" fmla="*/ 564 h 736"/>
              <a:gd name="GluePoint8X" fmla="*/ 304 w 644"/>
              <a:gd name="GluePoint8Y" fmla="*/ 730 h 736"/>
              <a:gd name="GluePoint9X" fmla="*/ 340 w 644"/>
              <a:gd name="GluePoint9Y" fmla="*/ 730 h 736"/>
              <a:gd name="GluePoint10X" fmla="*/ 626 w 644"/>
              <a:gd name="GluePoint10Y" fmla="*/ 564 h 736"/>
              <a:gd name="GluePoint11X" fmla="*/ 644 w 644"/>
              <a:gd name="GluePoint11Y" fmla="*/ 533 h 736"/>
              <a:gd name="GluePoint12X" fmla="*/ 644 w 644"/>
              <a:gd name="GluePoint12Y" fmla="*/ 203 h 736"/>
              <a:gd name="GluePoint13X" fmla="*/ 626 w 644"/>
              <a:gd name="GluePoint13Y" fmla="*/ 172 h 736"/>
            </a:gdLst>
            <a:ahLst/>
            <a:cxnLst/>
            <a:rect l="textAreaLeft" t="textAreaTop" r="textAreaRight" b="textAreaBottom"/>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rotWithShape="0">
            <a:gsLst>
              <a:gs pos="0">
                <a:srgbClr val="ED6F00"/>
              </a:gs>
              <a:gs pos="100000">
                <a:srgbClr val="FF8417"/>
              </a:gs>
            </a:gsLst>
            <a:lin ang="27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50" name="爱设计-19-3"/>
          <p:cNvSpPr>
            <a:spLocks noGrp="1"/>
          </p:cNvSpPr>
          <p:nvPr/>
        </p:nvSpPr>
        <p:spPr>
          <a:xfrm>
            <a:off x="3743280" y="2018520"/>
            <a:ext cx="207720" cy="207720"/>
          </a:xfrm>
          <a:custGeom>
            <a:avLst/>
            <a:gdLst>
              <a:gd name="textAreaLeft" fmla="*/ 0 w 207720"/>
              <a:gd name="textAreaRight" fmla="*/ 208080 w 207720"/>
              <a:gd name="textAreaTop" fmla="*/ 0 h 207720"/>
              <a:gd name="textAreaBottom" fmla="*/ 208080 h 207720"/>
              <a:gd name="GluePoint1X" fmla="*/ 438553 w 720000"/>
              <a:gd name="GluePoint1Y" fmla="*/ 189601 h 720000"/>
              <a:gd name="GluePoint2X" fmla="*/ 503636 w 720000"/>
              <a:gd name="GluePoint2Y" fmla="*/ 216365 h 720000"/>
              <a:gd name="GluePoint3X" fmla="*/ 503636 w 720000"/>
              <a:gd name="GluePoint3Y" fmla="*/ 346445 h 720000"/>
              <a:gd name="GluePoint4X" fmla="*/ 362260 w 720000"/>
              <a:gd name="GluePoint4Y" fmla="*/ 487907 h 720000"/>
              <a:gd name="GluePoint5X" fmla="*/ 191861 w 720000"/>
              <a:gd name="GluePoint5Y" fmla="*/ 528226 h 720000"/>
              <a:gd name="GluePoint6X" fmla="*/ 232180 w 720000"/>
              <a:gd name="GluePoint6Y" fmla="*/ 357827 h 720000"/>
              <a:gd name="GluePoint7X" fmla="*/ 373556 w 720000"/>
              <a:gd name="GluePoint7Y" fmla="*/ 216452 h 720000"/>
              <a:gd name="GluePoint8X" fmla="*/ 438553 w 720000"/>
              <a:gd name="GluePoint8Y" fmla="*/ 189601 h 720000"/>
              <a:gd name="GluePoint9X" fmla="*/ 438553 w 720000"/>
              <a:gd name="GluePoint9Y" fmla="*/ 141636 h 720000"/>
              <a:gd name="GluePoint10X" fmla="*/ 339581 w 720000"/>
              <a:gd name="GluePoint10Y" fmla="*/ 182476 h 720000"/>
              <a:gd name="GluePoint11X" fmla="*/ 198205 w 720000"/>
              <a:gd name="GluePoint11Y" fmla="*/ 323852 h 720000"/>
              <a:gd name="GluePoint12X" fmla="*/ 141637 w 720000"/>
              <a:gd name="GluePoint12Y" fmla="*/ 578364 h 720000"/>
              <a:gd name="GluePoint13X" fmla="*/ 396149 w 720000"/>
              <a:gd name="GluePoint13Y" fmla="*/ 521796 h 720000"/>
              <a:gd name="GluePoint14X" fmla="*/ 537524 w 720000"/>
              <a:gd name="GluePoint14Y" fmla="*/ 380420 h 720000"/>
              <a:gd name="GluePoint15X" fmla="*/ 537524 w 720000"/>
              <a:gd name="GluePoint15Y" fmla="*/ 182476 h 720000"/>
              <a:gd name="GluePoint16X" fmla="*/ 438553 w 720000"/>
              <a:gd name="GluePoint16Y" fmla="*/ 141636 h 720000"/>
              <a:gd name="GluePoint17X" fmla="*/ 120000 w 720000"/>
              <a:gd name="GluePoint17Y" fmla="*/ 0 h 720000"/>
              <a:gd name="GluePoint18X" fmla="*/ 600000 w 720000"/>
              <a:gd name="GluePoint18Y" fmla="*/ 0 h 720000"/>
              <a:gd name="GluePoint19X" fmla="*/ 720000 w 720000"/>
              <a:gd name="GluePoint19Y" fmla="*/ 120000 h 720000"/>
              <a:gd name="GluePoint20X" fmla="*/ 720000 w 720000"/>
              <a:gd name="GluePoint20Y" fmla="*/ 600000 h 720000"/>
              <a:gd name="GluePoint21X" fmla="*/ 600000 w 720000"/>
              <a:gd name="GluePoint21Y" fmla="*/ 720000 h 720000"/>
              <a:gd name="GluePoint22X" fmla="*/ 120000 w 720000"/>
              <a:gd name="GluePoint22Y" fmla="*/ 720000 h 720000"/>
              <a:gd name="GluePoint23X" fmla="*/ 0 w 720000"/>
              <a:gd name="GluePoint23Y" fmla="*/ 600000 h 720000"/>
              <a:gd name="GluePoint24X" fmla="*/ 0 w 720000"/>
              <a:gd name="GluePoint24Y" fmla="*/ 120000 h 720000"/>
              <a:gd name="GluePoint25X" fmla="*/ 120000 w 720000"/>
              <a:gd name="GluePoint25Y" fmla="*/ 0 h 720000"/>
            </a:gdLst>
            <a:ahLst/>
            <a:cxnLst/>
            <a:rect l="textAreaLeft" t="textAreaTop" r="textAreaRight" b="textAreaBottom"/>
            <a:pathLst>
              <a:path w="720000" h="720000">
                <a:moveTo>
                  <a:pt x="438553" y="189601"/>
                </a:moveTo>
                <a:cubicBezTo>
                  <a:pt x="463230" y="189601"/>
                  <a:pt x="486344" y="199073"/>
                  <a:pt x="503636" y="216365"/>
                </a:cubicBezTo>
                <a:cubicBezTo>
                  <a:pt x="539523" y="252252"/>
                  <a:pt x="539523" y="310557"/>
                  <a:pt x="503636" y="346445"/>
                </a:cubicBezTo>
                <a:lnTo>
                  <a:pt x="362260" y="487907"/>
                </a:lnTo>
                <a:cubicBezTo>
                  <a:pt x="342622" y="507545"/>
                  <a:pt x="266503" y="522665"/>
                  <a:pt x="191861" y="528226"/>
                </a:cubicBezTo>
                <a:cubicBezTo>
                  <a:pt x="197336" y="453584"/>
                  <a:pt x="212456" y="377465"/>
                  <a:pt x="232180" y="357827"/>
                </a:cubicBezTo>
                <a:lnTo>
                  <a:pt x="373556" y="216452"/>
                </a:lnTo>
                <a:cubicBezTo>
                  <a:pt x="390761" y="199073"/>
                  <a:pt x="413875" y="189601"/>
                  <a:pt x="438553" y="189601"/>
                </a:cubicBezTo>
                <a:close/>
                <a:moveTo>
                  <a:pt x="438553" y="141636"/>
                </a:moveTo>
                <a:cubicBezTo>
                  <a:pt x="402666" y="141636"/>
                  <a:pt x="366778" y="155278"/>
                  <a:pt x="339581" y="182476"/>
                </a:cubicBezTo>
                <a:lnTo>
                  <a:pt x="198205" y="323852"/>
                </a:lnTo>
                <a:cubicBezTo>
                  <a:pt x="143723" y="378335"/>
                  <a:pt x="141637" y="578364"/>
                  <a:pt x="141637" y="578364"/>
                </a:cubicBezTo>
                <a:cubicBezTo>
                  <a:pt x="141637" y="578364"/>
                  <a:pt x="341753" y="576278"/>
                  <a:pt x="396149" y="521796"/>
                </a:cubicBezTo>
                <a:lnTo>
                  <a:pt x="537524" y="380420"/>
                </a:lnTo>
                <a:cubicBezTo>
                  <a:pt x="592007" y="325938"/>
                  <a:pt x="592007" y="236872"/>
                  <a:pt x="537524" y="182476"/>
                </a:cubicBezTo>
                <a:cubicBezTo>
                  <a:pt x="510327" y="155191"/>
                  <a:pt x="474440" y="141636"/>
                  <a:pt x="438553" y="141636"/>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w="9525">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251" name="爱设计-22-1"/>
          <p:cNvSpPr>
            <a:spLocks noGrp="1"/>
          </p:cNvSpPr>
          <p:nvPr/>
        </p:nvSpPr>
        <p:spPr>
          <a:xfrm>
            <a:off x="3559320" y="3884040"/>
            <a:ext cx="575640" cy="658080"/>
          </a:xfrm>
          <a:custGeom>
            <a:avLst/>
            <a:gdLst>
              <a:gd name="textAreaLeft" fmla="*/ 0 w 575640"/>
              <a:gd name="textAreaRight" fmla="*/ 576000 w 575640"/>
              <a:gd name="textAreaTop" fmla="*/ 0 h 658080"/>
              <a:gd name="textAreaBottom" fmla="*/ 658440 h 658080"/>
              <a:gd name="GluePoint1X" fmla="*/ 626 w 644"/>
              <a:gd name="GluePoint1Y" fmla="*/ 172 h 736"/>
              <a:gd name="GluePoint2X" fmla="*/ 340 w 644"/>
              <a:gd name="GluePoint2Y" fmla="*/ 6 h 736"/>
              <a:gd name="GluePoint3X" fmla="*/ 304 w 644"/>
              <a:gd name="GluePoint3Y" fmla="*/ 6 h 736"/>
              <a:gd name="GluePoint4X" fmla="*/ 18 w 644"/>
              <a:gd name="GluePoint4Y" fmla="*/ 172 h 736"/>
              <a:gd name="GluePoint5X" fmla="*/ 0 w 644"/>
              <a:gd name="GluePoint5Y" fmla="*/ 203 h 736"/>
              <a:gd name="GluePoint6X" fmla="*/ 0 w 644"/>
              <a:gd name="GluePoint6Y" fmla="*/ 533 h 736"/>
              <a:gd name="GluePoint7X" fmla="*/ 18 w 644"/>
              <a:gd name="GluePoint7Y" fmla="*/ 564 h 736"/>
              <a:gd name="GluePoint8X" fmla="*/ 304 w 644"/>
              <a:gd name="GluePoint8Y" fmla="*/ 730 h 736"/>
              <a:gd name="GluePoint9X" fmla="*/ 340 w 644"/>
              <a:gd name="GluePoint9Y" fmla="*/ 730 h 736"/>
              <a:gd name="GluePoint10X" fmla="*/ 626 w 644"/>
              <a:gd name="GluePoint10Y" fmla="*/ 564 h 736"/>
              <a:gd name="GluePoint11X" fmla="*/ 644 w 644"/>
              <a:gd name="GluePoint11Y" fmla="*/ 533 h 736"/>
              <a:gd name="GluePoint12X" fmla="*/ 644 w 644"/>
              <a:gd name="GluePoint12Y" fmla="*/ 203 h 736"/>
              <a:gd name="GluePoint13X" fmla="*/ 626 w 644"/>
              <a:gd name="GluePoint13Y" fmla="*/ 172 h 736"/>
            </a:gdLst>
            <a:ahLst/>
            <a:cxnLst/>
            <a:rect l="textAreaLeft" t="textAreaTop" r="textAreaRight" b="textAreaBottom"/>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rotWithShape="0">
            <a:gsLst>
              <a:gs pos="0">
                <a:srgbClr val="ED6F00">
                  <a:alpha val="20000"/>
                </a:srgbClr>
              </a:gs>
              <a:gs pos="100000">
                <a:srgbClr val="FFA85B"/>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53" name="爱设计-22-2"/>
          <p:cNvSpPr>
            <a:spLocks noGrp="1"/>
          </p:cNvSpPr>
          <p:nvPr/>
        </p:nvSpPr>
        <p:spPr>
          <a:xfrm>
            <a:off x="3597480" y="3927600"/>
            <a:ext cx="499680" cy="570960"/>
          </a:xfrm>
          <a:custGeom>
            <a:avLst/>
            <a:gdLst>
              <a:gd name="textAreaLeft" fmla="*/ 0 w 499680"/>
              <a:gd name="textAreaRight" fmla="*/ 500040 w 499680"/>
              <a:gd name="textAreaTop" fmla="*/ 0 h 570960"/>
              <a:gd name="textAreaBottom" fmla="*/ 571320 h 570960"/>
              <a:gd name="GluePoint1X" fmla="*/ 626 w 644"/>
              <a:gd name="GluePoint1Y" fmla="*/ 172 h 736"/>
              <a:gd name="GluePoint2X" fmla="*/ 340 w 644"/>
              <a:gd name="GluePoint2Y" fmla="*/ 6 h 736"/>
              <a:gd name="GluePoint3X" fmla="*/ 304 w 644"/>
              <a:gd name="GluePoint3Y" fmla="*/ 6 h 736"/>
              <a:gd name="GluePoint4X" fmla="*/ 18 w 644"/>
              <a:gd name="GluePoint4Y" fmla="*/ 172 h 736"/>
              <a:gd name="GluePoint5X" fmla="*/ 0 w 644"/>
              <a:gd name="GluePoint5Y" fmla="*/ 203 h 736"/>
              <a:gd name="GluePoint6X" fmla="*/ 0 w 644"/>
              <a:gd name="GluePoint6Y" fmla="*/ 533 h 736"/>
              <a:gd name="GluePoint7X" fmla="*/ 18 w 644"/>
              <a:gd name="GluePoint7Y" fmla="*/ 564 h 736"/>
              <a:gd name="GluePoint8X" fmla="*/ 304 w 644"/>
              <a:gd name="GluePoint8Y" fmla="*/ 730 h 736"/>
              <a:gd name="GluePoint9X" fmla="*/ 340 w 644"/>
              <a:gd name="GluePoint9Y" fmla="*/ 730 h 736"/>
              <a:gd name="GluePoint10X" fmla="*/ 626 w 644"/>
              <a:gd name="GluePoint10Y" fmla="*/ 564 h 736"/>
              <a:gd name="GluePoint11X" fmla="*/ 644 w 644"/>
              <a:gd name="GluePoint11Y" fmla="*/ 533 h 736"/>
              <a:gd name="GluePoint12X" fmla="*/ 644 w 644"/>
              <a:gd name="GluePoint12Y" fmla="*/ 203 h 736"/>
              <a:gd name="GluePoint13X" fmla="*/ 626 w 644"/>
              <a:gd name="GluePoint13Y" fmla="*/ 172 h 736"/>
            </a:gdLst>
            <a:ahLst/>
            <a:cxnLst/>
            <a:rect l="textAreaLeft" t="textAreaTop" r="textAreaRight" b="textAreaBottom"/>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rotWithShape="0">
            <a:gsLst>
              <a:gs pos="0">
                <a:srgbClr val="ED6F00"/>
              </a:gs>
              <a:gs pos="100000">
                <a:srgbClr val="FF8417"/>
              </a:gs>
            </a:gsLst>
            <a:lin ang="27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54" name="爱设计-22-3"/>
          <p:cNvSpPr>
            <a:spLocks noGrp="1"/>
          </p:cNvSpPr>
          <p:nvPr/>
        </p:nvSpPr>
        <p:spPr>
          <a:xfrm>
            <a:off x="3743280" y="4101840"/>
            <a:ext cx="207720" cy="207720"/>
          </a:xfrm>
          <a:custGeom>
            <a:avLst/>
            <a:gdLst>
              <a:gd name="textAreaLeft" fmla="*/ 0 w 207720"/>
              <a:gd name="textAreaRight" fmla="*/ 208080 w 207720"/>
              <a:gd name="textAreaTop" fmla="*/ 0 h 207720"/>
              <a:gd name="textAreaBottom" fmla="*/ 208080 h 207720"/>
              <a:gd name="GluePoint1X" fmla="*/ 579031 w 719895"/>
              <a:gd name="GluePoint1Y" fmla="*/ 554022 h 720000"/>
              <a:gd name="GluePoint2X" fmla="*/ 596778 w 719895"/>
              <a:gd name="GluePoint2Y" fmla="*/ 561368 h 720000"/>
              <a:gd name="GluePoint3X" fmla="*/ 712550 w 719895"/>
              <a:gd name="GluePoint3Y" fmla="*/ 677140 h 720000"/>
              <a:gd name="GluePoint4X" fmla="*/ 712550 w 719895"/>
              <a:gd name="GluePoint4Y" fmla="*/ 712634 h 720000"/>
              <a:gd name="GluePoint5X" fmla="*/ 694887 w 719895"/>
              <a:gd name="GluePoint5Y" fmla="*/ 720000 h 720000"/>
              <a:gd name="GluePoint6X" fmla="*/ 677140 w 719895"/>
              <a:gd name="GluePoint6Y" fmla="*/ 712634 h 720000"/>
              <a:gd name="GluePoint7X" fmla="*/ 561284 w 719895"/>
              <a:gd name="GluePoint7Y" fmla="*/ 596861 h 720000"/>
              <a:gd name="GluePoint8X" fmla="*/ 561284 w 719895"/>
              <a:gd name="GluePoint8Y" fmla="*/ 561368 h 720000"/>
              <a:gd name="GluePoint9X" fmla="*/ 579031 w 719895"/>
              <a:gd name="GluePoint9Y" fmla="*/ 554022 h 720000"/>
              <a:gd name="GluePoint10X" fmla="*/ 301109 w 719895"/>
              <a:gd name="GluePoint10Y" fmla="*/ 0 h 720000"/>
              <a:gd name="GluePoint11X" fmla="*/ 602219 w 719895"/>
              <a:gd name="GluePoint11Y" fmla="*/ 301109 h 720000"/>
              <a:gd name="GluePoint12X" fmla="*/ 301109 w 719895"/>
              <a:gd name="GluePoint12Y" fmla="*/ 602219 h 720000"/>
              <a:gd name="GluePoint13X" fmla="*/ 0 w 719895"/>
              <a:gd name="GluePoint13Y" fmla="*/ 301109 h 720000"/>
              <a:gd name="GluePoint14X" fmla="*/ 301109 w 719895"/>
              <a:gd name="GluePoint14Y" fmla="*/ 0 h 720000"/>
            </a:gdLst>
            <a:ahLst/>
            <a:cxnLst/>
            <a:rect l="textAreaLeft" t="textAreaTop" r="textAreaRight" b="textAreaBottom"/>
            <a:pathLst>
              <a:path w="719895" h="720000">
                <a:moveTo>
                  <a:pt x="579031" y="554022"/>
                </a:moveTo>
                <a:cubicBezTo>
                  <a:pt x="585456" y="554022"/>
                  <a:pt x="591880" y="556471"/>
                  <a:pt x="596778" y="561368"/>
                </a:cubicBezTo>
                <a:lnTo>
                  <a:pt x="712550" y="677140"/>
                </a:lnTo>
                <a:cubicBezTo>
                  <a:pt x="722344" y="686935"/>
                  <a:pt x="722344" y="702840"/>
                  <a:pt x="712550" y="712634"/>
                </a:cubicBezTo>
                <a:cubicBezTo>
                  <a:pt x="707778" y="717573"/>
                  <a:pt x="701333" y="720000"/>
                  <a:pt x="694887" y="720000"/>
                </a:cubicBezTo>
                <a:cubicBezTo>
                  <a:pt x="688441" y="720000"/>
                  <a:pt x="681995" y="717573"/>
                  <a:pt x="677140" y="712634"/>
                </a:cubicBezTo>
                <a:lnTo>
                  <a:pt x="561284" y="596861"/>
                </a:lnTo>
                <a:cubicBezTo>
                  <a:pt x="551490" y="587067"/>
                  <a:pt x="551490" y="571162"/>
                  <a:pt x="561284" y="561368"/>
                </a:cubicBezTo>
                <a:cubicBezTo>
                  <a:pt x="566181" y="556471"/>
                  <a:pt x="572606" y="554022"/>
                  <a:pt x="579031" y="554022"/>
                </a:cubicBezTo>
                <a:close/>
                <a:moveTo>
                  <a:pt x="301109" y="0"/>
                </a:moveTo>
                <a:cubicBezTo>
                  <a:pt x="467443" y="0"/>
                  <a:pt x="602219" y="134859"/>
                  <a:pt x="602219" y="301109"/>
                </a:cubicBezTo>
                <a:cubicBezTo>
                  <a:pt x="602219" y="467443"/>
                  <a:pt x="467443" y="602219"/>
                  <a:pt x="301109" y="602219"/>
                </a:cubicBezTo>
                <a:cubicBezTo>
                  <a:pt x="134775" y="602219"/>
                  <a:pt x="0" y="467443"/>
                  <a:pt x="0" y="301109"/>
                </a:cubicBezTo>
                <a:cubicBezTo>
                  <a:pt x="0" y="134775"/>
                  <a:pt x="134775" y="0"/>
                  <a:pt x="301109" y="0"/>
                </a:cubicBezTo>
                <a:close/>
              </a:path>
            </a:pathLst>
          </a:custGeom>
          <a:solidFill>
            <a:schemeClr val="bg1"/>
          </a:solidFill>
          <a:ln w="9525">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255" name="爱设计-7"/>
          <p:cNvSpPr>
            <a:spLocks noGrp="1"/>
          </p:cNvSpPr>
          <p:nvPr/>
        </p:nvSpPr>
        <p:spPr>
          <a:xfrm rot="5400000" flipH="1">
            <a:off x="1941120" y="2709000"/>
            <a:ext cx="5435280" cy="1482840"/>
          </a:xfrm>
          <a:custGeom>
            <a:avLst/>
            <a:gdLst>
              <a:gd name="textAreaLeft" fmla="*/ 360 w 5435280"/>
              <a:gd name="textAreaRight" fmla="*/ 5436000 w 5435280"/>
              <a:gd name="textAreaTop" fmla="*/ 0 h 1482840"/>
              <a:gd name="textAreaBottom" fmla="*/ 1483200 h 1482840"/>
              <a:gd name="GluePoint1X" fmla="*/ 1960891 w 1960891"/>
              <a:gd name="GluePoint1Y" fmla="*/ 1483202 h 1483202"/>
              <a:gd name="GluePoint2X" fmla="*/ 0 w 1960891"/>
              <a:gd name="GluePoint2Y" fmla="*/ 1483202 h 1483202"/>
              <a:gd name="GluePoint3X" fmla="*/ 16272 w 1960891"/>
              <a:gd name="GluePoint3Y" fmla="*/ 1469790 h 1483202"/>
              <a:gd name="GluePoint4X" fmla="*/ 555891 w 1960891"/>
              <a:gd name="GluePoint4Y" fmla="*/ 727424 h 1483202"/>
              <a:gd name="GluePoint5X" fmla="*/ 802986 w 1960891"/>
              <a:gd name="GluePoint5Y" fmla="*/ 114629 h 1483202"/>
              <a:gd name="GluePoint6X" fmla="*/ 829075 w 1960891"/>
              <a:gd name="GluePoint6Y" fmla="*/ 0 h 1483202"/>
              <a:gd name="GluePoint7X" fmla="*/ 1131817 w 1960891"/>
              <a:gd name="GluePoint7Y" fmla="*/ 0 h 1483202"/>
              <a:gd name="GluePoint8X" fmla="*/ 1157907 w 1960891"/>
              <a:gd name="GluePoint8Y" fmla="*/ 114630 h 1483202"/>
              <a:gd name="GluePoint9X" fmla="*/ 1405002 w 1960891"/>
              <a:gd name="GluePoint9Y" fmla="*/ 727425 h 1483202"/>
              <a:gd name="GluePoint10X" fmla="*/ 1944621 w 1960891"/>
              <a:gd name="GluePoint10Y" fmla="*/ 1469791 h 1483202"/>
            </a:gdLst>
            <a:ahLst/>
            <a:cxnLst/>
            <a:rect l="textAreaLeft" t="textAreaTop" r="textAreaRight" b="textAreaBottom"/>
            <a:pathLst>
              <a:path w="1960891" h="1483202">
                <a:moveTo>
                  <a:pt x="1960891" y="1483202"/>
                </a:moveTo>
                <a:lnTo>
                  <a:pt x="0" y="1483202"/>
                </a:lnTo>
                <a:lnTo>
                  <a:pt x="16272" y="1469790"/>
                </a:lnTo>
                <a:cubicBezTo>
                  <a:pt x="189495" y="1316739"/>
                  <a:pt x="387167" y="1051553"/>
                  <a:pt x="555891" y="727424"/>
                </a:cubicBezTo>
                <a:cubicBezTo>
                  <a:pt x="668373" y="511338"/>
                  <a:pt x="752016" y="299739"/>
                  <a:pt x="802986" y="114629"/>
                </a:cubicBezTo>
                <a:lnTo>
                  <a:pt x="829075" y="0"/>
                </a:lnTo>
                <a:lnTo>
                  <a:pt x="1131817" y="0"/>
                </a:lnTo>
                <a:lnTo>
                  <a:pt x="1157907" y="114630"/>
                </a:lnTo>
                <a:cubicBezTo>
                  <a:pt x="1208876" y="299740"/>
                  <a:pt x="1292520" y="511339"/>
                  <a:pt x="1405002" y="727425"/>
                </a:cubicBezTo>
                <a:cubicBezTo>
                  <a:pt x="1573725" y="1051554"/>
                  <a:pt x="1771397" y="1316740"/>
                  <a:pt x="1944621" y="1469791"/>
                </a:cubicBezTo>
                <a:close/>
              </a:path>
            </a:pathLst>
          </a:custGeom>
          <a:noFill/>
          <a:ln w="6350">
            <a:solidFill>
              <a:srgbClr val="ED6F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rgbClr val="FFFFFF"/>
              </a:solidFill>
              <a:latin typeface="Arial" panose="020B0604020202090204"/>
              <a:ea typeface="Arial" panose="020B0604020202090204"/>
              <a:cs typeface="Arial" panose="020B0604020202090204"/>
            </a:endParaRPr>
          </a:p>
        </p:txBody>
      </p:sp>
      <p:sp>
        <p:nvSpPr>
          <p:cNvPr id="256" name="爱设计-11"/>
          <p:cNvSpPr>
            <a:spLocks noGrp="1"/>
          </p:cNvSpPr>
          <p:nvPr/>
        </p:nvSpPr>
        <p:spPr>
          <a:xfrm rot="16200000">
            <a:off x="4814280" y="2709000"/>
            <a:ext cx="5435280" cy="1482840"/>
          </a:xfrm>
          <a:custGeom>
            <a:avLst/>
            <a:gdLst>
              <a:gd name="textAreaLeft" fmla="*/ 0 w 5435280"/>
              <a:gd name="textAreaRight" fmla="*/ 5435640 w 5435280"/>
              <a:gd name="textAreaTop" fmla="*/ 0 h 1482840"/>
              <a:gd name="textAreaBottom" fmla="*/ 1483200 h 1482840"/>
              <a:gd name="GluePoint1X" fmla="*/ 1960891 w 1960891"/>
              <a:gd name="GluePoint1Y" fmla="*/ 1483202 h 1483202"/>
              <a:gd name="GluePoint2X" fmla="*/ 0 w 1960891"/>
              <a:gd name="GluePoint2Y" fmla="*/ 1483202 h 1483202"/>
              <a:gd name="GluePoint3X" fmla="*/ 16272 w 1960891"/>
              <a:gd name="GluePoint3Y" fmla="*/ 1469790 h 1483202"/>
              <a:gd name="GluePoint4X" fmla="*/ 555891 w 1960891"/>
              <a:gd name="GluePoint4Y" fmla="*/ 727424 h 1483202"/>
              <a:gd name="GluePoint5X" fmla="*/ 802986 w 1960891"/>
              <a:gd name="GluePoint5Y" fmla="*/ 114629 h 1483202"/>
              <a:gd name="GluePoint6X" fmla="*/ 829075 w 1960891"/>
              <a:gd name="GluePoint6Y" fmla="*/ 0 h 1483202"/>
              <a:gd name="GluePoint7X" fmla="*/ 1131817 w 1960891"/>
              <a:gd name="GluePoint7Y" fmla="*/ 0 h 1483202"/>
              <a:gd name="GluePoint8X" fmla="*/ 1157907 w 1960891"/>
              <a:gd name="GluePoint8Y" fmla="*/ 114630 h 1483202"/>
              <a:gd name="GluePoint9X" fmla="*/ 1405002 w 1960891"/>
              <a:gd name="GluePoint9Y" fmla="*/ 727425 h 1483202"/>
              <a:gd name="GluePoint10X" fmla="*/ 1944621 w 1960891"/>
              <a:gd name="GluePoint10Y" fmla="*/ 1469791 h 1483202"/>
            </a:gdLst>
            <a:ahLst/>
            <a:cxnLst/>
            <a:rect l="textAreaLeft" t="textAreaTop" r="textAreaRight" b="textAreaBottom"/>
            <a:pathLst>
              <a:path w="1960891" h="1483202">
                <a:moveTo>
                  <a:pt x="1960891" y="1483202"/>
                </a:moveTo>
                <a:lnTo>
                  <a:pt x="0" y="1483202"/>
                </a:lnTo>
                <a:lnTo>
                  <a:pt x="16272" y="1469790"/>
                </a:lnTo>
                <a:cubicBezTo>
                  <a:pt x="189495" y="1316739"/>
                  <a:pt x="387167" y="1051553"/>
                  <a:pt x="555891" y="727424"/>
                </a:cubicBezTo>
                <a:cubicBezTo>
                  <a:pt x="668373" y="511338"/>
                  <a:pt x="752016" y="299739"/>
                  <a:pt x="802986" y="114629"/>
                </a:cubicBezTo>
                <a:lnTo>
                  <a:pt x="829075" y="0"/>
                </a:lnTo>
                <a:lnTo>
                  <a:pt x="1131817" y="0"/>
                </a:lnTo>
                <a:lnTo>
                  <a:pt x="1157907" y="114630"/>
                </a:lnTo>
                <a:cubicBezTo>
                  <a:pt x="1208876" y="299740"/>
                  <a:pt x="1292520" y="511339"/>
                  <a:pt x="1405002" y="727425"/>
                </a:cubicBezTo>
                <a:cubicBezTo>
                  <a:pt x="1573725" y="1051554"/>
                  <a:pt x="1771397" y="1316740"/>
                  <a:pt x="1944621" y="1469791"/>
                </a:cubicBezTo>
                <a:close/>
              </a:path>
            </a:pathLst>
          </a:custGeom>
          <a:noFill/>
          <a:ln w="6350">
            <a:solidFill>
              <a:srgbClr val="ED6F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rgbClr val="FFFFFF"/>
              </a:solidFill>
              <a:latin typeface="Arial" panose="020B0604020202090204"/>
              <a:ea typeface="Arial" panose="020B0604020202090204"/>
              <a:cs typeface="Arial" panose="020B0604020202090204"/>
            </a:endParaRPr>
          </a:p>
        </p:txBody>
      </p:sp>
      <p:sp>
        <p:nvSpPr>
          <p:cNvPr id="257" name="爱设计-12"/>
          <p:cNvSpPr>
            <a:spLocks noGrp="1"/>
          </p:cNvSpPr>
          <p:nvPr/>
        </p:nvSpPr>
        <p:spPr>
          <a:xfrm rot="18535800" flipH="1" flipV="1">
            <a:off x="4254120" y="498960"/>
            <a:ext cx="4054320" cy="2306160"/>
          </a:xfrm>
          <a:prstGeom prst="arc">
            <a:avLst>
              <a:gd name="adj1" fmla="val 12948693"/>
              <a:gd name="adj2" fmla="val 17159065"/>
            </a:avLst>
          </a:prstGeom>
          <a:noFill/>
          <a:ln>
            <a:solidFill>
              <a:schemeClr val="accent1">
                <a:alpha val="60000"/>
              </a:schemeClr>
            </a:solidFill>
            <a:tailEnd type="triangle" w="med" len="med"/>
          </a:ln>
        </p:spPr>
        <p:style>
          <a:lnRef idx="1">
            <a:schemeClr val="accent1"/>
          </a:lnRef>
          <a:fillRef idx="0">
            <a:schemeClr val="accent1"/>
          </a:fillRef>
          <a:effectRef idx="0">
            <a:schemeClr val="accent1"/>
          </a:effectRef>
          <a:fontRef idx="minor"/>
        </p:style>
        <p:txBody>
          <a:bodyPr lIns="90000" tIns="45000" rIns="90000" bIns="45000" anchor="ctr">
            <a:noAutofit/>
          </a:bodyPr>
          <a:lstStyle/>
          <a:p>
            <a:pPr>
              <a:buNone/>
            </a:pPr>
            <a:endParaRPr sz="1800" b="0" u="none">
              <a:solidFill>
                <a:srgbClr val="000000"/>
              </a:solidFill>
              <a:latin typeface="Arial" panose="020B0604020202090204"/>
              <a:ea typeface="Arial" panose="020B0604020202090204"/>
              <a:cs typeface="Arial" panose="020B0604020202090204"/>
            </a:endParaRPr>
          </a:p>
        </p:txBody>
      </p:sp>
      <p:sp>
        <p:nvSpPr>
          <p:cNvPr id="258" name="爱设计-8"/>
          <p:cNvSpPr>
            <a:spLocks noGrp="1"/>
          </p:cNvSpPr>
          <p:nvPr/>
        </p:nvSpPr>
        <p:spPr>
          <a:xfrm rot="3064200" flipV="1">
            <a:off x="3881880" y="438840"/>
            <a:ext cx="4054320" cy="2305800"/>
          </a:xfrm>
          <a:prstGeom prst="arc">
            <a:avLst>
              <a:gd name="adj1" fmla="val 12948693"/>
              <a:gd name="adj2" fmla="val 17159065"/>
            </a:avLst>
          </a:prstGeom>
          <a:noFill/>
          <a:ln>
            <a:solidFill>
              <a:schemeClr val="accent1">
                <a:alpha val="60000"/>
              </a:schemeClr>
            </a:solidFill>
            <a:tailEnd type="triangle" w="med" len="med"/>
          </a:ln>
        </p:spPr>
        <p:style>
          <a:lnRef idx="1">
            <a:schemeClr val="accent1"/>
          </a:lnRef>
          <a:fillRef idx="0">
            <a:schemeClr val="accent1"/>
          </a:fillRef>
          <a:effectRef idx="0">
            <a:schemeClr val="accent1"/>
          </a:effectRef>
          <a:fontRef idx="minor"/>
        </p:style>
        <p:txBody>
          <a:bodyPr lIns="90000" tIns="45000" rIns="90000" bIns="45000" anchor="ctr">
            <a:noAutofit/>
          </a:bodyPr>
          <a:lstStyle/>
          <a:p>
            <a:pPr>
              <a:buNone/>
            </a:pPr>
            <a:endParaRPr sz="1800" b="0" u="none">
              <a:solidFill>
                <a:srgbClr val="000000"/>
              </a:solidFill>
              <a:latin typeface="Arial" panose="020B0604020202090204"/>
              <a:ea typeface="Arial" panose="020B0604020202090204"/>
              <a:cs typeface="Arial" panose="020B0604020202090204"/>
            </a:endParaRPr>
          </a:p>
        </p:txBody>
      </p:sp>
      <p:sp>
        <p:nvSpPr>
          <p:cNvPr id="259" name="爱设计-9"/>
          <p:cNvSpPr>
            <a:spLocks noGrp="1"/>
          </p:cNvSpPr>
          <p:nvPr/>
        </p:nvSpPr>
        <p:spPr>
          <a:xfrm rot="18535800">
            <a:off x="3814560" y="4214160"/>
            <a:ext cx="4054320" cy="2305800"/>
          </a:xfrm>
          <a:prstGeom prst="arc">
            <a:avLst>
              <a:gd name="adj1" fmla="val 12948693"/>
              <a:gd name="adj2" fmla="val 17159065"/>
            </a:avLst>
          </a:prstGeom>
          <a:noFill/>
          <a:ln>
            <a:solidFill>
              <a:schemeClr val="accent1">
                <a:alpha val="60000"/>
              </a:schemeClr>
            </a:solidFill>
            <a:tailEnd type="triangle" w="med" len="med"/>
          </a:ln>
        </p:spPr>
        <p:style>
          <a:lnRef idx="1">
            <a:schemeClr val="accent1"/>
          </a:lnRef>
          <a:fillRef idx="0">
            <a:schemeClr val="accent1"/>
          </a:fillRef>
          <a:effectRef idx="0">
            <a:schemeClr val="accent1"/>
          </a:effectRef>
          <a:fontRef idx="minor"/>
        </p:style>
        <p:txBody>
          <a:bodyPr lIns="90000" tIns="45000" rIns="90000" bIns="45000" anchor="ctr">
            <a:noAutofit/>
          </a:bodyPr>
          <a:lstStyle/>
          <a:p>
            <a:pPr>
              <a:buNone/>
            </a:pPr>
            <a:endParaRPr sz="1800" b="0" u="none">
              <a:solidFill>
                <a:srgbClr val="000000"/>
              </a:solidFill>
              <a:latin typeface="Arial" panose="020B0604020202090204"/>
              <a:ea typeface="Arial" panose="020B0604020202090204"/>
              <a:cs typeface="Arial" panose="020B0604020202090204"/>
            </a:endParaRPr>
          </a:p>
        </p:txBody>
      </p:sp>
      <p:sp>
        <p:nvSpPr>
          <p:cNvPr id="260" name="爱设计-13"/>
          <p:cNvSpPr>
            <a:spLocks noGrp="1"/>
          </p:cNvSpPr>
          <p:nvPr/>
        </p:nvSpPr>
        <p:spPr>
          <a:xfrm rot="3064200" flipH="1">
            <a:off x="4321080" y="4214160"/>
            <a:ext cx="4054320" cy="2305800"/>
          </a:xfrm>
          <a:prstGeom prst="arc">
            <a:avLst>
              <a:gd name="adj1" fmla="val 12948693"/>
              <a:gd name="adj2" fmla="val 17159065"/>
            </a:avLst>
          </a:prstGeom>
          <a:noFill/>
          <a:ln>
            <a:solidFill>
              <a:schemeClr val="accent1">
                <a:alpha val="60000"/>
              </a:schemeClr>
            </a:solidFill>
            <a:tailEnd type="triangle" w="med" len="med"/>
          </a:ln>
        </p:spPr>
        <p:style>
          <a:lnRef idx="1">
            <a:schemeClr val="accent1"/>
          </a:lnRef>
          <a:fillRef idx="0">
            <a:schemeClr val="accent1"/>
          </a:fillRef>
          <a:effectRef idx="0">
            <a:schemeClr val="accent1"/>
          </a:effectRef>
          <a:fontRef idx="minor"/>
        </p:style>
        <p:txBody>
          <a:bodyPr lIns="90000" tIns="45000" rIns="90000" bIns="45000" anchor="ctr">
            <a:noAutofit/>
          </a:bodyPr>
          <a:lstStyle/>
          <a:p>
            <a:pPr>
              <a:buNone/>
            </a:pPr>
            <a:endParaRPr sz="1800" b="0" u="none">
              <a:solidFill>
                <a:srgbClr val="000000"/>
              </a:solidFill>
              <a:latin typeface="Arial" panose="020B0604020202090204"/>
              <a:ea typeface="Arial" panose="020B0604020202090204"/>
              <a:cs typeface="Arial" panose="020B0604020202090204"/>
            </a:endParaRPr>
          </a:p>
        </p:txBody>
      </p:sp>
      <p:sp>
        <p:nvSpPr>
          <p:cNvPr id="261" name="爱设计-14"/>
          <p:cNvSpPr>
            <a:spLocks noGrp="1"/>
          </p:cNvSpPr>
          <p:nvPr/>
        </p:nvSpPr>
        <p:spPr>
          <a:xfrm>
            <a:off x="4445640" y="1694880"/>
            <a:ext cx="3520080" cy="3524040"/>
          </a:xfrm>
          <a:custGeom>
            <a:avLst/>
            <a:gdLst>
              <a:gd name="textAreaLeft" fmla="*/ 0 w 3520080"/>
              <a:gd name="textAreaRight" fmla="*/ 3520440 w 3520080"/>
              <a:gd name="textAreaTop" fmla="*/ 0 h 3524040"/>
              <a:gd name="textAreaBottom" fmla="*/ 3524400 h 3524040"/>
              <a:gd name="GluePoint1X" fmla="*/ 1948158 w 3044273"/>
              <a:gd name="GluePoint1Y" fmla="*/ 3046415 h 3047670"/>
              <a:gd name="GluePoint2X" fmla="*/ 1948787 w 3044273"/>
              <a:gd name="GluePoint2Y" fmla="*/ 3047043 h 3047670"/>
              <a:gd name="GluePoint3X" fmla="*/ 1948158 w 3044273"/>
              <a:gd name="GluePoint3Y" fmla="*/ 3047670 h 3047670"/>
              <a:gd name="GluePoint4X" fmla="*/ 1947530 w 3044273"/>
              <a:gd name="GluePoint4Y" fmla="*/ 3047043 h 3047670"/>
              <a:gd name="GluePoint5X" fmla="*/ 1948158 w 3044273"/>
              <a:gd name="GluePoint5Y" fmla="*/ 3046415 h 3047670"/>
              <a:gd name="GluePoint6X" fmla="*/ 2262811 w 3044273"/>
              <a:gd name="GluePoint6Y" fmla="*/ 3022973 h 3047670"/>
              <a:gd name="GluePoint7X" fmla="*/ 2263440 w 3044273"/>
              <a:gd name="GluePoint7Y" fmla="*/ 3023601 h 3047670"/>
              <a:gd name="GluePoint8X" fmla="*/ 2262811 w 3044273"/>
              <a:gd name="GluePoint8Y" fmla="*/ 3024229 h 3047670"/>
              <a:gd name="GluePoint9X" fmla="*/ 2262183 w 3044273"/>
              <a:gd name="GluePoint9Y" fmla="*/ 3023601 h 3047670"/>
              <a:gd name="GluePoint10X" fmla="*/ 2262811 w 3044273"/>
              <a:gd name="GluePoint10Y" fmla="*/ 3022973 h 3047670"/>
              <a:gd name="GluePoint11X" fmla="*/ 2029306 w 3044273"/>
              <a:gd name="GluePoint11Y" fmla="*/ 3020035 h 3047670"/>
              <a:gd name="GluePoint12X" fmla="*/ 2030185 w 3044273"/>
              <a:gd name="GluePoint12Y" fmla="*/ 3020915 h 3047670"/>
              <a:gd name="GluePoint13X" fmla="*/ 2029306 w 3044273"/>
              <a:gd name="GluePoint13Y" fmla="*/ 3021794 h 3047670"/>
              <a:gd name="GluePoint14X" fmla="*/ 2028426 w 3044273"/>
              <a:gd name="GluePoint14Y" fmla="*/ 3020915 h 3047670"/>
              <a:gd name="GluePoint15X" fmla="*/ 2029306 w 3044273"/>
              <a:gd name="GluePoint15Y" fmla="*/ 3020035 h 3047670"/>
              <a:gd name="GluePoint16X" fmla="*/ 1527099 w 3044273"/>
              <a:gd name="GluePoint16Y" fmla="*/ 3010364 h 3047670"/>
              <a:gd name="GluePoint17X" fmla="*/ 1529736 w 3044273"/>
              <a:gd name="GluePoint17Y" fmla="*/ 3013001 h 3047670"/>
              <a:gd name="GluePoint18X" fmla="*/ 1527099 w 3044273"/>
              <a:gd name="GluePoint18Y" fmla="*/ 3015640 h 3047670"/>
              <a:gd name="GluePoint19X" fmla="*/ 1524462 w 3044273"/>
              <a:gd name="GluePoint19Y" fmla="*/ 3013001 h 3047670"/>
              <a:gd name="GluePoint20X" fmla="*/ 1527099 w 3044273"/>
              <a:gd name="GluePoint20Y" fmla="*/ 3010364 h 3047670"/>
              <a:gd name="GluePoint21X" fmla="*/ 1612392 w 3044273"/>
              <a:gd name="GluePoint21Y" fmla="*/ 3008101 h 3047670"/>
              <a:gd name="GluePoint22X" fmla="*/ 1614401 w 3044273"/>
              <a:gd name="GluePoint22Y" fmla="*/ 3010111 h 3047670"/>
              <a:gd name="GluePoint23X" fmla="*/ 1612392 w 3044273"/>
              <a:gd name="GluePoint23Y" fmla="*/ 3012122 h 3047670"/>
              <a:gd name="GluePoint24X" fmla="*/ 1610382 w 3044273"/>
              <a:gd name="GluePoint24Y" fmla="*/ 3010111 h 3047670"/>
              <a:gd name="GluePoint25X" fmla="*/ 1612392 w 3044273"/>
              <a:gd name="GluePoint25Y" fmla="*/ 3008101 h 3047670"/>
              <a:gd name="GluePoint26X" fmla="*/ 1441807 w 3044273"/>
              <a:gd name="GluePoint26Y" fmla="*/ 3007221 h 3047670"/>
              <a:gd name="GluePoint27X" fmla="*/ 1444949 w 3044273"/>
              <a:gd name="GluePoint27Y" fmla="*/ 3010361 h 3047670"/>
              <a:gd name="GluePoint28X" fmla="*/ 1438667 w 3044273"/>
              <a:gd name="GluePoint28Y" fmla="*/ 3010361 h 3047670"/>
              <a:gd name="GluePoint29X" fmla="*/ 1441807 w 3044273"/>
              <a:gd name="GluePoint29Y" fmla="*/ 3007221 h 3047670"/>
              <a:gd name="GluePoint30X" fmla="*/ 1697183 w 3044273"/>
              <a:gd name="GluePoint30Y" fmla="*/ 3000691 h 3047670"/>
              <a:gd name="GluePoint31X" fmla="*/ 1698816 w 3044273"/>
              <a:gd name="GluePoint31Y" fmla="*/ 3002198 h 3047670"/>
              <a:gd name="GluePoint32X" fmla="*/ 1697309 w 3044273"/>
              <a:gd name="GluePoint32Y" fmla="*/ 3003706 h 3047670"/>
              <a:gd name="GluePoint33X" fmla="*/ 1695801 w 3044273"/>
              <a:gd name="GluePoint33Y" fmla="*/ 3002198 h 3047670"/>
              <a:gd name="GluePoint34X" fmla="*/ 1697183 w 3044273"/>
              <a:gd name="GluePoint34Y" fmla="*/ 3000691 h 3047670"/>
              <a:gd name="GluePoint35X" fmla="*/ 2108820 w 3044273"/>
              <a:gd name="GluePoint35Y" fmla="*/ 2989510 h 3047670"/>
              <a:gd name="GluePoint36X" fmla="*/ 2109447 w 3044273"/>
              <a:gd name="GluePoint36Y" fmla="*/ 2990138 h 3047670"/>
              <a:gd name="GluePoint37X" fmla="*/ 2108820 w 3044273"/>
              <a:gd name="GluePoint37Y" fmla="*/ 2990765 h 3047670"/>
              <a:gd name="GluePoint38X" fmla="*/ 2108192 w 3044273"/>
              <a:gd name="GluePoint38Y" fmla="*/ 2990138 h 3047670"/>
              <a:gd name="GluePoint39X" fmla="*/ 2108820 w 3044273"/>
              <a:gd name="GluePoint39Y" fmla="*/ 2989510 h 3047670"/>
              <a:gd name="GluePoint40X" fmla="*/ 1781596 w 3044273"/>
              <a:gd name="GluePoint40Y" fmla="*/ 2987877 h 3047670"/>
              <a:gd name="GluePoint41X" fmla="*/ 1782979 w 3044273"/>
              <a:gd name="GluePoint41Y" fmla="*/ 2989135 h 3047670"/>
              <a:gd name="GluePoint42X" fmla="*/ 1781596 w 3044273"/>
              <a:gd name="GluePoint42Y" fmla="*/ 2990516 h 3047670"/>
              <a:gd name="GluePoint43X" fmla="*/ 1780214 w 3044273"/>
              <a:gd name="GluePoint43Y" fmla="*/ 2989135 h 3047670"/>
              <a:gd name="GluePoint44X" fmla="*/ 1781596 w 3044273"/>
              <a:gd name="GluePoint44Y" fmla="*/ 2987877 h 3047670"/>
              <a:gd name="GluePoint45X" fmla="*/ 2340852 w 3044273"/>
              <a:gd name="GluePoint45Y" fmla="*/ 2979519 h 3047670"/>
              <a:gd name="GluePoint46X" fmla="*/ 2341607 w 3044273"/>
              <a:gd name="GluePoint46Y" fmla="*/ 2980147 h 3047670"/>
              <a:gd name="GluePoint47X" fmla="*/ 2340852 w 3044273"/>
              <a:gd name="GluePoint47Y" fmla="*/ 2980774 h 3047670"/>
              <a:gd name="GluePoint48X" fmla="*/ 2340223 w 3044273"/>
              <a:gd name="GluePoint48Y" fmla="*/ 2980147 h 3047670"/>
              <a:gd name="GluePoint49X" fmla="*/ 2340852 w 3044273"/>
              <a:gd name="GluePoint49Y" fmla="*/ 2979519 h 3047670"/>
              <a:gd name="GluePoint50X" fmla="*/ 1864879 w 3044273"/>
              <a:gd name="GluePoint50Y" fmla="*/ 2969789 h 3047670"/>
              <a:gd name="GluePoint51X" fmla="*/ 1866259 w 3044273"/>
              <a:gd name="GluePoint51Y" fmla="*/ 2971171 h 3047670"/>
              <a:gd name="GluePoint52X" fmla="*/ 1865005 w 3044273"/>
              <a:gd name="GluePoint52Y" fmla="*/ 2972554 h 3047670"/>
              <a:gd name="GluePoint53X" fmla="*/ 1863623 w 3044273"/>
              <a:gd name="GluePoint53Y" fmla="*/ 2971171 h 3047670"/>
              <a:gd name="GluePoint54X" fmla="*/ 1864879 w 3044273"/>
              <a:gd name="GluePoint54Y" fmla="*/ 2969789 h 3047670"/>
              <a:gd name="GluePoint55X" fmla="*/ 2186577 w 3044273"/>
              <a:gd name="GluePoint55Y" fmla="*/ 2954463 h 3047670"/>
              <a:gd name="GluePoint56X" fmla="*/ 2187204 w 3044273"/>
              <a:gd name="GluePoint56Y" fmla="*/ 2955091 h 3047670"/>
              <a:gd name="GluePoint57X" fmla="*/ 2186577 w 3044273"/>
              <a:gd name="GluePoint57Y" fmla="*/ 2955720 h 3047670"/>
              <a:gd name="GluePoint58X" fmla="*/ 2185949 w 3044273"/>
              <a:gd name="GluePoint58Y" fmla="*/ 2955091 h 3047670"/>
              <a:gd name="GluePoint59X" fmla="*/ 2186577 w 3044273"/>
              <a:gd name="GluePoint59Y" fmla="*/ 2954463 h 3047670"/>
              <a:gd name="GluePoint60X" fmla="*/ 1947029 w 3044273"/>
              <a:gd name="GluePoint60Y" fmla="*/ 2947053 h 3047670"/>
              <a:gd name="GluePoint61X" fmla="*/ 1948159 w 3044273"/>
              <a:gd name="GluePoint61Y" fmla="*/ 2948183 h 3047670"/>
              <a:gd name="GluePoint62X" fmla="*/ 1947029 w 3044273"/>
              <a:gd name="GluePoint62Y" fmla="*/ 2949313 h 3047670"/>
              <a:gd name="GluePoint63X" fmla="*/ 1945899 w 3044273"/>
              <a:gd name="GluePoint63Y" fmla="*/ 2948183 h 3047670"/>
              <a:gd name="GluePoint64X" fmla="*/ 1947029 w 3044273"/>
              <a:gd name="GluePoint64Y" fmla="*/ 2947053 h 3047670"/>
              <a:gd name="GluePoint65X" fmla="*/ 2413200 w 3044273"/>
              <a:gd name="GluePoint65Y" fmla="*/ 2934380 h 3047670"/>
              <a:gd name="GluePoint66X" fmla="*/ 2413830 w 3044273"/>
              <a:gd name="GluePoint66Y" fmla="*/ 2935008 h 3047670"/>
              <a:gd name="GluePoint67X" fmla="*/ 2413200 w 3044273"/>
              <a:gd name="GluePoint67Y" fmla="*/ 2935635 h 3047670"/>
              <a:gd name="GluePoint68X" fmla="*/ 2412446 w 3044273"/>
              <a:gd name="GluePoint68Y" fmla="*/ 2935008 h 3047670"/>
              <a:gd name="GluePoint69X" fmla="*/ 2413200 w 3044273"/>
              <a:gd name="GluePoint69Y" fmla="*/ 2934380 h 3047670"/>
              <a:gd name="GluePoint70X" fmla="*/ 2027550 w 3044273"/>
              <a:gd name="GluePoint70Y" fmla="*/ 2917782 h 3047670"/>
              <a:gd name="GluePoint71X" fmla="*/ 2030062 w 3044273"/>
              <a:gd name="GluePoint71Y" fmla="*/ 2920169 h 3047670"/>
              <a:gd name="GluePoint72X" fmla="*/ 2027675 w 3044273"/>
              <a:gd name="GluePoint72Y" fmla="*/ 2922682 h 3047670"/>
              <a:gd name="GluePoint73X" fmla="*/ 2025163 w 3044273"/>
              <a:gd name="GluePoint73Y" fmla="*/ 2920295 h 3047670"/>
              <a:gd name="GluePoint74X" fmla="*/ 2027550 w 3044273"/>
              <a:gd name="GluePoint74Y" fmla="*/ 2917782 h 3047670"/>
              <a:gd name="GluePoint75X" fmla="*/ 2262194 w 3044273"/>
              <a:gd name="GluePoint75Y" fmla="*/ 2915021 h 3047670"/>
              <a:gd name="GluePoint76X" fmla="*/ 2262823 w 3044273"/>
              <a:gd name="GluePoint76Y" fmla="*/ 2915649 h 3047670"/>
              <a:gd name="GluePoint77X" fmla="*/ 2262194 w 3044273"/>
              <a:gd name="GluePoint77Y" fmla="*/ 2916278 h 3047670"/>
              <a:gd name="GluePoint78X" fmla="*/ 2261566 w 3044273"/>
              <a:gd name="GluePoint78Y" fmla="*/ 2915649 h 3047670"/>
              <a:gd name="GluePoint79X" fmla="*/ 2262194 w 3044273"/>
              <a:gd name="GluePoint79Y" fmla="*/ 2915021 h 3047670"/>
              <a:gd name="GluePoint80X" fmla="*/ 1526850 w 3044273"/>
              <a:gd name="GluePoint80Y" fmla="*/ 2912005 h 3047670"/>
              <a:gd name="GluePoint81X" fmla="*/ 1532880 w 3044273"/>
              <a:gd name="GluePoint81Y" fmla="*/ 2917909 h 3047670"/>
              <a:gd name="GluePoint82X" fmla="*/ 1526850 w 3044273"/>
              <a:gd name="GluePoint82Y" fmla="*/ 2923938 h 3047670"/>
              <a:gd name="GluePoint83X" fmla="*/ 1520820 w 3044273"/>
              <a:gd name="GluePoint83Y" fmla="*/ 2918034 h 3047670"/>
              <a:gd name="GluePoint84X" fmla="*/ 1526850 w 3044273"/>
              <a:gd name="GluePoint84Y" fmla="*/ 2912005 h 3047670"/>
              <a:gd name="GluePoint85X" fmla="*/ 1612017 w 3044273"/>
              <a:gd name="GluePoint85Y" fmla="*/ 2909746 h 3047670"/>
              <a:gd name="GluePoint86X" fmla="*/ 1617166 w 3044273"/>
              <a:gd name="GluePoint86Y" fmla="*/ 2914770 h 3047670"/>
              <a:gd name="GluePoint87X" fmla="*/ 1612142 w 3044273"/>
              <a:gd name="GluePoint87Y" fmla="*/ 2919919 h 3047670"/>
              <a:gd name="GluePoint88X" fmla="*/ 1606992 w 3044273"/>
              <a:gd name="GluePoint88Y" fmla="*/ 2914895 h 3047670"/>
              <a:gd name="GluePoint89X" fmla="*/ 1612017 w 3044273"/>
              <a:gd name="GluePoint89Y" fmla="*/ 2909746 h 3047670"/>
              <a:gd name="GluePoint90X" fmla="*/ 1441556 w 3044273"/>
              <a:gd name="GluePoint90Y" fmla="*/ 2908739 h 3047670"/>
              <a:gd name="GluePoint91X" fmla="*/ 1448465 w 3044273"/>
              <a:gd name="GluePoint91Y" fmla="*/ 2915523 h 3047670"/>
              <a:gd name="GluePoint92X" fmla="*/ 1441681 w 3044273"/>
              <a:gd name="GluePoint92Y" fmla="*/ 2922430 h 3047670"/>
              <a:gd name="GluePoint93X" fmla="*/ 1434773 w 3044273"/>
              <a:gd name="GluePoint93Y" fmla="*/ 2915648 h 3047670"/>
              <a:gd name="GluePoint94X" fmla="*/ 1441556 w 3044273"/>
              <a:gd name="GluePoint94Y" fmla="*/ 2908739 h 3047670"/>
              <a:gd name="GluePoint95X" fmla="*/ 1696805 w 3044273"/>
              <a:gd name="GluePoint95Y" fmla="*/ 2902207 h 3047670"/>
              <a:gd name="GluePoint96X" fmla="*/ 1701077 w 3044273"/>
              <a:gd name="GluePoint96Y" fmla="*/ 2906352 h 3047670"/>
              <a:gd name="GluePoint97X" fmla="*/ 1696930 w 3044273"/>
              <a:gd name="GluePoint97Y" fmla="*/ 2910624 h 3047670"/>
              <a:gd name="GluePoint98X" fmla="*/ 1692660 w 3044273"/>
              <a:gd name="GluePoint98Y" fmla="*/ 2906479 h 3047670"/>
              <a:gd name="GluePoint99X" fmla="*/ 1696805 w 3044273"/>
              <a:gd name="GluePoint99Y" fmla="*/ 2902207 h 3047670"/>
              <a:gd name="GluePoint100X" fmla="*/ 1356767 w 3044273"/>
              <a:gd name="GluePoint100Y" fmla="*/ 2900575 h 3047670"/>
              <a:gd name="GluePoint101X" fmla="*/ 1363801 w 3044273"/>
              <a:gd name="GluePoint101Y" fmla="*/ 2907610 h 3047670"/>
              <a:gd name="GluePoint102X" fmla="*/ 1356767 w 3044273"/>
              <a:gd name="GluePoint102Y" fmla="*/ 2914769 h 3047670"/>
              <a:gd name="GluePoint103X" fmla="*/ 1349607 w 3044273"/>
              <a:gd name="GluePoint103Y" fmla="*/ 2907735 h 3047670"/>
              <a:gd name="GluePoint104X" fmla="*/ 1356767 w 3044273"/>
              <a:gd name="GluePoint104Y" fmla="*/ 2900575 h 3047670"/>
              <a:gd name="GluePoint105X" fmla="*/ 1781094 w 3044273"/>
              <a:gd name="GluePoint105Y" fmla="*/ 2888766 h 3047670"/>
              <a:gd name="GluePoint106X" fmla="*/ 1784863 w 3044273"/>
              <a:gd name="GluePoint106Y" fmla="*/ 2892535 h 3047670"/>
              <a:gd name="GluePoint107X" fmla="*/ 1781094 w 3044273"/>
              <a:gd name="GluePoint107Y" fmla="*/ 2896303 h 3047670"/>
              <a:gd name="GluePoint108X" fmla="*/ 1777326 w 3044273"/>
              <a:gd name="GluePoint108Y" fmla="*/ 2892535 h 3047670"/>
              <a:gd name="GluePoint109X" fmla="*/ 1781094 w 3044273"/>
              <a:gd name="GluePoint109Y" fmla="*/ 2888766 h 3047670"/>
              <a:gd name="GluePoint110X" fmla="*/ 1272353 w 3044273"/>
              <a:gd name="GluePoint110Y" fmla="*/ 2887510 h 3047670"/>
              <a:gd name="GluePoint111X" fmla="*/ 1279261 w 3044273"/>
              <a:gd name="GluePoint111Y" fmla="*/ 2894292 h 3047670"/>
              <a:gd name="GluePoint112X" fmla="*/ 1272479 w 3044273"/>
              <a:gd name="GluePoint112Y" fmla="*/ 2901201 h 3047670"/>
              <a:gd name="GluePoint113X" fmla="*/ 1265569 w 3044273"/>
              <a:gd name="GluePoint113Y" fmla="*/ 2894419 h 3047670"/>
              <a:gd name="GluePoint114X" fmla="*/ 1272353 w 3044273"/>
              <a:gd name="GluePoint114Y" fmla="*/ 2887510 h 3047670"/>
              <a:gd name="GluePoint115X" fmla="*/ 2106435 w 3044273"/>
              <a:gd name="GluePoint115Y" fmla="*/ 2886128 h 3047670"/>
              <a:gd name="GluePoint116X" fmla="*/ 2107942 w 3044273"/>
              <a:gd name="GluePoint116Y" fmla="*/ 2887636 h 3047670"/>
              <a:gd name="GluePoint117X" fmla="*/ 2106435 w 3044273"/>
              <a:gd name="GluePoint117Y" fmla="*/ 2889143 h 3047670"/>
              <a:gd name="GluePoint118X" fmla="*/ 2104802 w 3044273"/>
              <a:gd name="GluePoint118Y" fmla="*/ 2887636 h 3047670"/>
              <a:gd name="GluePoint119X" fmla="*/ 2106435 w 3044273"/>
              <a:gd name="GluePoint119Y" fmla="*/ 2886128 h 3047670"/>
              <a:gd name="GluePoint120X" fmla="*/ 2483053 w 3044273"/>
              <a:gd name="GluePoint120Y" fmla="*/ 2885373 h 3047670"/>
              <a:gd name="GluePoint121X" fmla="*/ 2483682 w 3044273"/>
              <a:gd name="GluePoint121Y" fmla="*/ 2886001 h 3047670"/>
              <a:gd name="GluePoint122X" fmla="*/ 2483053 w 3044273"/>
              <a:gd name="GluePoint122Y" fmla="*/ 2886630 h 3047670"/>
              <a:gd name="GluePoint123X" fmla="*/ 2482425 w 3044273"/>
              <a:gd name="GluePoint123Y" fmla="*/ 2886001 h 3047670"/>
              <a:gd name="GluePoint124X" fmla="*/ 2483053 w 3044273"/>
              <a:gd name="GluePoint124Y" fmla="*/ 2885373 h 3047670"/>
              <a:gd name="GluePoint125X" fmla="*/ 2335429 w 3044273"/>
              <a:gd name="GluePoint125Y" fmla="*/ 2871432 h 3047670"/>
              <a:gd name="GluePoint126X" fmla="*/ 2336058 w 3044273"/>
              <a:gd name="GluePoint126Y" fmla="*/ 2872060 h 3047670"/>
              <a:gd name="GluePoint127X" fmla="*/ 2335429 w 3044273"/>
              <a:gd name="GluePoint127Y" fmla="*/ 2872689 h 3047670"/>
              <a:gd name="GluePoint128X" fmla="*/ 2334801 w 3044273"/>
              <a:gd name="GluePoint128Y" fmla="*/ 2872060 h 3047670"/>
              <a:gd name="GluePoint129X" fmla="*/ 2335429 w 3044273"/>
              <a:gd name="GluePoint129Y" fmla="*/ 2871432 h 3047670"/>
              <a:gd name="GluePoint130X" fmla="*/ 1864125 w 3044273"/>
              <a:gd name="GluePoint130Y" fmla="*/ 2869549 h 3047670"/>
              <a:gd name="GluePoint131X" fmla="*/ 1867895 w 3044273"/>
              <a:gd name="GluePoint131Y" fmla="*/ 2873319 h 3047670"/>
              <a:gd name="GluePoint132X" fmla="*/ 1864125 w 3044273"/>
              <a:gd name="GluePoint132Y" fmla="*/ 2877087 h 3047670"/>
              <a:gd name="GluePoint133X" fmla="*/ 1860356 w 3044273"/>
              <a:gd name="GluePoint133Y" fmla="*/ 2873319 h 3047670"/>
              <a:gd name="GluePoint134X" fmla="*/ 1864125 w 3044273"/>
              <a:gd name="GluePoint134Y" fmla="*/ 2869549 h 3047670"/>
              <a:gd name="GluePoint135X" fmla="*/ 1189323 w 3044273"/>
              <a:gd name="GluePoint135Y" fmla="*/ 2869549 h 3047670"/>
              <a:gd name="GluePoint136X" fmla="*/ 1195478 w 3044273"/>
              <a:gd name="GluePoint136Y" fmla="*/ 2875704 h 3047670"/>
              <a:gd name="GluePoint137X" fmla="*/ 1189323 w 3044273"/>
              <a:gd name="GluePoint137Y" fmla="*/ 2881859 h 3047670"/>
              <a:gd name="GluePoint138X" fmla="*/ 1183041 w 3044273"/>
              <a:gd name="GluePoint138Y" fmla="*/ 2875704 h 3047670"/>
              <a:gd name="GluePoint139X" fmla="*/ 1189323 w 3044273"/>
              <a:gd name="GluePoint139Y" fmla="*/ 2869549 h 3047670"/>
              <a:gd name="GluePoint140X" fmla="*/ 2182937 w 3044273"/>
              <a:gd name="GluePoint140Y" fmla="*/ 2848067 h 3047670"/>
              <a:gd name="GluePoint141X" fmla="*/ 2185449 w 3044273"/>
              <a:gd name="GluePoint141Y" fmla="*/ 2850455 h 3047670"/>
              <a:gd name="GluePoint142X" fmla="*/ 2183063 w 3044273"/>
              <a:gd name="GluePoint142Y" fmla="*/ 2852842 h 3047670"/>
              <a:gd name="GluePoint143X" fmla="*/ 2180676 w 3044273"/>
              <a:gd name="GluePoint143Y" fmla="*/ 2850455 h 3047670"/>
              <a:gd name="GluePoint144X" fmla="*/ 2182937 w 3044273"/>
              <a:gd name="GluePoint144Y" fmla="*/ 2848067 h 3047670"/>
              <a:gd name="GluePoint145X" fmla="*/ 1107422 w 3044273"/>
              <a:gd name="GluePoint145Y" fmla="*/ 2843796 h 3047670"/>
              <a:gd name="GluePoint146X" fmla="*/ 1115210 w 3044273"/>
              <a:gd name="GluePoint146Y" fmla="*/ 2851584 h 3047670"/>
              <a:gd name="GluePoint147X" fmla="*/ 1107547 w 3044273"/>
              <a:gd name="GluePoint147Y" fmla="*/ 2859373 h 3047670"/>
              <a:gd name="GluePoint148X" fmla="*/ 1099758 w 3044273"/>
              <a:gd name="GluePoint148Y" fmla="*/ 2851710 h 3047670"/>
              <a:gd name="GluePoint149X" fmla="*/ 1107422 w 3044273"/>
              <a:gd name="GluePoint149Y" fmla="*/ 2843796 h 3047670"/>
              <a:gd name="GluePoint150X" fmla="*/ 1945774 w 3044273"/>
              <a:gd name="GluePoint150Y" fmla="*/ 2842288 h 3047670"/>
              <a:gd name="GluePoint151X" fmla="*/ 1952181 w 3044273"/>
              <a:gd name="GluePoint151Y" fmla="*/ 2848694 h 3047670"/>
              <a:gd name="GluePoint152X" fmla="*/ 1945774 w 3044273"/>
              <a:gd name="GluePoint152Y" fmla="*/ 2855099 h 3047670"/>
              <a:gd name="GluePoint153X" fmla="*/ 1939367 w 3044273"/>
              <a:gd name="GluePoint153Y" fmla="*/ 2848694 h 3047670"/>
              <a:gd name="GluePoint154X" fmla="*/ 1945774 w 3044273"/>
              <a:gd name="GluePoint154Y" fmla="*/ 2842288 h 3047670"/>
              <a:gd name="GluePoint155X" fmla="*/ 2550112 w 3044273"/>
              <a:gd name="GluePoint155Y" fmla="*/ 2832866 h 3047670"/>
              <a:gd name="GluePoint156X" fmla="*/ 2550739 w 3044273"/>
              <a:gd name="GluePoint156Y" fmla="*/ 2833494 h 3047670"/>
              <a:gd name="GluePoint157X" fmla="*/ 2550112 w 3044273"/>
              <a:gd name="GluePoint157Y" fmla="*/ 2834121 h 3047670"/>
              <a:gd name="GluePoint158X" fmla="*/ 2549484 w 3044273"/>
              <a:gd name="GluePoint158Y" fmla="*/ 2833494 h 3047670"/>
              <a:gd name="GluePoint159X" fmla="*/ 2550112 w 3044273"/>
              <a:gd name="GluePoint159Y" fmla="*/ 2832866 h 3047670"/>
              <a:gd name="GluePoint160X" fmla="*/ 2406151 w 3044273"/>
              <a:gd name="GluePoint160Y" fmla="*/ 2823573 h 3047670"/>
              <a:gd name="GluePoint161X" fmla="*/ 2407030 w 3044273"/>
              <a:gd name="GluePoint161Y" fmla="*/ 2824453 h 3047670"/>
              <a:gd name="GluePoint162X" fmla="*/ 2406151 w 3044273"/>
              <a:gd name="GluePoint162Y" fmla="*/ 2825332 h 3047670"/>
              <a:gd name="GluePoint163X" fmla="*/ 2405271 w 3044273"/>
              <a:gd name="GluePoint163Y" fmla="*/ 2824453 h 3047670"/>
              <a:gd name="GluePoint164X" fmla="*/ 2406151 w 3044273"/>
              <a:gd name="GluePoint164Y" fmla="*/ 2823573 h 3047670"/>
              <a:gd name="GluePoint165X" fmla="*/ 1027151 w 3044273"/>
              <a:gd name="GluePoint165Y" fmla="*/ 2814905 h 3047670"/>
              <a:gd name="GluePoint166X" fmla="*/ 1034940 w 3044273"/>
              <a:gd name="GluePoint166Y" fmla="*/ 2822569 h 3047670"/>
              <a:gd name="GluePoint167X" fmla="*/ 1027276 w 3044273"/>
              <a:gd name="GluePoint167Y" fmla="*/ 2830356 h 3047670"/>
              <a:gd name="GluePoint168X" fmla="*/ 1019489 w 3044273"/>
              <a:gd name="GluePoint168Y" fmla="*/ 2822694 h 3047670"/>
              <a:gd name="GluePoint169X" fmla="*/ 1027151 w 3044273"/>
              <a:gd name="GluePoint169Y" fmla="*/ 2814905 h 3047670"/>
              <a:gd name="GluePoint170X" fmla="*/ 1526472 w 3044273"/>
              <a:gd name="GluePoint170Y" fmla="*/ 2814026 h 3047670"/>
              <a:gd name="GluePoint171X" fmla="*/ 1535389 w 3044273"/>
              <a:gd name="GluePoint171Y" fmla="*/ 2822819 h 3047670"/>
              <a:gd name="GluePoint172X" fmla="*/ 1526597 w 3044273"/>
              <a:gd name="GluePoint172Y" fmla="*/ 2831737 h 3047670"/>
              <a:gd name="GluePoint173X" fmla="*/ 1517678 w 3044273"/>
              <a:gd name="GluePoint173Y" fmla="*/ 2822945 h 3047670"/>
              <a:gd name="GluePoint174X" fmla="*/ 1526472 w 3044273"/>
              <a:gd name="GluePoint174Y" fmla="*/ 2814026 h 3047670"/>
              <a:gd name="GluePoint175X" fmla="*/ 2025790 w 3044273"/>
              <a:gd name="GluePoint175Y" fmla="*/ 2813776 h 3047670"/>
              <a:gd name="GluePoint176X" fmla="*/ 2031065 w 3044273"/>
              <a:gd name="GluePoint176Y" fmla="*/ 2819050 h 3047670"/>
              <a:gd name="GluePoint177X" fmla="*/ 2025790 w 3044273"/>
              <a:gd name="GluePoint177Y" fmla="*/ 2824327 h 3047670"/>
              <a:gd name="GluePoint178X" fmla="*/ 2020388 w 3044273"/>
              <a:gd name="GluePoint178Y" fmla="*/ 2819050 h 3047670"/>
              <a:gd name="GluePoint179X" fmla="*/ 2025790 w 3044273"/>
              <a:gd name="GluePoint179Y" fmla="*/ 2813776 h 3047670"/>
              <a:gd name="GluePoint180X" fmla="*/ 1611639 w 3044273"/>
              <a:gd name="GluePoint180Y" fmla="*/ 2811640 h 3047670"/>
              <a:gd name="GluePoint181X" fmla="*/ 1619804 w 3044273"/>
              <a:gd name="GluePoint181Y" fmla="*/ 2819806 h 3047670"/>
              <a:gd name="GluePoint182X" fmla="*/ 1611639 w 3044273"/>
              <a:gd name="GluePoint182Y" fmla="*/ 2827972 h 3047670"/>
              <a:gd name="GluePoint183X" fmla="*/ 1603474 w 3044273"/>
              <a:gd name="GluePoint183Y" fmla="*/ 2819806 h 3047670"/>
              <a:gd name="GluePoint184X" fmla="*/ 1611639 w 3044273"/>
              <a:gd name="GluePoint184Y" fmla="*/ 2811640 h 3047670"/>
              <a:gd name="GluePoint185X" fmla="*/ 1441179 w 3044273"/>
              <a:gd name="GluePoint185Y" fmla="*/ 2810760 h 3047670"/>
              <a:gd name="GluePoint186X" fmla="*/ 1450726 w 3044273"/>
              <a:gd name="GluePoint186Y" fmla="*/ 2820181 h 3047670"/>
              <a:gd name="GluePoint187X" fmla="*/ 1441305 w 3044273"/>
              <a:gd name="GluePoint187Y" fmla="*/ 2829728 h 3047670"/>
              <a:gd name="GluePoint188X" fmla="*/ 1431758 w 3044273"/>
              <a:gd name="GluePoint188Y" fmla="*/ 2820307 h 3047670"/>
              <a:gd name="GluePoint189X" fmla="*/ 1441179 w 3044273"/>
              <a:gd name="GluePoint189Y" fmla="*/ 2810760 h 3047670"/>
              <a:gd name="GluePoint190X" fmla="*/ 2257423 w 3044273"/>
              <a:gd name="GluePoint190Y" fmla="*/ 2807494 h 3047670"/>
              <a:gd name="GluePoint191X" fmla="*/ 2258555 w 3044273"/>
              <a:gd name="GluePoint191Y" fmla="*/ 2808624 h 3047670"/>
              <a:gd name="GluePoint192X" fmla="*/ 2257423 w 3044273"/>
              <a:gd name="GluePoint192Y" fmla="*/ 2809754 h 3047670"/>
              <a:gd name="GluePoint193X" fmla="*/ 2256293 w 3044273"/>
              <a:gd name="GluePoint193Y" fmla="*/ 2808624 h 3047670"/>
              <a:gd name="GluePoint194X" fmla="*/ 2257423 w 3044273"/>
              <a:gd name="GluePoint194Y" fmla="*/ 2807494 h 3047670"/>
              <a:gd name="GluePoint195X" fmla="*/ 1696430 w 3044273"/>
              <a:gd name="GluePoint195Y" fmla="*/ 2802847 h 3047670"/>
              <a:gd name="GluePoint196X" fmla="*/ 1704219 w 3044273"/>
              <a:gd name="GluePoint196Y" fmla="*/ 2810511 h 3047670"/>
              <a:gd name="GluePoint197X" fmla="*/ 1696555 w 3044273"/>
              <a:gd name="GluePoint197Y" fmla="*/ 2818299 h 3047670"/>
              <a:gd name="GluePoint198X" fmla="*/ 1688767 w 3044273"/>
              <a:gd name="GluePoint198Y" fmla="*/ 2810636 h 3047670"/>
              <a:gd name="GluePoint199X" fmla="*/ 1696430 w 3044273"/>
              <a:gd name="GluePoint199Y" fmla="*/ 2802847 h 3047670"/>
              <a:gd name="GluePoint200X" fmla="*/ 1356389 w 3044273"/>
              <a:gd name="GluePoint200Y" fmla="*/ 2802092 h 3047670"/>
              <a:gd name="GluePoint201X" fmla="*/ 1366187 w 3044273"/>
              <a:gd name="GluePoint201Y" fmla="*/ 2811764 h 3047670"/>
              <a:gd name="GluePoint202X" fmla="*/ 1356514 w 3044273"/>
              <a:gd name="GluePoint202Y" fmla="*/ 2821563 h 3047670"/>
              <a:gd name="GluePoint203X" fmla="*/ 1346717 w 3044273"/>
              <a:gd name="GluePoint203Y" fmla="*/ 2811890 h 3047670"/>
              <a:gd name="GluePoint204X" fmla="*/ 1356389 w 3044273"/>
              <a:gd name="GluePoint204Y" fmla="*/ 2802092 h 3047670"/>
              <a:gd name="GluePoint205X" fmla="*/ 1780465 w 3044273"/>
              <a:gd name="GluePoint205Y" fmla="*/ 2788150 h 3047670"/>
              <a:gd name="GluePoint206X" fmla="*/ 1788002 w 3044273"/>
              <a:gd name="GluePoint206Y" fmla="*/ 2795686 h 3047670"/>
              <a:gd name="GluePoint207X" fmla="*/ 1780465 w 3044273"/>
              <a:gd name="GluePoint207Y" fmla="*/ 2803223 h 3047670"/>
              <a:gd name="GluePoint208X" fmla="*/ 1772928 w 3044273"/>
              <a:gd name="GluePoint208Y" fmla="*/ 2795686 h 3047670"/>
              <a:gd name="GluePoint209X" fmla="*/ 1780465 w 3044273"/>
              <a:gd name="GluePoint209Y" fmla="*/ 2788150 h 3047670"/>
              <a:gd name="GluePoint210X" fmla="*/ 1272353 w 3044273"/>
              <a:gd name="GluePoint210Y" fmla="*/ 2787649 h 3047670"/>
              <a:gd name="GluePoint211X" fmla="*/ 1282403 w 3044273"/>
              <a:gd name="GluePoint211Y" fmla="*/ 2797572 h 3047670"/>
              <a:gd name="GluePoint212X" fmla="*/ 1272479 w 3044273"/>
              <a:gd name="GluePoint212Y" fmla="*/ 2807494 h 3047670"/>
              <a:gd name="GluePoint213X" fmla="*/ 1262429 w 3044273"/>
              <a:gd name="GluePoint213Y" fmla="*/ 2797572 h 3047670"/>
              <a:gd name="GluePoint214X" fmla="*/ 1272353 w 3044273"/>
              <a:gd name="GluePoint214Y" fmla="*/ 2787649 h 3047670"/>
              <a:gd name="GluePoint215X" fmla="*/ 949144 w 3044273"/>
              <a:gd name="GluePoint215Y" fmla="*/ 2782874 h 3047670"/>
              <a:gd name="GluePoint216X" fmla="*/ 954671 w 3044273"/>
              <a:gd name="GluePoint216Y" fmla="*/ 2788401 h 3047670"/>
              <a:gd name="GluePoint217X" fmla="*/ 949144 w 3044273"/>
              <a:gd name="GluePoint217Y" fmla="*/ 2793928 h 3047670"/>
              <a:gd name="GluePoint218X" fmla="*/ 943618 w 3044273"/>
              <a:gd name="GluePoint218Y" fmla="*/ 2788401 h 3047670"/>
              <a:gd name="GluePoint219X" fmla="*/ 949144 w 3044273"/>
              <a:gd name="GluePoint219Y" fmla="*/ 2782874 h 3047670"/>
              <a:gd name="GluePoint220X" fmla="*/ 2103549 w 3044273"/>
              <a:gd name="GluePoint220Y" fmla="*/ 2780361 h 3047670"/>
              <a:gd name="GluePoint221X" fmla="*/ 2107318 w 3044273"/>
              <a:gd name="GluePoint221Y" fmla="*/ 2784130 h 3047670"/>
              <a:gd name="GluePoint222X" fmla="*/ 2103549 w 3044273"/>
              <a:gd name="GluePoint222Y" fmla="*/ 2787898 h 3047670"/>
              <a:gd name="GluePoint223X" fmla="*/ 2099779 w 3044273"/>
              <a:gd name="GluePoint223Y" fmla="*/ 2784130 h 3047670"/>
              <a:gd name="GluePoint224X" fmla="*/ 2103549 w 3044273"/>
              <a:gd name="GluePoint224Y" fmla="*/ 2780361 h 3047670"/>
              <a:gd name="GluePoint225X" fmla="*/ 2474108 w 3044273"/>
              <a:gd name="GluePoint225Y" fmla="*/ 2772322 h 3047670"/>
              <a:gd name="GluePoint226X" fmla="*/ 2474735 w 3044273"/>
              <a:gd name="GluePoint226Y" fmla="*/ 2772950 h 3047670"/>
              <a:gd name="GluePoint227X" fmla="*/ 2474108 w 3044273"/>
              <a:gd name="GluePoint227Y" fmla="*/ 2773579 h 3047670"/>
              <a:gd name="GluePoint228X" fmla="*/ 2473480 w 3044273"/>
              <a:gd name="GluePoint228Y" fmla="*/ 2772950 h 3047670"/>
              <a:gd name="GluePoint229X" fmla="*/ 2474108 w 3044273"/>
              <a:gd name="GluePoint229Y" fmla="*/ 2772322 h 3047670"/>
              <a:gd name="GluePoint230X" fmla="*/ 1189447 w 3044273"/>
              <a:gd name="GluePoint230Y" fmla="*/ 2768428 h 3047670"/>
              <a:gd name="GluePoint231X" fmla="*/ 1198616 w 3044273"/>
              <a:gd name="GluePoint231Y" fmla="*/ 2777472 h 3047670"/>
              <a:gd name="GluePoint232X" fmla="*/ 1189572 w 3044273"/>
              <a:gd name="GluePoint232Y" fmla="*/ 2786516 h 3047670"/>
              <a:gd name="GluePoint233X" fmla="*/ 1180403 w 3044273"/>
              <a:gd name="GluePoint233Y" fmla="*/ 2777472 h 3047670"/>
              <a:gd name="GluePoint234X" fmla="*/ 1189447 w 3044273"/>
              <a:gd name="GluePoint234Y" fmla="*/ 2768428 h 3047670"/>
              <a:gd name="GluePoint235X" fmla="*/ 1863121 w 3044273"/>
              <a:gd name="GluePoint235Y" fmla="*/ 2767422 h 3047670"/>
              <a:gd name="GluePoint236X" fmla="*/ 1870658 w 3044273"/>
              <a:gd name="GluePoint236Y" fmla="*/ 2774958 h 3047670"/>
              <a:gd name="GluePoint237X" fmla="*/ 1863121 w 3044273"/>
              <a:gd name="GluePoint237Y" fmla="*/ 2782495 h 3047670"/>
              <a:gd name="GluePoint238X" fmla="*/ 1855584 w 3044273"/>
              <a:gd name="GluePoint238Y" fmla="*/ 2774958 h 3047670"/>
              <a:gd name="GluePoint239X" fmla="*/ 1863121 w 3044273"/>
              <a:gd name="GluePoint239Y" fmla="*/ 2767422 h 3047670"/>
              <a:gd name="GluePoint240X" fmla="*/ 2329151 w 3044273"/>
              <a:gd name="GluePoint240Y" fmla="*/ 2761393 h 3047670"/>
              <a:gd name="GluePoint241X" fmla="*/ 2330281 w 3044273"/>
              <a:gd name="GluePoint241Y" fmla="*/ 2762523 h 3047670"/>
              <a:gd name="GluePoint242X" fmla="*/ 2329151 w 3044273"/>
              <a:gd name="GluePoint242Y" fmla="*/ 2763653 h 3047670"/>
              <a:gd name="GluePoint243X" fmla="*/ 2328021 w 3044273"/>
              <a:gd name="GluePoint243Y" fmla="*/ 2762523 h 3047670"/>
              <a:gd name="GluePoint244X" fmla="*/ 2329151 w 3044273"/>
              <a:gd name="GluePoint244Y" fmla="*/ 2761393 h 3047670"/>
              <a:gd name="GluePoint245X" fmla="*/ 873401 w 3044273"/>
              <a:gd name="GluePoint245Y" fmla="*/ 2744309 h 3047670"/>
              <a:gd name="GluePoint246X" fmla="*/ 878299 w 3044273"/>
              <a:gd name="GluePoint246Y" fmla="*/ 2749208 h 3047670"/>
              <a:gd name="GluePoint247X" fmla="*/ 873401 w 3044273"/>
              <a:gd name="GluePoint247Y" fmla="*/ 2754106 h 3047670"/>
              <a:gd name="GluePoint248X" fmla="*/ 868502 w 3044273"/>
              <a:gd name="GluePoint248Y" fmla="*/ 2749208 h 3047670"/>
              <a:gd name="GluePoint249X" fmla="*/ 873401 w 3044273"/>
              <a:gd name="GluePoint249Y" fmla="*/ 2744309 h 3047670"/>
              <a:gd name="GluePoint250X" fmla="*/ 1108300 w 3044273"/>
              <a:gd name="GluePoint250Y" fmla="*/ 2742802 h 3047670"/>
              <a:gd name="GluePoint251X" fmla="*/ 1116967 w 3044273"/>
              <a:gd name="GluePoint251Y" fmla="*/ 2751469 h 3047670"/>
              <a:gd name="GluePoint252X" fmla="*/ 1108300 w 3044273"/>
              <a:gd name="GluePoint252Y" fmla="*/ 2760137 h 3047670"/>
              <a:gd name="GluePoint253X" fmla="*/ 1099631 w 3044273"/>
              <a:gd name="GluePoint253Y" fmla="*/ 2751595 h 3047670"/>
              <a:gd name="GluePoint254X" fmla="*/ 1108300 w 3044273"/>
              <a:gd name="GluePoint254Y" fmla="*/ 2742802 h 3047670"/>
              <a:gd name="GluePoint255X" fmla="*/ 2178915 w 3044273"/>
              <a:gd name="GluePoint255Y" fmla="*/ 2738908 h 3047670"/>
              <a:gd name="GluePoint256X" fmla="*/ 2184442 w 3044273"/>
              <a:gd name="GluePoint256Y" fmla="*/ 2744435 h 3047670"/>
              <a:gd name="GluePoint257X" fmla="*/ 2178915 w 3044273"/>
              <a:gd name="GluePoint257Y" fmla="*/ 2749962 h 3047670"/>
              <a:gd name="GluePoint258X" fmla="*/ 2173388 w 3044273"/>
              <a:gd name="GluePoint258Y" fmla="*/ 2744435 h 3047670"/>
              <a:gd name="GluePoint259X" fmla="*/ 2178915 w 3044273"/>
              <a:gd name="GluePoint259Y" fmla="*/ 2738908 h 3047670"/>
              <a:gd name="GluePoint260X" fmla="*/ 1944140 w 3044273"/>
              <a:gd name="GluePoint260Y" fmla="*/ 2738029 h 3047670"/>
              <a:gd name="GluePoint261X" fmla="*/ 1954566 w 3044273"/>
              <a:gd name="GluePoint261Y" fmla="*/ 2748456 h 3047670"/>
              <a:gd name="GluePoint262X" fmla="*/ 1944266 w 3044273"/>
              <a:gd name="GluePoint262Y" fmla="*/ 2758882 h 3047670"/>
              <a:gd name="GluePoint263X" fmla="*/ 1933839 w 3044273"/>
              <a:gd name="GluePoint263Y" fmla="*/ 2748581 h 3047670"/>
              <a:gd name="GluePoint264X" fmla="*/ 1944140 w 3044273"/>
              <a:gd name="GluePoint264Y" fmla="*/ 2738029 h 3047670"/>
              <a:gd name="GluePoint265X" fmla="*/ 2539052 w 3044273"/>
              <a:gd name="GluePoint265Y" fmla="*/ 2717051 h 3047670"/>
              <a:gd name="GluePoint266X" fmla="*/ 2539679 w 3044273"/>
              <a:gd name="GluePoint266Y" fmla="*/ 2717679 h 3047670"/>
              <a:gd name="GluePoint267X" fmla="*/ 2539052 w 3044273"/>
              <a:gd name="GluePoint267Y" fmla="*/ 2718306 h 3047670"/>
              <a:gd name="GluePoint268X" fmla="*/ 2538424 w 3044273"/>
              <a:gd name="GluePoint268Y" fmla="*/ 2717679 h 3047670"/>
              <a:gd name="GluePoint269X" fmla="*/ 2539052 w 3044273"/>
              <a:gd name="GluePoint269Y" fmla="*/ 2717051 h 3047670"/>
              <a:gd name="GluePoint270X" fmla="*/ 1526096 w 3044273"/>
              <a:gd name="GluePoint270Y" fmla="*/ 2716423 h 3047670"/>
              <a:gd name="GluePoint271X" fmla="*/ 1537653 w 3044273"/>
              <a:gd name="GluePoint271Y" fmla="*/ 2727855 h 3047670"/>
              <a:gd name="GluePoint272X" fmla="*/ 1526221 w 3044273"/>
              <a:gd name="GluePoint272Y" fmla="*/ 2739412 h 3047670"/>
              <a:gd name="GluePoint273X" fmla="*/ 1514664 w 3044273"/>
              <a:gd name="GluePoint273Y" fmla="*/ 2727980 h 3047670"/>
              <a:gd name="GluePoint274X" fmla="*/ 1526096 w 3044273"/>
              <a:gd name="GluePoint274Y" fmla="*/ 2716423 h 3047670"/>
              <a:gd name="GluePoint275X" fmla="*/ 1440929 w 3044273"/>
              <a:gd name="GluePoint275Y" fmla="*/ 2713284 h 3047670"/>
              <a:gd name="GluePoint276X" fmla="*/ 1452738 w 3044273"/>
              <a:gd name="GluePoint276Y" fmla="*/ 2724967 h 3047670"/>
              <a:gd name="GluePoint277X" fmla="*/ 1441056 w 3044273"/>
              <a:gd name="GluePoint277Y" fmla="*/ 2736776 h 3047670"/>
              <a:gd name="GluePoint278X" fmla="*/ 1429247 w 3044273"/>
              <a:gd name="GluePoint278Y" fmla="*/ 2725093 h 3047670"/>
              <a:gd name="GluePoint279X" fmla="*/ 1440929 w 3044273"/>
              <a:gd name="GluePoint279Y" fmla="*/ 2713284 h 3047670"/>
              <a:gd name="GluePoint280X" fmla="*/ 1611261 w 3044273"/>
              <a:gd name="GluePoint280Y" fmla="*/ 2713284 h 3047670"/>
              <a:gd name="GluePoint281X" fmla="*/ 1622566 w 3044273"/>
              <a:gd name="GluePoint281Y" fmla="*/ 2724463 h 3047670"/>
              <a:gd name="GluePoint282X" fmla="*/ 1611386 w 3044273"/>
              <a:gd name="GluePoint282Y" fmla="*/ 2735768 h 3047670"/>
              <a:gd name="GluePoint283X" fmla="*/ 1600082 w 3044273"/>
              <a:gd name="GluePoint283Y" fmla="*/ 2724463 h 3047670"/>
              <a:gd name="GluePoint284X" fmla="*/ 1611261 w 3044273"/>
              <a:gd name="GluePoint284Y" fmla="*/ 2713284 h 3047670"/>
              <a:gd name="GluePoint285X" fmla="*/ 1028784 w 3044273"/>
              <a:gd name="GluePoint285Y" fmla="*/ 2711651 h 3047670"/>
              <a:gd name="GluePoint286X" fmla="*/ 1037451 w 3044273"/>
              <a:gd name="GluePoint286Y" fmla="*/ 2720193 h 3047670"/>
              <a:gd name="GluePoint287X" fmla="*/ 1028910 w 3044273"/>
              <a:gd name="GluePoint287Y" fmla="*/ 2728861 h 3047670"/>
              <a:gd name="GluePoint288X" fmla="*/ 1020243 w 3044273"/>
              <a:gd name="GluePoint288Y" fmla="*/ 2720319 h 3047670"/>
              <a:gd name="GluePoint289X" fmla="*/ 1028784 w 3044273"/>
              <a:gd name="GluePoint289Y" fmla="*/ 2711651 h 3047670"/>
              <a:gd name="GluePoint290X" fmla="*/ 2397988 w 3044273"/>
              <a:gd name="GluePoint290Y" fmla="*/ 2710268 h 3047670"/>
              <a:gd name="GluePoint291X" fmla="*/ 2399746 w 3044273"/>
              <a:gd name="GluePoint291Y" fmla="*/ 2712026 h 3047670"/>
              <a:gd name="GluePoint292X" fmla="*/ 2397988 w 3044273"/>
              <a:gd name="GluePoint292Y" fmla="*/ 2713786 h 3047670"/>
              <a:gd name="GluePoint293X" fmla="*/ 2396229 w 3044273"/>
              <a:gd name="GluePoint293Y" fmla="*/ 2712026 h 3047670"/>
              <a:gd name="GluePoint294X" fmla="*/ 2397988 w 3044273"/>
              <a:gd name="GluePoint294Y" fmla="*/ 2710268 h 3047670"/>
              <a:gd name="GluePoint295X" fmla="*/ 2023280 w 3044273"/>
              <a:gd name="GluePoint295Y" fmla="*/ 2707378 h 3047670"/>
              <a:gd name="GluePoint296X" fmla="*/ 2032575 w 3044273"/>
              <a:gd name="GluePoint296Y" fmla="*/ 2716675 h 3047670"/>
              <a:gd name="GluePoint297X" fmla="*/ 2023280 w 3044273"/>
              <a:gd name="GluePoint297Y" fmla="*/ 2725970 h 3047670"/>
              <a:gd name="GluePoint298X" fmla="*/ 2013983 w 3044273"/>
              <a:gd name="GluePoint298Y" fmla="*/ 2716675 h 3047670"/>
              <a:gd name="GluePoint299X" fmla="*/ 2023280 w 3044273"/>
              <a:gd name="GluePoint299Y" fmla="*/ 2707378 h 3047670"/>
              <a:gd name="GluePoint300X" fmla="*/ 1356140 w 3044273"/>
              <a:gd name="GluePoint300Y" fmla="*/ 2703863 h 3047670"/>
              <a:gd name="GluePoint301X" fmla="*/ 1368199 w 3044273"/>
              <a:gd name="GluePoint301Y" fmla="*/ 2715797 h 3047670"/>
              <a:gd name="GluePoint302X" fmla="*/ 1356265 w 3044273"/>
              <a:gd name="GluePoint302Y" fmla="*/ 2727856 h 3047670"/>
              <a:gd name="GluePoint303X" fmla="*/ 1344206 w 3044273"/>
              <a:gd name="GluePoint303Y" fmla="*/ 2715922 h 3047670"/>
              <a:gd name="GluePoint304X" fmla="*/ 1356140 w 3044273"/>
              <a:gd name="GluePoint304Y" fmla="*/ 2703863 h 3047670"/>
              <a:gd name="GluePoint305X" fmla="*/ 1695926 w 3044273"/>
              <a:gd name="GluePoint305Y" fmla="*/ 2703360 h 3047670"/>
              <a:gd name="GluePoint306X" fmla="*/ 1707232 w 3044273"/>
              <a:gd name="GluePoint306Y" fmla="*/ 2714664 h 3047670"/>
              <a:gd name="GluePoint307X" fmla="*/ 1696052 w 3044273"/>
              <a:gd name="GluePoint307Y" fmla="*/ 2725970 h 3047670"/>
              <a:gd name="GluePoint308X" fmla="*/ 1684746 w 3044273"/>
              <a:gd name="GluePoint308Y" fmla="*/ 2714664 h 3047670"/>
              <a:gd name="GluePoint309X" fmla="*/ 1695926 w 3044273"/>
              <a:gd name="GluePoint309Y" fmla="*/ 2703360 h 3047670"/>
              <a:gd name="GluePoint310X" fmla="*/ 800417 w 3044273"/>
              <a:gd name="GluePoint310Y" fmla="*/ 2701727 h 3047670"/>
              <a:gd name="GluePoint311X" fmla="*/ 803934 w 3044273"/>
              <a:gd name="GluePoint311Y" fmla="*/ 2705244 h 3047670"/>
              <a:gd name="GluePoint312X" fmla="*/ 800417 w 3044273"/>
              <a:gd name="GluePoint312Y" fmla="*/ 2708762 h 3047670"/>
              <a:gd name="GluePoint313X" fmla="*/ 796899 w 3044273"/>
              <a:gd name="GluePoint313Y" fmla="*/ 2705244 h 3047670"/>
              <a:gd name="GluePoint314X" fmla="*/ 800417 w 3044273"/>
              <a:gd name="GluePoint314Y" fmla="*/ 2701727 h 3047670"/>
              <a:gd name="GluePoint315X" fmla="*/ 2251646 w 3044273"/>
              <a:gd name="GluePoint315Y" fmla="*/ 2696451 h 3047670"/>
              <a:gd name="GluePoint316X" fmla="*/ 2255164 w 3044273"/>
              <a:gd name="GluePoint316Y" fmla="*/ 2699968 h 3047670"/>
              <a:gd name="GluePoint317X" fmla="*/ 2251646 w 3044273"/>
              <a:gd name="GluePoint317Y" fmla="*/ 2703486 h 3047670"/>
              <a:gd name="GluePoint318X" fmla="*/ 2248129 w 3044273"/>
              <a:gd name="GluePoint318Y" fmla="*/ 2699968 h 3047670"/>
              <a:gd name="GluePoint319X" fmla="*/ 2251646 w 3044273"/>
              <a:gd name="GluePoint319Y" fmla="*/ 2696451 h 3047670"/>
              <a:gd name="GluePoint320X" fmla="*/ 1272226 w 3044273"/>
              <a:gd name="GluePoint320Y" fmla="*/ 2688537 h 3047670"/>
              <a:gd name="GluePoint321X" fmla="*/ 1284035 w 3044273"/>
              <a:gd name="GluePoint321Y" fmla="*/ 2700220 h 3047670"/>
              <a:gd name="GluePoint322X" fmla="*/ 1272353 w 3044273"/>
              <a:gd name="GluePoint322Y" fmla="*/ 2712029 h 3047670"/>
              <a:gd name="GluePoint323X" fmla="*/ 1260544 w 3044273"/>
              <a:gd name="GluePoint323Y" fmla="*/ 2700346 h 3047670"/>
              <a:gd name="GluePoint324X" fmla="*/ 1272226 w 3044273"/>
              <a:gd name="GluePoint324Y" fmla="*/ 2688537 h 3047670"/>
              <a:gd name="GluePoint325X" fmla="*/ 1779588 w 3044273"/>
              <a:gd name="GluePoint325Y" fmla="*/ 2687406 h 3047670"/>
              <a:gd name="GluePoint326X" fmla="*/ 1790768 w 3044273"/>
              <a:gd name="GluePoint326Y" fmla="*/ 2698460 h 3047670"/>
              <a:gd name="GluePoint327X" fmla="*/ 1779713 w 3044273"/>
              <a:gd name="GluePoint327Y" fmla="*/ 2709515 h 3047670"/>
              <a:gd name="GluePoint328X" fmla="*/ 1768658 w 3044273"/>
              <a:gd name="GluePoint328Y" fmla="*/ 2698460 h 3047670"/>
              <a:gd name="GluePoint329X" fmla="*/ 1779588 w 3044273"/>
              <a:gd name="GluePoint329Y" fmla="*/ 2687406 h 3047670"/>
              <a:gd name="GluePoint330X" fmla="*/ 951909 w 3044273"/>
              <a:gd name="GluePoint330Y" fmla="*/ 2676729 h 3047670"/>
              <a:gd name="GluePoint331X" fmla="*/ 958817 w 3044273"/>
              <a:gd name="GluePoint331Y" fmla="*/ 2683512 h 3047670"/>
              <a:gd name="GluePoint332X" fmla="*/ 952034 w 3044273"/>
              <a:gd name="GluePoint332Y" fmla="*/ 2690421 h 3047670"/>
              <a:gd name="GluePoint333X" fmla="*/ 945125 w 3044273"/>
              <a:gd name="GluePoint333Y" fmla="*/ 2683638 h 3047670"/>
              <a:gd name="GluePoint334X" fmla="*/ 951909 w 3044273"/>
              <a:gd name="GluePoint334Y" fmla="*/ 2676729 h 3047670"/>
              <a:gd name="GluePoint335X" fmla="*/ 2100027 w 3044273"/>
              <a:gd name="GluePoint335Y" fmla="*/ 2671828 h 3047670"/>
              <a:gd name="GluePoint336X" fmla="*/ 2107815 w 3044273"/>
              <a:gd name="GluePoint336Y" fmla="*/ 2679492 h 3047670"/>
              <a:gd name="GluePoint337X" fmla="*/ 2100027 w 3044273"/>
              <a:gd name="GluePoint337Y" fmla="*/ 2687279 h 3047670"/>
              <a:gd name="GluePoint338X" fmla="*/ 2092240 w 3044273"/>
              <a:gd name="GluePoint338Y" fmla="*/ 2679492 h 3047670"/>
              <a:gd name="GluePoint339X" fmla="*/ 2100027 w 3044273"/>
              <a:gd name="GluePoint339Y" fmla="*/ 2671828 h 3047670"/>
              <a:gd name="GluePoint340X" fmla="*/ 1189824 w 3044273"/>
              <a:gd name="GluePoint340Y" fmla="*/ 2668313 h 3047670"/>
              <a:gd name="GluePoint341X" fmla="*/ 1200251 w 3044273"/>
              <a:gd name="GluePoint341Y" fmla="*/ 2678612 h 3047670"/>
              <a:gd name="GluePoint342X" fmla="*/ 1189824 w 3044273"/>
              <a:gd name="GluePoint342Y" fmla="*/ 2689038 h 3047670"/>
              <a:gd name="GluePoint343X" fmla="*/ 1179398 w 3044273"/>
              <a:gd name="GluePoint343Y" fmla="*/ 2678612 h 3047670"/>
              <a:gd name="GluePoint344X" fmla="*/ 1189824 w 3044273"/>
              <a:gd name="GluePoint344Y" fmla="*/ 2668313 h 3047670"/>
              <a:gd name="GluePoint345X" fmla="*/ 1861864 w 3044273"/>
              <a:gd name="GluePoint345Y" fmla="*/ 2665047 h 3047670"/>
              <a:gd name="GluePoint346X" fmla="*/ 1873044 w 3044273"/>
              <a:gd name="GluePoint346Y" fmla="*/ 2676101 h 3047670"/>
              <a:gd name="GluePoint347X" fmla="*/ 1861989 w 3044273"/>
              <a:gd name="GluePoint347Y" fmla="*/ 2687156 h 3047670"/>
              <a:gd name="GluePoint348X" fmla="*/ 1850934 w 3044273"/>
              <a:gd name="GluePoint348Y" fmla="*/ 2676101 h 3047670"/>
              <a:gd name="GluePoint349X" fmla="*/ 1861864 w 3044273"/>
              <a:gd name="GluePoint349Y" fmla="*/ 2665047 h 3047670"/>
              <a:gd name="GluePoint350X" fmla="*/ 588127 w 3044273"/>
              <a:gd name="GluePoint350Y" fmla="*/ 2662031 h 3047670"/>
              <a:gd name="GluePoint351X" fmla="*/ 590513 w 3044273"/>
              <a:gd name="GluePoint351Y" fmla="*/ 2664418 h 3047670"/>
              <a:gd name="GluePoint352X" fmla="*/ 588127 w 3044273"/>
              <a:gd name="GluePoint352Y" fmla="*/ 2666931 h 3047670"/>
              <a:gd name="GluePoint353X" fmla="*/ 585741 w 3044273"/>
              <a:gd name="GluePoint353Y" fmla="*/ 2664544 h 3047670"/>
              <a:gd name="GluePoint354X" fmla="*/ 588127 w 3044273"/>
              <a:gd name="GluePoint354Y" fmla="*/ 2662031 h 3047670"/>
              <a:gd name="GluePoint355X" fmla="*/ 2600854 w 3044273"/>
              <a:gd name="GluePoint355Y" fmla="*/ 2657761 h 3047670"/>
              <a:gd name="GluePoint356X" fmla="*/ 2601984 w 3044273"/>
              <a:gd name="GluePoint356Y" fmla="*/ 2658891 h 3047670"/>
              <a:gd name="GluePoint357X" fmla="*/ 2600854 w 3044273"/>
              <a:gd name="GluePoint357Y" fmla="*/ 2660021 h 3047670"/>
              <a:gd name="GluePoint358X" fmla="*/ 2599724 w 3044273"/>
              <a:gd name="GluePoint358Y" fmla="*/ 2658891 h 3047670"/>
              <a:gd name="GluePoint359X" fmla="*/ 2600854 w 3044273"/>
              <a:gd name="GluePoint359Y" fmla="*/ 2657761 h 3047670"/>
              <a:gd name="GluePoint360X" fmla="*/ 2463685 w 3044273"/>
              <a:gd name="GluePoint360Y" fmla="*/ 2655374 h 3047670"/>
              <a:gd name="GluePoint361X" fmla="*/ 2465945 w 3044273"/>
              <a:gd name="GluePoint361Y" fmla="*/ 2657636 h 3047670"/>
              <a:gd name="GluePoint362X" fmla="*/ 2463685 w 3044273"/>
              <a:gd name="GluePoint362Y" fmla="*/ 2659896 h 3047670"/>
              <a:gd name="GluePoint363X" fmla="*/ 2461423 w 3044273"/>
              <a:gd name="GluePoint363Y" fmla="*/ 2657636 h 3047670"/>
              <a:gd name="GluePoint364X" fmla="*/ 2463685 w 3044273"/>
              <a:gd name="GluePoint364Y" fmla="*/ 2655374 h 3047670"/>
              <a:gd name="GluePoint365X" fmla="*/ 730198 w 3044273"/>
              <a:gd name="GluePoint365Y" fmla="*/ 2652360 h 3047670"/>
              <a:gd name="GluePoint366X" fmla="*/ 734595 w 3044273"/>
              <a:gd name="GluePoint366Y" fmla="*/ 2656757 h 3047670"/>
              <a:gd name="GluePoint367X" fmla="*/ 730198 w 3044273"/>
              <a:gd name="GluePoint367Y" fmla="*/ 2661154 h 3047670"/>
              <a:gd name="GluePoint368X" fmla="*/ 725802 w 3044273"/>
              <a:gd name="GluePoint368Y" fmla="*/ 2656757 h 3047670"/>
              <a:gd name="GluePoint369X" fmla="*/ 730198 w 3044273"/>
              <a:gd name="GluePoint369Y" fmla="*/ 2652360 h 3047670"/>
              <a:gd name="GluePoint370X" fmla="*/ 2321490 w 3044273"/>
              <a:gd name="GluePoint370Y" fmla="*/ 2643819 h 3047670"/>
              <a:gd name="GluePoint371X" fmla="*/ 2328526 w 3044273"/>
              <a:gd name="GluePoint371Y" fmla="*/ 2650854 h 3047670"/>
              <a:gd name="GluePoint372X" fmla="*/ 2321490 w 3044273"/>
              <a:gd name="GluePoint372Y" fmla="*/ 2658013 h 3047670"/>
              <a:gd name="GluePoint373X" fmla="*/ 2314455 w 3044273"/>
              <a:gd name="GluePoint373Y" fmla="*/ 2650979 h 3047670"/>
              <a:gd name="GluePoint374X" fmla="*/ 2321490 w 3044273"/>
              <a:gd name="GluePoint374Y" fmla="*/ 2643819 h 3047670"/>
              <a:gd name="GluePoint375X" fmla="*/ 1109179 w 3044273"/>
              <a:gd name="GluePoint375Y" fmla="*/ 2639421 h 3047670"/>
              <a:gd name="GluePoint376X" fmla="*/ 1120485 w 3044273"/>
              <a:gd name="GluePoint376Y" fmla="*/ 2650727 h 3047670"/>
              <a:gd name="GluePoint377X" fmla="*/ 1109305 w 3044273"/>
              <a:gd name="GluePoint377Y" fmla="*/ 2662032 h 3047670"/>
              <a:gd name="GluePoint378X" fmla="*/ 1098000 w 3044273"/>
              <a:gd name="GluePoint378Y" fmla="*/ 2650727 h 3047670"/>
              <a:gd name="GluePoint379X" fmla="*/ 1109179 w 3044273"/>
              <a:gd name="GluePoint379Y" fmla="*/ 2639421 h 3047670"/>
              <a:gd name="GluePoint380X" fmla="*/ 877671 w 3044273"/>
              <a:gd name="GluePoint380Y" fmla="*/ 2635654 h 3047670"/>
              <a:gd name="GluePoint381X" fmla="*/ 883700 w 3044273"/>
              <a:gd name="GluePoint381Y" fmla="*/ 2641558 h 3047670"/>
              <a:gd name="GluePoint382X" fmla="*/ 877796 w 3044273"/>
              <a:gd name="GluePoint382Y" fmla="*/ 2647587 h 3047670"/>
              <a:gd name="GluePoint383X" fmla="*/ 871767 w 3044273"/>
              <a:gd name="GluePoint383Y" fmla="*/ 2641683 h 3047670"/>
              <a:gd name="GluePoint384X" fmla="*/ 877671 w 3044273"/>
              <a:gd name="GluePoint384Y" fmla="*/ 2635654 h 3047670"/>
              <a:gd name="GluePoint385X" fmla="*/ 1942382 w 3044273"/>
              <a:gd name="GluePoint385Y" fmla="*/ 2634144 h 3047670"/>
              <a:gd name="GluePoint386X" fmla="*/ 1955949 w 3044273"/>
              <a:gd name="GluePoint386Y" fmla="*/ 2647585 h 3047670"/>
              <a:gd name="GluePoint387X" fmla="*/ 1942508 w 3044273"/>
              <a:gd name="GluePoint387Y" fmla="*/ 2661151 h 3047670"/>
              <a:gd name="GluePoint388X" fmla="*/ 1928941 w 3044273"/>
              <a:gd name="GluePoint388Y" fmla="*/ 2647710 h 3047670"/>
              <a:gd name="GluePoint389X" fmla="*/ 1942382 w 3044273"/>
              <a:gd name="GluePoint389Y" fmla="*/ 2634144 h 3047670"/>
              <a:gd name="GluePoint390X" fmla="*/ 2173891 w 3044273"/>
              <a:gd name="GluePoint390Y" fmla="*/ 2627235 h 3047670"/>
              <a:gd name="GluePoint391X" fmla="*/ 2183689 w 3044273"/>
              <a:gd name="GluePoint391Y" fmla="*/ 2636907 h 3047670"/>
              <a:gd name="GluePoint392X" fmla="*/ 2174017 w 3044273"/>
              <a:gd name="GluePoint392Y" fmla="*/ 2646705 h 3047670"/>
              <a:gd name="GluePoint393X" fmla="*/ 2164219 w 3044273"/>
              <a:gd name="GluePoint393Y" fmla="*/ 2637032 h 3047670"/>
              <a:gd name="GluePoint394X" fmla="*/ 2173891 w 3044273"/>
              <a:gd name="GluePoint394Y" fmla="*/ 2627235 h 3047670"/>
              <a:gd name="GluePoint395X" fmla="*/ 1525719 w 3044273"/>
              <a:gd name="GluePoint395Y" fmla="*/ 2618820 h 3047670"/>
              <a:gd name="GluePoint396X" fmla="*/ 1539913 w 3044273"/>
              <a:gd name="GluePoint396Y" fmla="*/ 2632888 h 3047670"/>
              <a:gd name="GluePoint397X" fmla="*/ 1525844 w 3044273"/>
              <a:gd name="GluePoint397Y" fmla="*/ 2647084 h 3047670"/>
              <a:gd name="GluePoint398X" fmla="*/ 1511650 w 3044273"/>
              <a:gd name="GluePoint398Y" fmla="*/ 2633015 h 3047670"/>
              <a:gd name="GluePoint399X" fmla="*/ 1525719 w 3044273"/>
              <a:gd name="GluePoint399Y" fmla="*/ 2618820 h 3047670"/>
              <a:gd name="GluePoint400X" fmla="*/ 1440425 w 3044273"/>
              <a:gd name="GluePoint400Y" fmla="*/ 2615681 h 3047670"/>
              <a:gd name="GluePoint401X" fmla="*/ 1454619 w 3044273"/>
              <a:gd name="GluePoint401Y" fmla="*/ 2629749 h 3047670"/>
              <a:gd name="GluePoint402X" fmla="*/ 1440550 w 3044273"/>
              <a:gd name="GluePoint402Y" fmla="*/ 2643945 h 3047670"/>
              <a:gd name="GluePoint403X" fmla="*/ 1426356 w 3044273"/>
              <a:gd name="GluePoint403Y" fmla="*/ 2629876 h 3047670"/>
              <a:gd name="GluePoint404X" fmla="*/ 1440425 w 3044273"/>
              <a:gd name="GluePoint404Y" fmla="*/ 2615681 h 3047670"/>
              <a:gd name="GluePoint405X" fmla="*/ 1610886 w 3044273"/>
              <a:gd name="GluePoint405Y" fmla="*/ 2615053 h 3047670"/>
              <a:gd name="GluePoint406X" fmla="*/ 1625080 w 3044273"/>
              <a:gd name="GluePoint406Y" fmla="*/ 2629121 h 3047670"/>
              <a:gd name="GluePoint407X" fmla="*/ 1611011 w 3044273"/>
              <a:gd name="GluePoint407Y" fmla="*/ 2643317 h 3047670"/>
              <a:gd name="GluePoint408X" fmla="*/ 1596817 w 3044273"/>
              <a:gd name="GluePoint408Y" fmla="*/ 2629248 h 3047670"/>
              <a:gd name="GluePoint409X" fmla="*/ 1610886 w 3044273"/>
              <a:gd name="GluePoint409Y" fmla="*/ 2615053 h 3047670"/>
              <a:gd name="GluePoint410X" fmla="*/ 1031045 w 3044273"/>
              <a:gd name="GluePoint410Y" fmla="*/ 2607390 h 3047670"/>
              <a:gd name="GluePoint411X" fmla="*/ 1040592 w 3044273"/>
              <a:gd name="GluePoint411Y" fmla="*/ 2616937 h 3047670"/>
              <a:gd name="GluePoint412X" fmla="*/ 1031045 w 3044273"/>
              <a:gd name="GluePoint412Y" fmla="*/ 2626484 h 3047670"/>
              <a:gd name="GluePoint413X" fmla="*/ 1021498 w 3044273"/>
              <a:gd name="GluePoint413Y" fmla="*/ 2616937 h 3047670"/>
              <a:gd name="GluePoint414X" fmla="*/ 1031045 w 3044273"/>
              <a:gd name="GluePoint414Y" fmla="*/ 2607390 h 3047670"/>
              <a:gd name="GluePoint415X" fmla="*/ 1355885 w 3044273"/>
              <a:gd name="GluePoint415Y" fmla="*/ 2606134 h 3047670"/>
              <a:gd name="GluePoint416X" fmla="*/ 1369452 w 3044273"/>
              <a:gd name="GluePoint416Y" fmla="*/ 2619575 h 3047670"/>
              <a:gd name="GluePoint417X" fmla="*/ 1356011 w 3044273"/>
              <a:gd name="GluePoint417Y" fmla="*/ 2633141 h 3047670"/>
              <a:gd name="GluePoint418X" fmla="*/ 1342444 w 3044273"/>
              <a:gd name="GluePoint418Y" fmla="*/ 2619700 h 3047670"/>
              <a:gd name="GluePoint419X" fmla="*/ 1355885 w 3044273"/>
              <a:gd name="GluePoint419Y" fmla="*/ 2606134 h 3047670"/>
              <a:gd name="GluePoint420X" fmla="*/ 525447 w 3044273"/>
              <a:gd name="GluePoint420Y" fmla="*/ 2605003 h 3047670"/>
              <a:gd name="GluePoint421X" fmla="*/ 527205 w 3044273"/>
              <a:gd name="GluePoint421Y" fmla="*/ 2606761 h 3047670"/>
              <a:gd name="GluePoint422X" fmla="*/ 525447 w 3044273"/>
              <a:gd name="GluePoint422Y" fmla="*/ 2608521 h 3047670"/>
              <a:gd name="GluePoint423X" fmla="*/ 523688 w 3044273"/>
              <a:gd name="GluePoint423Y" fmla="*/ 2606761 h 3047670"/>
              <a:gd name="GluePoint424X" fmla="*/ 525447 w 3044273"/>
              <a:gd name="GluePoint424Y" fmla="*/ 2605003 h 3047670"/>
              <a:gd name="GluePoint425X" fmla="*/ 1695423 w 3044273"/>
              <a:gd name="GluePoint425Y" fmla="*/ 2604374 h 3047670"/>
              <a:gd name="GluePoint426X" fmla="*/ 1709617 w 3044273"/>
              <a:gd name="GluePoint426Y" fmla="*/ 2618442 h 3047670"/>
              <a:gd name="GluePoint427X" fmla="*/ 1695548 w 3044273"/>
              <a:gd name="GluePoint427Y" fmla="*/ 2632638 h 3047670"/>
              <a:gd name="GluePoint428X" fmla="*/ 1681354 w 3044273"/>
              <a:gd name="GluePoint428Y" fmla="*/ 2618569 h 3047670"/>
              <a:gd name="GluePoint429X" fmla="*/ 1695423 w 3044273"/>
              <a:gd name="GluePoint429Y" fmla="*/ 2604374 h 3047670"/>
              <a:gd name="GluePoint430X" fmla="*/ 2020390 w 3044273"/>
              <a:gd name="GluePoint430Y" fmla="*/ 2600230 h 3047670"/>
              <a:gd name="GluePoint431X" fmla="*/ 2033454 w 3044273"/>
              <a:gd name="GluePoint431Y" fmla="*/ 2613294 h 3047670"/>
              <a:gd name="GluePoint432X" fmla="*/ 2020390 w 3044273"/>
              <a:gd name="GluePoint432Y" fmla="*/ 2626358 h 3047670"/>
              <a:gd name="GluePoint433X" fmla="*/ 2007326 w 3044273"/>
              <a:gd name="GluePoint433Y" fmla="*/ 2613294 h 3047670"/>
              <a:gd name="GluePoint434X" fmla="*/ 2020390 w 3044273"/>
              <a:gd name="GluePoint434Y" fmla="*/ 2600230 h 3047670"/>
              <a:gd name="GluePoint435X" fmla="*/ 663497 w 3044273"/>
              <a:gd name="GluePoint435Y" fmla="*/ 2600230 h 3047670"/>
              <a:gd name="GluePoint436X" fmla="*/ 667015 w 3044273"/>
              <a:gd name="GluePoint436Y" fmla="*/ 2603747 h 3047670"/>
              <a:gd name="GluePoint437X" fmla="*/ 663497 w 3044273"/>
              <a:gd name="GluePoint437Y" fmla="*/ 2607265 h 3047670"/>
              <a:gd name="GluePoint438X" fmla="*/ 659855 w 3044273"/>
              <a:gd name="GluePoint438Y" fmla="*/ 2603747 h 3047670"/>
              <a:gd name="GluePoint439X" fmla="*/ 663497 w 3044273"/>
              <a:gd name="GluePoint439Y" fmla="*/ 2600230 h 3047670"/>
              <a:gd name="GluePoint440X" fmla="*/ 2525864 w 3044273"/>
              <a:gd name="GluePoint440Y" fmla="*/ 2597341 h 3047670"/>
              <a:gd name="GluePoint441X" fmla="*/ 2528126 w 3044273"/>
              <a:gd name="GluePoint441Y" fmla="*/ 2599476 h 3047670"/>
              <a:gd name="GluePoint442X" fmla="*/ 2525989 w 3044273"/>
              <a:gd name="GluePoint442Y" fmla="*/ 2601738 h 3047670"/>
              <a:gd name="GluePoint443X" fmla="*/ 2523728 w 3044273"/>
              <a:gd name="GluePoint443Y" fmla="*/ 2599476 h 3047670"/>
              <a:gd name="GluePoint444X" fmla="*/ 2525864 w 3044273"/>
              <a:gd name="GluePoint444Y" fmla="*/ 2597341 h 3047670"/>
              <a:gd name="GluePoint445X" fmla="*/ 2659138 w 3044273"/>
              <a:gd name="GluePoint445Y" fmla="*/ 2596083 h 3047670"/>
              <a:gd name="GluePoint446X" fmla="*/ 2659767 w 3044273"/>
              <a:gd name="GluePoint446Y" fmla="*/ 2596711 h 3047670"/>
              <a:gd name="GluePoint447X" fmla="*/ 2659138 w 3044273"/>
              <a:gd name="GluePoint447Y" fmla="*/ 2597466 h 3047670"/>
              <a:gd name="GluePoint448X" fmla="*/ 2658510 w 3044273"/>
              <a:gd name="GluePoint448Y" fmla="*/ 2596711 h 3047670"/>
              <a:gd name="GluePoint449X" fmla="*/ 2659138 w 3044273"/>
              <a:gd name="GluePoint449Y" fmla="*/ 2596083 h 3047670"/>
              <a:gd name="GluePoint450X" fmla="*/ 2388064 w 3044273"/>
              <a:gd name="GluePoint450Y" fmla="*/ 2593572 h 3047670"/>
              <a:gd name="GluePoint451X" fmla="*/ 2392084 w 3044273"/>
              <a:gd name="GluePoint451Y" fmla="*/ 2597592 h 3047670"/>
              <a:gd name="GluePoint452X" fmla="*/ 2388064 w 3044273"/>
              <a:gd name="GluePoint452Y" fmla="*/ 2601612 h 3047670"/>
              <a:gd name="GluePoint453X" fmla="*/ 2384044 w 3044273"/>
              <a:gd name="GluePoint453Y" fmla="*/ 2597592 h 3047670"/>
              <a:gd name="GluePoint454X" fmla="*/ 2388064 w 3044273"/>
              <a:gd name="GluePoint454Y" fmla="*/ 2593572 h 3047670"/>
              <a:gd name="GluePoint455X" fmla="*/ 1272226 w 3044273"/>
              <a:gd name="GluePoint455Y" fmla="*/ 2590306 h 3047670"/>
              <a:gd name="GluePoint456X" fmla="*/ 1284662 w 3044273"/>
              <a:gd name="GluePoint456Y" fmla="*/ 2602616 h 3047670"/>
              <a:gd name="GluePoint457X" fmla="*/ 1272353 w 3044273"/>
              <a:gd name="GluePoint457Y" fmla="*/ 2615052 h 3047670"/>
              <a:gd name="GluePoint458X" fmla="*/ 1259917 w 3044273"/>
              <a:gd name="GluePoint458Y" fmla="*/ 2602742 h 3047670"/>
              <a:gd name="GluePoint459X" fmla="*/ 1272226 w 3044273"/>
              <a:gd name="GluePoint459Y" fmla="*/ 2590306 h 3047670"/>
              <a:gd name="GluePoint460X" fmla="*/ 806573 w 3044273"/>
              <a:gd name="GluePoint460Y" fmla="*/ 2590306 h 3047670"/>
              <a:gd name="GluePoint461X" fmla="*/ 810970 w 3044273"/>
              <a:gd name="GluePoint461Y" fmla="*/ 2594703 h 3047670"/>
              <a:gd name="GluePoint462X" fmla="*/ 806573 w 3044273"/>
              <a:gd name="GluePoint462Y" fmla="*/ 2599098 h 3047670"/>
              <a:gd name="GluePoint463X" fmla="*/ 802176 w 3044273"/>
              <a:gd name="GluePoint463Y" fmla="*/ 2594703 h 3047670"/>
              <a:gd name="GluePoint464X" fmla="*/ 806573 w 3044273"/>
              <a:gd name="GluePoint464Y" fmla="*/ 2590306 h 3047670"/>
              <a:gd name="GluePoint465X" fmla="*/ 1778958 w 3044273"/>
              <a:gd name="GluePoint465Y" fmla="*/ 2586914 h 3047670"/>
              <a:gd name="GluePoint466X" fmla="*/ 1792902 w 3044273"/>
              <a:gd name="GluePoint466Y" fmla="*/ 2600857 h 3047670"/>
              <a:gd name="GluePoint467X" fmla="*/ 1778958 w 3044273"/>
              <a:gd name="GluePoint467Y" fmla="*/ 2614801 h 3047670"/>
              <a:gd name="GluePoint468X" fmla="*/ 1765014 w 3044273"/>
              <a:gd name="GluePoint468Y" fmla="*/ 2600857 h 3047670"/>
              <a:gd name="GluePoint469X" fmla="*/ 1778958 w 3044273"/>
              <a:gd name="GluePoint469Y" fmla="*/ 2586914 h 3047670"/>
              <a:gd name="GluePoint470X" fmla="*/ 2244737 w 3044273"/>
              <a:gd name="GluePoint470Y" fmla="*/ 2579629 h 3047670"/>
              <a:gd name="GluePoint471X" fmla="*/ 2254536 w 3044273"/>
              <a:gd name="GluePoint471Y" fmla="*/ 2589301 h 3047670"/>
              <a:gd name="GluePoint472X" fmla="*/ 2244864 w 3044273"/>
              <a:gd name="GluePoint472Y" fmla="*/ 2599100 h 3047670"/>
              <a:gd name="GluePoint473X" fmla="*/ 2235065 w 3044273"/>
              <a:gd name="GluePoint473Y" fmla="*/ 2589427 h 3047670"/>
              <a:gd name="GluePoint474X" fmla="*/ 2244737 w 3044273"/>
              <a:gd name="GluePoint474Y" fmla="*/ 2579629 h 3047670"/>
              <a:gd name="GluePoint475X" fmla="*/ 955426 w 3044273"/>
              <a:gd name="GluePoint475Y" fmla="*/ 2569453 h 3047670"/>
              <a:gd name="GluePoint476X" fmla="*/ 963215 w 3044273"/>
              <a:gd name="GluePoint476Y" fmla="*/ 2577241 h 3047670"/>
              <a:gd name="GluePoint477X" fmla="*/ 955553 w 3044273"/>
              <a:gd name="GluePoint477Y" fmla="*/ 2585030 h 3047670"/>
              <a:gd name="GluePoint478X" fmla="*/ 947764 w 3044273"/>
              <a:gd name="GluePoint478Y" fmla="*/ 2577367 h 3047670"/>
              <a:gd name="GluePoint479X" fmla="*/ 955426 w 3044273"/>
              <a:gd name="GluePoint479Y" fmla="*/ 2569453 h 3047670"/>
              <a:gd name="GluePoint480X" fmla="*/ 1190451 w 3044273"/>
              <a:gd name="GluePoint480Y" fmla="*/ 2567821 h 3047670"/>
              <a:gd name="GluePoint481X" fmla="*/ 1201757 w 3044273"/>
              <a:gd name="GluePoint481Y" fmla="*/ 2579000 h 3047670"/>
              <a:gd name="GluePoint482X" fmla="*/ 1190451 w 3044273"/>
              <a:gd name="GluePoint482Y" fmla="*/ 2590307 h 3047670"/>
              <a:gd name="GluePoint483X" fmla="*/ 1179146 w 3044273"/>
              <a:gd name="GluePoint483Y" fmla="*/ 2579000 h 3047670"/>
              <a:gd name="GluePoint484X" fmla="*/ 1190451 w 3044273"/>
              <a:gd name="GluePoint484Y" fmla="*/ 2567821 h 3047670"/>
              <a:gd name="GluePoint485X" fmla="*/ 1860606 w 3044273"/>
              <a:gd name="GluePoint485Y" fmla="*/ 2562798 h 3047670"/>
              <a:gd name="GluePoint486X" fmla="*/ 1874677 w 3044273"/>
              <a:gd name="GluePoint486Y" fmla="*/ 2576615 h 3047670"/>
              <a:gd name="GluePoint487X" fmla="*/ 1860733 w 3044273"/>
              <a:gd name="GluePoint487Y" fmla="*/ 2590559 h 3047670"/>
              <a:gd name="GluePoint488X" fmla="*/ 1846789 w 3044273"/>
              <a:gd name="GluePoint488Y" fmla="*/ 2576615 h 3047670"/>
              <a:gd name="GluePoint489X" fmla="*/ 1860606 w 3044273"/>
              <a:gd name="GluePoint489Y" fmla="*/ 2562798 h 3047670"/>
              <a:gd name="GluePoint490X" fmla="*/ 2095633 w 3044273"/>
              <a:gd name="GluePoint490Y" fmla="*/ 2561667 h 3047670"/>
              <a:gd name="GluePoint491X" fmla="*/ 2107189 w 3044273"/>
              <a:gd name="GluePoint491Y" fmla="*/ 2573097 h 3047670"/>
              <a:gd name="GluePoint492X" fmla="*/ 2095759 w 3044273"/>
              <a:gd name="GluePoint492Y" fmla="*/ 2584654 h 3047670"/>
              <a:gd name="GluePoint493X" fmla="*/ 2084203 w 3044273"/>
              <a:gd name="GluePoint493Y" fmla="*/ 2573224 h 3047670"/>
              <a:gd name="GluePoint494X" fmla="*/ 2095633 w 3044273"/>
              <a:gd name="GluePoint494Y" fmla="*/ 2561667 h 3047670"/>
              <a:gd name="GluePoint495X" fmla="*/ 600060 w 3044273"/>
              <a:gd name="GluePoint495Y" fmla="*/ 2542950 h 3047670"/>
              <a:gd name="GluePoint496X" fmla="*/ 603830 w 3044273"/>
              <a:gd name="GluePoint496Y" fmla="*/ 2546720 h 3047670"/>
              <a:gd name="GluePoint497X" fmla="*/ 600060 w 3044273"/>
              <a:gd name="GluePoint497Y" fmla="*/ 2550488 h 3047670"/>
              <a:gd name="GluePoint498X" fmla="*/ 596292 w 3044273"/>
              <a:gd name="GluePoint498Y" fmla="*/ 2546720 h 3047670"/>
              <a:gd name="GluePoint499X" fmla="*/ 600060 w 3044273"/>
              <a:gd name="GluePoint499Y" fmla="*/ 2542950 h 3047670"/>
              <a:gd name="GluePoint500X" fmla="*/ 466407 w 3044273"/>
              <a:gd name="GluePoint500Y" fmla="*/ 2542195 h 3047670"/>
              <a:gd name="GluePoint501X" fmla="*/ 469548 w 3044273"/>
              <a:gd name="GluePoint501Y" fmla="*/ 2545335 h 3047670"/>
              <a:gd name="GluePoint502X" fmla="*/ 466407 w 3044273"/>
              <a:gd name="GluePoint502Y" fmla="*/ 2548477 h 3047670"/>
              <a:gd name="GluePoint503X" fmla="*/ 463267 w 3044273"/>
              <a:gd name="GluePoint503Y" fmla="*/ 2545335 h 3047670"/>
              <a:gd name="GluePoint504X" fmla="*/ 466407 w 3044273"/>
              <a:gd name="GluePoint504Y" fmla="*/ 2542195 h 3047670"/>
              <a:gd name="GluePoint505X" fmla="*/ 738740 w 3044273"/>
              <a:gd name="GluePoint505Y" fmla="*/ 2536667 h 3047670"/>
              <a:gd name="GluePoint506X" fmla="*/ 745021 w 3044273"/>
              <a:gd name="GluePoint506Y" fmla="*/ 2542822 h 3047670"/>
              <a:gd name="GluePoint507X" fmla="*/ 738866 w 3044273"/>
              <a:gd name="GluePoint507Y" fmla="*/ 2549104 h 3047670"/>
              <a:gd name="GluePoint508X" fmla="*/ 732585 w 3044273"/>
              <a:gd name="GluePoint508Y" fmla="*/ 2542949 h 3047670"/>
              <a:gd name="GluePoint509X" fmla="*/ 738740 w 3044273"/>
              <a:gd name="GluePoint509Y" fmla="*/ 2536667 h 3047670"/>
              <a:gd name="GluePoint510X" fmla="*/ 2584650 w 3044273"/>
              <a:gd name="GluePoint510Y" fmla="*/ 2535035 h 3047670"/>
              <a:gd name="GluePoint511X" fmla="*/ 2587287 w 3044273"/>
              <a:gd name="GluePoint511Y" fmla="*/ 2537673 h 3047670"/>
              <a:gd name="GluePoint512X" fmla="*/ 2584650 w 3044273"/>
              <a:gd name="GluePoint512Y" fmla="*/ 2540310 h 3047670"/>
              <a:gd name="GluePoint513X" fmla="*/ 2582013 w 3044273"/>
              <a:gd name="GluePoint513Y" fmla="*/ 2537673 h 3047670"/>
              <a:gd name="GluePoint514X" fmla="*/ 2584650 w 3044273"/>
              <a:gd name="GluePoint514Y" fmla="*/ 2535035 h 3047670"/>
              <a:gd name="GluePoint515X" fmla="*/ 2450873 w 3044273"/>
              <a:gd name="GluePoint515Y" fmla="*/ 2534910 h 3047670"/>
              <a:gd name="GluePoint516X" fmla="*/ 2456022 w 3044273"/>
              <a:gd name="GluePoint516Y" fmla="*/ 2539935 h 3047670"/>
              <a:gd name="GluePoint517X" fmla="*/ 2450998 w 3044273"/>
              <a:gd name="GluePoint517Y" fmla="*/ 2545084 h 3047670"/>
              <a:gd name="GluePoint518X" fmla="*/ 2445848 w 3044273"/>
              <a:gd name="GluePoint518Y" fmla="*/ 2540060 h 3047670"/>
              <a:gd name="GluePoint519X" fmla="*/ 2450873 w 3044273"/>
              <a:gd name="GluePoint519Y" fmla="*/ 2534910 h 3047670"/>
              <a:gd name="GluePoint520X" fmla="*/ 1110686 w 3044273"/>
              <a:gd name="GluePoint520Y" fmla="*/ 2534532 h 3047670"/>
              <a:gd name="GluePoint521X" fmla="*/ 1124880 w 3044273"/>
              <a:gd name="GluePoint521Y" fmla="*/ 2548600 h 3047670"/>
              <a:gd name="GluePoint522X" fmla="*/ 1110811 w 3044273"/>
              <a:gd name="GluePoint522Y" fmla="*/ 2562796 h 3047670"/>
              <a:gd name="GluePoint523X" fmla="*/ 1096617 w 3044273"/>
              <a:gd name="GluePoint523Y" fmla="*/ 2548727 h 3047670"/>
              <a:gd name="GluePoint524X" fmla="*/ 1110686 w 3044273"/>
              <a:gd name="GluePoint524Y" fmla="*/ 2534532 h 3047670"/>
              <a:gd name="GluePoint525X" fmla="*/ 2714032 w 3044273"/>
              <a:gd name="GluePoint525Y" fmla="*/ 2530136 h 3047670"/>
              <a:gd name="GluePoint526X" fmla="*/ 2715415 w 3044273"/>
              <a:gd name="GluePoint526Y" fmla="*/ 2531393 h 3047670"/>
              <a:gd name="GluePoint527X" fmla="*/ 2714032 w 3044273"/>
              <a:gd name="GluePoint527Y" fmla="*/ 2532773 h 3047670"/>
              <a:gd name="GluePoint528X" fmla="*/ 2712650 w 3044273"/>
              <a:gd name="GluePoint528Y" fmla="*/ 2531393 h 3047670"/>
              <a:gd name="GluePoint529X" fmla="*/ 2714032 w 3044273"/>
              <a:gd name="GluePoint529Y" fmla="*/ 2530136 h 3047670"/>
              <a:gd name="GluePoint530X" fmla="*/ 1940121 w 3044273"/>
              <a:gd name="GluePoint530Y" fmla="*/ 2527876 h 3047670"/>
              <a:gd name="GluePoint531X" fmla="*/ 1957835 w 3044273"/>
              <a:gd name="GluePoint531Y" fmla="*/ 2545588 h 3047670"/>
              <a:gd name="GluePoint532X" fmla="*/ 1940121 w 3044273"/>
              <a:gd name="GluePoint532Y" fmla="*/ 2563299 h 3047670"/>
              <a:gd name="GluePoint533X" fmla="*/ 1922409 w 3044273"/>
              <a:gd name="GluePoint533Y" fmla="*/ 2545713 h 3047670"/>
              <a:gd name="GluePoint534X" fmla="*/ 1940121 w 3044273"/>
              <a:gd name="GluePoint534Y" fmla="*/ 2527876 h 3047670"/>
              <a:gd name="GluePoint535X" fmla="*/ 2312067 w 3044273"/>
              <a:gd name="GluePoint535Y" fmla="*/ 2525489 h 3047670"/>
              <a:gd name="GluePoint536X" fmla="*/ 2323876 w 3044273"/>
              <a:gd name="GluePoint536Y" fmla="*/ 2537172 h 3047670"/>
              <a:gd name="GluePoint537X" fmla="*/ 2312194 w 3044273"/>
              <a:gd name="GluePoint537Y" fmla="*/ 2548981 h 3047670"/>
              <a:gd name="GluePoint538X" fmla="*/ 2300385 w 3044273"/>
              <a:gd name="GluePoint538Y" fmla="*/ 2537298 h 3047670"/>
              <a:gd name="GluePoint539X" fmla="*/ 2312067 w 3044273"/>
              <a:gd name="GluePoint539Y" fmla="*/ 2525489 h 3047670"/>
              <a:gd name="GluePoint540X" fmla="*/ 883072 w 3044273"/>
              <a:gd name="GluePoint540Y" fmla="*/ 2524107 h 3047670"/>
              <a:gd name="GluePoint541X" fmla="*/ 891237 w 3044273"/>
              <a:gd name="GluePoint541Y" fmla="*/ 2532273 h 3047670"/>
              <a:gd name="GluePoint542X" fmla="*/ 883072 w 3044273"/>
              <a:gd name="GluePoint542Y" fmla="*/ 2540439 h 3047670"/>
              <a:gd name="GluePoint543X" fmla="*/ 874907 w 3044273"/>
              <a:gd name="GluePoint543Y" fmla="*/ 2532273 h 3047670"/>
              <a:gd name="GluePoint544X" fmla="*/ 883072 w 3044273"/>
              <a:gd name="GluePoint544Y" fmla="*/ 2524107 h 3047670"/>
              <a:gd name="GluePoint545X" fmla="*/ 1525341 w 3044273"/>
              <a:gd name="GluePoint545Y" fmla="*/ 2519333 h 3047670"/>
              <a:gd name="GluePoint546X" fmla="*/ 1544057 w 3044273"/>
              <a:gd name="GluePoint546Y" fmla="*/ 2537798 h 3047670"/>
              <a:gd name="GluePoint547X" fmla="*/ 1525591 w 3044273"/>
              <a:gd name="GluePoint547Y" fmla="*/ 2556515 h 3047670"/>
              <a:gd name="GluePoint548X" fmla="*/ 1506875 w 3044273"/>
              <a:gd name="GluePoint548Y" fmla="*/ 2538049 h 3047670"/>
              <a:gd name="GluePoint549X" fmla="*/ 1525341 w 3044273"/>
              <a:gd name="GluePoint549Y" fmla="*/ 2519333 h 3047670"/>
              <a:gd name="GluePoint550X" fmla="*/ 1440173 w 3044273"/>
              <a:gd name="GluePoint550Y" fmla="*/ 2516570 h 3047670"/>
              <a:gd name="GluePoint551X" fmla="*/ 1458136 w 3044273"/>
              <a:gd name="GluePoint551Y" fmla="*/ 2534407 h 3047670"/>
              <a:gd name="GluePoint552X" fmla="*/ 1440299 w 3044273"/>
              <a:gd name="GluePoint552Y" fmla="*/ 2552370 h 3047670"/>
              <a:gd name="GluePoint553X" fmla="*/ 1422336 w 3044273"/>
              <a:gd name="GluePoint553Y" fmla="*/ 2534534 h 3047670"/>
              <a:gd name="GluePoint554X" fmla="*/ 1440173 w 3044273"/>
              <a:gd name="GluePoint554Y" fmla="*/ 2516570 h 3047670"/>
              <a:gd name="GluePoint555X" fmla="*/ 1610633 w 3044273"/>
              <a:gd name="GluePoint555Y" fmla="*/ 2515440 h 3047670"/>
              <a:gd name="GluePoint556X" fmla="*/ 1629097 w 3044273"/>
              <a:gd name="GluePoint556Y" fmla="*/ 2533781 h 3047670"/>
              <a:gd name="GluePoint557X" fmla="*/ 1610758 w 3044273"/>
              <a:gd name="GluePoint557Y" fmla="*/ 2552245 h 3047670"/>
              <a:gd name="GluePoint558X" fmla="*/ 1592293 w 3044273"/>
              <a:gd name="GluePoint558Y" fmla="*/ 2533906 h 3047670"/>
              <a:gd name="GluePoint559X" fmla="*/ 1610633 w 3044273"/>
              <a:gd name="GluePoint559Y" fmla="*/ 2515440 h 3047670"/>
              <a:gd name="GluePoint560X" fmla="*/ 2167737 w 3044273"/>
              <a:gd name="GluePoint560Y" fmla="*/ 2513429 h 3047670"/>
              <a:gd name="GluePoint561X" fmla="*/ 2181931 w 3044273"/>
              <a:gd name="GluePoint561Y" fmla="*/ 2527497 h 3047670"/>
              <a:gd name="GluePoint562X" fmla="*/ 2167737 w 3044273"/>
              <a:gd name="GluePoint562Y" fmla="*/ 2541693 h 3047670"/>
              <a:gd name="GluePoint563X" fmla="*/ 2153543 w 3044273"/>
              <a:gd name="GluePoint563Y" fmla="*/ 2527624 h 3047670"/>
              <a:gd name="GluePoint564X" fmla="*/ 2167737 w 3044273"/>
              <a:gd name="GluePoint564Y" fmla="*/ 2513429 h 3047670"/>
              <a:gd name="GluePoint565X" fmla="*/ 1355637 w 3044273"/>
              <a:gd name="GluePoint565Y" fmla="*/ 2506270 h 3047670"/>
              <a:gd name="GluePoint566X" fmla="*/ 1372721 w 3044273"/>
              <a:gd name="GluePoint566Y" fmla="*/ 2523229 h 3047670"/>
              <a:gd name="GluePoint567X" fmla="*/ 1355762 w 3044273"/>
              <a:gd name="GluePoint567Y" fmla="*/ 2540313 h 3047670"/>
              <a:gd name="GluePoint568X" fmla="*/ 1338678 w 3044273"/>
              <a:gd name="GluePoint568Y" fmla="*/ 2523354 h 3047670"/>
              <a:gd name="GluePoint569X" fmla="*/ 1355637 w 3044273"/>
              <a:gd name="GluePoint569Y" fmla="*/ 2506270 h 3047670"/>
              <a:gd name="GluePoint570X" fmla="*/ 1695047 w 3044273"/>
              <a:gd name="GluePoint570Y" fmla="*/ 2503883 h 3047670"/>
              <a:gd name="GluePoint571X" fmla="*/ 1713261 w 3044273"/>
              <a:gd name="GluePoint571Y" fmla="*/ 2521972 h 3047670"/>
              <a:gd name="GluePoint572X" fmla="*/ 1695173 w 3044273"/>
              <a:gd name="GluePoint572Y" fmla="*/ 2540185 h 3047670"/>
              <a:gd name="GluePoint573X" fmla="*/ 1676959 w 3044273"/>
              <a:gd name="GluePoint573Y" fmla="*/ 2522097 h 3047670"/>
              <a:gd name="GluePoint574X" fmla="*/ 1695047 w 3044273"/>
              <a:gd name="GluePoint574Y" fmla="*/ 2503883 h 3047670"/>
              <a:gd name="GluePoint575X" fmla="*/ 1033684 w 3044273"/>
              <a:gd name="GluePoint575Y" fmla="*/ 2499989 h 3047670"/>
              <a:gd name="GluePoint576X" fmla="*/ 1045743 w 3044273"/>
              <a:gd name="GluePoint576Y" fmla="*/ 2511923 h 3047670"/>
              <a:gd name="GluePoint577X" fmla="*/ 1033809 w 3044273"/>
              <a:gd name="GluePoint577Y" fmla="*/ 2523982 h 3047670"/>
              <a:gd name="GluePoint578X" fmla="*/ 1021876 w 3044273"/>
              <a:gd name="GluePoint578Y" fmla="*/ 2512048 h 3047670"/>
              <a:gd name="GluePoint579X" fmla="*/ 1033684 w 3044273"/>
              <a:gd name="GluePoint579Y" fmla="*/ 2499989 h 3047670"/>
              <a:gd name="GluePoint580X" fmla="*/ 2016871 w 3044273"/>
              <a:gd name="GluePoint580Y" fmla="*/ 2491573 h 3047670"/>
              <a:gd name="GluePoint581X" fmla="*/ 2033705 w 3044273"/>
              <a:gd name="GluePoint581Y" fmla="*/ 2508279 h 3047670"/>
              <a:gd name="GluePoint582X" fmla="*/ 2016871 w 3044273"/>
              <a:gd name="GluePoint582Y" fmla="*/ 2525112 h 3047670"/>
              <a:gd name="GluePoint583X" fmla="*/ 2000039 w 3044273"/>
              <a:gd name="GluePoint583Y" fmla="*/ 2508406 h 3047670"/>
              <a:gd name="GluePoint584X" fmla="*/ 2016871 w 3044273"/>
              <a:gd name="GluePoint584Y" fmla="*/ 2491573 h 3047670"/>
              <a:gd name="GluePoint585X" fmla="*/ 1272479 w 3044273"/>
              <a:gd name="GluePoint585Y" fmla="*/ 2488935 h 3047670"/>
              <a:gd name="GluePoint586X" fmla="*/ 1288307 w 3044273"/>
              <a:gd name="GluePoint586Y" fmla="*/ 2504637 h 3047670"/>
              <a:gd name="GluePoint587X" fmla="*/ 1272605 w 3044273"/>
              <a:gd name="GluePoint587Y" fmla="*/ 2520340 h 3047670"/>
              <a:gd name="GluePoint588X" fmla="*/ 1256903 w 3044273"/>
              <a:gd name="GluePoint588Y" fmla="*/ 2504637 h 3047670"/>
              <a:gd name="GluePoint589X" fmla="*/ 1272479 w 3044273"/>
              <a:gd name="GluePoint589Y" fmla="*/ 2488935 h 3047670"/>
              <a:gd name="GluePoint590X" fmla="*/ 1778080 w 3044273"/>
              <a:gd name="GluePoint590Y" fmla="*/ 2484915 h 3047670"/>
              <a:gd name="GluePoint591X" fmla="*/ 1796042 w 3044273"/>
              <a:gd name="GluePoint591Y" fmla="*/ 2502752 h 3047670"/>
              <a:gd name="GluePoint592X" fmla="*/ 1778205 w 3044273"/>
              <a:gd name="GluePoint592Y" fmla="*/ 2520715 h 3047670"/>
              <a:gd name="GluePoint593X" fmla="*/ 1760242 w 3044273"/>
              <a:gd name="GluePoint593Y" fmla="*/ 2502878 h 3047670"/>
              <a:gd name="GluePoint594X" fmla="*/ 1778080 w 3044273"/>
              <a:gd name="GluePoint594Y" fmla="*/ 2484915 h 3047670"/>
              <a:gd name="GluePoint595X" fmla="*/ 674801 w 3044273"/>
              <a:gd name="GluePoint595Y" fmla="*/ 2482024 h 3047670"/>
              <a:gd name="GluePoint596X" fmla="*/ 679450 w 3044273"/>
              <a:gd name="GluePoint596Y" fmla="*/ 2486672 h 3047670"/>
              <a:gd name="GluePoint597X" fmla="*/ 674801 w 3044273"/>
              <a:gd name="GluePoint597Y" fmla="*/ 2491322 h 3047670"/>
              <a:gd name="GluePoint598X" fmla="*/ 670154 w 3044273"/>
              <a:gd name="GluePoint598Y" fmla="*/ 2486672 h 3047670"/>
              <a:gd name="GluePoint599X" fmla="*/ 674801 w 3044273"/>
              <a:gd name="GluePoint599Y" fmla="*/ 2482024 h 3047670"/>
              <a:gd name="GluePoint600X" fmla="*/ 540520 w 3044273"/>
              <a:gd name="GluePoint600Y" fmla="*/ 2481900 h 3047670"/>
              <a:gd name="GluePoint601X" fmla="*/ 544289 w 3044273"/>
              <a:gd name="GluePoint601Y" fmla="*/ 2485670 h 3047670"/>
              <a:gd name="GluePoint602X" fmla="*/ 540520 w 3044273"/>
              <a:gd name="GluePoint602Y" fmla="*/ 2489438 h 3047670"/>
              <a:gd name="GluePoint603X" fmla="*/ 536752 w 3044273"/>
              <a:gd name="GluePoint603Y" fmla="*/ 2485670 h 3047670"/>
              <a:gd name="GluePoint604X" fmla="*/ 540520 w 3044273"/>
              <a:gd name="GluePoint604Y" fmla="*/ 2481900 h 3047670"/>
              <a:gd name="GluePoint605X" fmla="*/ 410885 w 3044273"/>
              <a:gd name="GluePoint605Y" fmla="*/ 2477881 h 3047670"/>
              <a:gd name="GluePoint606X" fmla="*/ 413397 w 3044273"/>
              <a:gd name="GluePoint606Y" fmla="*/ 2480268 h 3047670"/>
              <a:gd name="GluePoint607X" fmla="*/ 411011 w 3044273"/>
              <a:gd name="GluePoint607Y" fmla="*/ 2482781 h 3047670"/>
              <a:gd name="GluePoint608X" fmla="*/ 408499 w 3044273"/>
              <a:gd name="GluePoint608Y" fmla="*/ 2480394 h 3047670"/>
              <a:gd name="GluePoint609X" fmla="*/ 410885 w 3044273"/>
              <a:gd name="GluePoint609Y" fmla="*/ 2477881 h 3047670"/>
              <a:gd name="GluePoint610X" fmla="*/ 814235 w 3044273"/>
              <a:gd name="GluePoint610Y" fmla="*/ 2475493 h 3047670"/>
              <a:gd name="GluePoint611X" fmla="*/ 820517 w 3044273"/>
              <a:gd name="GluePoint611Y" fmla="*/ 2481648 h 3047670"/>
              <a:gd name="GluePoint612X" fmla="*/ 814361 w 3044273"/>
              <a:gd name="GluePoint612Y" fmla="*/ 2487930 h 3047670"/>
              <a:gd name="GluePoint613X" fmla="*/ 808206 w 3044273"/>
              <a:gd name="GluePoint613Y" fmla="*/ 2481775 h 3047670"/>
              <a:gd name="GluePoint614X" fmla="*/ 814235 w 3044273"/>
              <a:gd name="GluePoint614Y" fmla="*/ 2475493 h 3047670"/>
              <a:gd name="GluePoint615X" fmla="*/ 2509910 w 3044273"/>
              <a:gd name="GluePoint615Y" fmla="*/ 2473358 h 3047670"/>
              <a:gd name="GluePoint616X" fmla="*/ 2515060 w 3044273"/>
              <a:gd name="GluePoint616Y" fmla="*/ 2478383 h 3047670"/>
              <a:gd name="GluePoint617X" fmla="*/ 2510035 w 3044273"/>
              <a:gd name="GluePoint617Y" fmla="*/ 2483532 h 3047670"/>
              <a:gd name="GluePoint618X" fmla="*/ 2504885 w 3044273"/>
              <a:gd name="GluePoint618Y" fmla="*/ 2478508 h 3047670"/>
              <a:gd name="GluePoint619X" fmla="*/ 2509910 w 3044273"/>
              <a:gd name="GluePoint619Y" fmla="*/ 2473358 h 3047670"/>
              <a:gd name="GluePoint620X" fmla="*/ 2375628 w 3044273"/>
              <a:gd name="GluePoint620Y" fmla="*/ 2472480 h 3047670"/>
              <a:gd name="GluePoint621X" fmla="*/ 2383667 w 3044273"/>
              <a:gd name="GluePoint621Y" fmla="*/ 2480395 h 3047670"/>
              <a:gd name="GluePoint622X" fmla="*/ 2375754 w 3044273"/>
              <a:gd name="GluePoint622Y" fmla="*/ 2488435 h 3047670"/>
              <a:gd name="GluePoint623X" fmla="*/ 2367840 w 3044273"/>
              <a:gd name="GluePoint623Y" fmla="*/ 2480520 h 3047670"/>
              <a:gd name="GluePoint624X" fmla="*/ 2375628 w 3044273"/>
              <a:gd name="GluePoint624Y" fmla="*/ 2472480 h 3047670"/>
              <a:gd name="GluePoint625X" fmla="*/ 2639546 w 3044273"/>
              <a:gd name="GluePoint625Y" fmla="*/ 2470972 h 3047670"/>
              <a:gd name="GluePoint626X" fmla="*/ 2640800 w 3044273"/>
              <a:gd name="GluePoint626Y" fmla="*/ 2472354 h 3047670"/>
              <a:gd name="GluePoint627X" fmla="*/ 2639546 w 3044273"/>
              <a:gd name="GluePoint627Y" fmla="*/ 2473735 h 3047670"/>
              <a:gd name="GluePoint628X" fmla="*/ 2638164 w 3044273"/>
              <a:gd name="GluePoint628Y" fmla="*/ 2472354 h 3047670"/>
              <a:gd name="GluePoint629X" fmla="*/ 2639546 w 3044273"/>
              <a:gd name="GluePoint629Y" fmla="*/ 2470972 h 3047670"/>
              <a:gd name="GluePoint630X" fmla="*/ 1191330 w 3044273"/>
              <a:gd name="GluePoint630Y" fmla="*/ 2464441 h 3047670"/>
              <a:gd name="GluePoint631X" fmla="*/ 1205526 w 3044273"/>
              <a:gd name="GluePoint631Y" fmla="*/ 2478509 h 3047670"/>
              <a:gd name="GluePoint632X" fmla="*/ 1191457 w 3044273"/>
              <a:gd name="GluePoint632Y" fmla="*/ 2492705 h 3047670"/>
              <a:gd name="GluePoint633X" fmla="*/ 1177261 w 3044273"/>
              <a:gd name="GluePoint633Y" fmla="*/ 2478636 h 3047670"/>
              <a:gd name="GluePoint634X" fmla="*/ 1191330 w 3044273"/>
              <a:gd name="GluePoint634Y" fmla="*/ 2464441 h 3047670"/>
              <a:gd name="GluePoint635X" fmla="*/ 2236197 w 3044273"/>
              <a:gd name="GluePoint635Y" fmla="*/ 2462555 h 3047670"/>
              <a:gd name="GluePoint636X" fmla="*/ 2250392 w 3044273"/>
              <a:gd name="GluePoint636Y" fmla="*/ 2476623 h 3047670"/>
              <a:gd name="GluePoint637X" fmla="*/ 2236197 w 3044273"/>
              <a:gd name="GluePoint637Y" fmla="*/ 2490819 h 3047670"/>
              <a:gd name="GluePoint638X" fmla="*/ 2222002 w 3044273"/>
              <a:gd name="GluePoint638Y" fmla="*/ 2476750 h 3047670"/>
              <a:gd name="GluePoint639X" fmla="*/ 2236197 w 3044273"/>
              <a:gd name="GluePoint639Y" fmla="*/ 2462555 h 3047670"/>
              <a:gd name="GluePoint640X" fmla="*/ 2765032 w 3044273"/>
              <a:gd name="GluePoint640Y" fmla="*/ 2461927 h 3047670"/>
              <a:gd name="GluePoint641X" fmla="*/ 2766164 w 3044273"/>
              <a:gd name="GluePoint641Y" fmla="*/ 2463057 h 3047670"/>
              <a:gd name="GluePoint642X" fmla="*/ 2765032 w 3044273"/>
              <a:gd name="GluePoint642Y" fmla="*/ 2464187 h 3047670"/>
              <a:gd name="GluePoint643X" fmla="*/ 2763902 w 3044273"/>
              <a:gd name="GluePoint643Y" fmla="*/ 2463057 h 3047670"/>
              <a:gd name="GluePoint644X" fmla="*/ 2765032 w 3044273"/>
              <a:gd name="GluePoint644Y" fmla="*/ 2461927 h 3047670"/>
              <a:gd name="GluePoint645X" fmla="*/ 1858974 w 3044273"/>
              <a:gd name="GluePoint645Y" fmla="*/ 2458285 h 3047670"/>
              <a:gd name="GluePoint646X" fmla="*/ 1876938 w 3044273"/>
              <a:gd name="GluePoint646Y" fmla="*/ 2476122 h 3047670"/>
              <a:gd name="GluePoint647X" fmla="*/ 1859101 w 3044273"/>
              <a:gd name="GluePoint647Y" fmla="*/ 2494085 h 3047670"/>
              <a:gd name="GluePoint648X" fmla="*/ 1841137 w 3044273"/>
              <a:gd name="GluePoint648Y" fmla="*/ 2476249 h 3047670"/>
              <a:gd name="GluePoint649X" fmla="*/ 1858974 w 3044273"/>
              <a:gd name="GluePoint649Y" fmla="*/ 2458285 h 3047670"/>
              <a:gd name="GluePoint650X" fmla="*/ 960073 w 3044273"/>
              <a:gd name="GluePoint650Y" fmla="*/ 2454893 h 3047670"/>
              <a:gd name="GluePoint651X" fmla="*/ 974268 w 3044273"/>
              <a:gd name="GluePoint651Y" fmla="*/ 2468961 h 3047670"/>
              <a:gd name="GluePoint652X" fmla="*/ 960200 w 3044273"/>
              <a:gd name="GluePoint652Y" fmla="*/ 2483157 h 3047670"/>
              <a:gd name="GluePoint653X" fmla="*/ 946004 w 3044273"/>
              <a:gd name="GluePoint653Y" fmla="*/ 2469088 h 3047670"/>
              <a:gd name="GluePoint654X" fmla="*/ 960073 w 3044273"/>
              <a:gd name="GluePoint654Y" fmla="*/ 2454893 h 3047670"/>
              <a:gd name="GluePoint655X" fmla="*/ 2090106 w 3044273"/>
              <a:gd name="GluePoint655Y" fmla="*/ 2445975 h 3047670"/>
              <a:gd name="GluePoint656X" fmla="*/ 2109200 w 3044273"/>
              <a:gd name="GluePoint656Y" fmla="*/ 2464943 h 3047670"/>
              <a:gd name="GluePoint657X" fmla="*/ 2090232 w 3044273"/>
              <a:gd name="GluePoint657Y" fmla="*/ 2484037 h 3047670"/>
              <a:gd name="GluePoint658X" fmla="*/ 2071138 w 3044273"/>
              <a:gd name="GluePoint658Y" fmla="*/ 2465069 h 3047670"/>
              <a:gd name="GluePoint659X" fmla="*/ 2090106 w 3044273"/>
              <a:gd name="GluePoint659Y" fmla="*/ 2445975 h 3047670"/>
              <a:gd name="GluePoint660X" fmla="*/ 1112696 w 3044273"/>
              <a:gd name="GluePoint660Y" fmla="*/ 2426756 h 3047670"/>
              <a:gd name="GluePoint661X" fmla="*/ 1131412 w 3044273"/>
              <a:gd name="GluePoint661Y" fmla="*/ 2445221 h 3047670"/>
              <a:gd name="GluePoint662X" fmla="*/ 1112947 w 3044273"/>
              <a:gd name="GluePoint662Y" fmla="*/ 2463812 h 3047670"/>
              <a:gd name="GluePoint663X" fmla="*/ 1094231 w 3044273"/>
              <a:gd name="GluePoint663Y" fmla="*/ 2445347 h 3047670"/>
              <a:gd name="GluePoint664X" fmla="*/ 1112696 w 3044273"/>
              <a:gd name="GluePoint664Y" fmla="*/ 2426756 h 3047670"/>
              <a:gd name="GluePoint665X" fmla="*/ 1937232 w 3044273"/>
              <a:gd name="GluePoint665Y" fmla="*/ 2420979 h 3047670"/>
              <a:gd name="GluePoint666X" fmla="*/ 1958713 w 3044273"/>
              <a:gd name="GluePoint666Y" fmla="*/ 2442332 h 3047670"/>
              <a:gd name="GluePoint667X" fmla="*/ 1937359 w 3044273"/>
              <a:gd name="GluePoint667Y" fmla="*/ 2463813 h 3047670"/>
              <a:gd name="GluePoint668X" fmla="*/ 1915878 w 3044273"/>
              <a:gd name="GluePoint668Y" fmla="*/ 2442459 h 3047670"/>
              <a:gd name="GluePoint669X" fmla="*/ 1937232 w 3044273"/>
              <a:gd name="GluePoint669Y" fmla="*/ 2420979 h 3047670"/>
              <a:gd name="GluePoint670X" fmla="*/ 1525089 w 3044273"/>
              <a:gd name="GluePoint670Y" fmla="*/ 2420977 h 3047670"/>
              <a:gd name="GluePoint671X" fmla="*/ 1547072 w 3044273"/>
              <a:gd name="GluePoint671Y" fmla="*/ 2442835 h 3047670"/>
              <a:gd name="GluePoint672X" fmla="*/ 1525216 w 3044273"/>
              <a:gd name="GluePoint672Y" fmla="*/ 2464816 h 3047670"/>
              <a:gd name="GluePoint673X" fmla="*/ 1503233 w 3044273"/>
              <a:gd name="GluePoint673Y" fmla="*/ 2442960 h 3047670"/>
              <a:gd name="GluePoint674X" fmla="*/ 1525089 w 3044273"/>
              <a:gd name="GluePoint674Y" fmla="*/ 2420977 h 3047670"/>
              <a:gd name="GluePoint675X" fmla="*/ 614885 w 3044273"/>
              <a:gd name="GluePoint675Y" fmla="*/ 2420725 h 3047670"/>
              <a:gd name="GluePoint676X" fmla="*/ 620160 w 3044273"/>
              <a:gd name="GluePoint676Y" fmla="*/ 2426000 h 3047670"/>
              <a:gd name="GluePoint677X" fmla="*/ 614885 w 3044273"/>
              <a:gd name="GluePoint677Y" fmla="*/ 2431277 h 3047670"/>
              <a:gd name="GluePoint678X" fmla="*/ 609483 w 3044273"/>
              <a:gd name="GluePoint678Y" fmla="*/ 2426000 h 3047670"/>
              <a:gd name="GluePoint679X" fmla="*/ 614885 w 3044273"/>
              <a:gd name="GluePoint679Y" fmla="*/ 2420725 h 3047670"/>
              <a:gd name="GluePoint680X" fmla="*/ 1439923 w 3044273"/>
              <a:gd name="GluePoint680Y" fmla="*/ 2417461 h 3047670"/>
              <a:gd name="GluePoint681X" fmla="*/ 1461402 w 3044273"/>
              <a:gd name="GluePoint681Y" fmla="*/ 2438814 h 3047670"/>
              <a:gd name="GluePoint682X" fmla="*/ 1440048 w 3044273"/>
              <a:gd name="GluePoint682Y" fmla="*/ 2460420 h 3047670"/>
              <a:gd name="GluePoint683X" fmla="*/ 1418442 w 3044273"/>
              <a:gd name="GluePoint683Y" fmla="*/ 2439066 h 3047670"/>
              <a:gd name="GluePoint684X" fmla="*/ 1439923 w 3044273"/>
              <a:gd name="GluePoint684Y" fmla="*/ 2417461 h 3047670"/>
              <a:gd name="GluePoint685X" fmla="*/ 749417 w 3044273"/>
              <a:gd name="GluePoint685Y" fmla="*/ 2417460 h 3047670"/>
              <a:gd name="GluePoint686X" fmla="*/ 758335 w 3044273"/>
              <a:gd name="GluePoint686Y" fmla="*/ 2426253 h 3047670"/>
              <a:gd name="GluePoint687X" fmla="*/ 749543 w 3044273"/>
              <a:gd name="GluePoint687Y" fmla="*/ 2435171 h 3047670"/>
              <a:gd name="GluePoint688X" fmla="*/ 740624 w 3044273"/>
              <a:gd name="GluePoint688Y" fmla="*/ 2426379 h 3047670"/>
              <a:gd name="GluePoint689X" fmla="*/ 749417 w 3044273"/>
              <a:gd name="GluePoint689Y" fmla="*/ 2417460 h 3047670"/>
              <a:gd name="GluePoint690X" fmla="*/ 1610257 w 3044273"/>
              <a:gd name="GluePoint690Y" fmla="*/ 2416455 h 3047670"/>
              <a:gd name="GluePoint691X" fmla="*/ 1632240 w 3044273"/>
              <a:gd name="GluePoint691Y" fmla="*/ 2438313 h 3047670"/>
              <a:gd name="GluePoint692X" fmla="*/ 1610384 w 3044273"/>
              <a:gd name="GluePoint692Y" fmla="*/ 2460294 h 3047670"/>
              <a:gd name="GluePoint693X" fmla="*/ 1588401 w 3044273"/>
              <a:gd name="GluePoint693Y" fmla="*/ 2438438 h 3047670"/>
              <a:gd name="GluePoint694X" fmla="*/ 1610257 w 3044273"/>
              <a:gd name="GluePoint694Y" fmla="*/ 2416455 h 3047670"/>
              <a:gd name="GluePoint695X" fmla="*/ 484872 w 3044273"/>
              <a:gd name="GluePoint695Y" fmla="*/ 2416455 h 3047670"/>
              <a:gd name="GluePoint696X" fmla="*/ 489394 w 3044273"/>
              <a:gd name="GluePoint696Y" fmla="*/ 2420852 h 3047670"/>
              <a:gd name="GluePoint697X" fmla="*/ 484997 w 3044273"/>
              <a:gd name="GluePoint697Y" fmla="*/ 2425375 h 3047670"/>
              <a:gd name="GluePoint698X" fmla="*/ 480601 w 3044273"/>
              <a:gd name="GluePoint698Y" fmla="*/ 2420978 h 3047670"/>
              <a:gd name="GluePoint699X" fmla="*/ 484872 w 3044273"/>
              <a:gd name="GluePoint699Y" fmla="*/ 2416455 h 3047670"/>
              <a:gd name="GluePoint700X" fmla="*/ 890108 w 3044273"/>
              <a:gd name="GluePoint700Y" fmla="*/ 2408541 h 3047670"/>
              <a:gd name="GluePoint701X" fmla="*/ 901916 w 3044273"/>
              <a:gd name="GluePoint701Y" fmla="*/ 2420224 h 3047670"/>
              <a:gd name="GluePoint702X" fmla="*/ 890234 w 3044273"/>
              <a:gd name="GluePoint702Y" fmla="*/ 2432033 h 3047670"/>
              <a:gd name="GluePoint703X" fmla="*/ 878426 w 3044273"/>
              <a:gd name="GluePoint703Y" fmla="*/ 2420349 h 3047670"/>
              <a:gd name="GluePoint704X" fmla="*/ 890108 w 3044273"/>
              <a:gd name="GluePoint704Y" fmla="*/ 2408541 h 3047670"/>
              <a:gd name="GluePoint705X" fmla="*/ 2564930 w 3044273"/>
              <a:gd name="GluePoint705Y" fmla="*/ 2408290 h 3047670"/>
              <a:gd name="GluePoint706X" fmla="*/ 2570079 w 3044273"/>
              <a:gd name="GluePoint706Y" fmla="*/ 2413315 h 3047670"/>
              <a:gd name="GluePoint707X" fmla="*/ 2565055 w 3044273"/>
              <a:gd name="GluePoint707Y" fmla="*/ 2418464 h 3047670"/>
              <a:gd name="GluePoint708X" fmla="*/ 2559905 w 3044273"/>
              <a:gd name="GluePoint708Y" fmla="*/ 2413440 h 3047670"/>
              <a:gd name="GluePoint709X" fmla="*/ 2564930 w 3044273"/>
              <a:gd name="GluePoint709Y" fmla="*/ 2408290 h 3047670"/>
              <a:gd name="GluePoint710X" fmla="*/ 359508 w 3044273"/>
              <a:gd name="GluePoint710Y" fmla="*/ 2408290 h 3047670"/>
              <a:gd name="GluePoint711X" fmla="*/ 363528 w 3044273"/>
              <a:gd name="GluePoint711Y" fmla="*/ 2412310 h 3047670"/>
              <a:gd name="GluePoint712X" fmla="*/ 359508 w 3044273"/>
              <a:gd name="GluePoint712Y" fmla="*/ 2416330 h 3047670"/>
              <a:gd name="GluePoint713X" fmla="*/ 355489 w 3044273"/>
              <a:gd name="GluePoint713Y" fmla="*/ 2412435 h 3047670"/>
              <a:gd name="GluePoint714X" fmla="*/ 359508 w 3044273"/>
              <a:gd name="GluePoint714Y" fmla="*/ 2408290 h 3047670"/>
              <a:gd name="GluePoint715X" fmla="*/ 2435295 w 3044273"/>
              <a:gd name="GluePoint715Y" fmla="*/ 2407661 h 3047670"/>
              <a:gd name="GluePoint716X" fmla="*/ 2447104 w 3044273"/>
              <a:gd name="GluePoint716Y" fmla="*/ 2419344 h 3047670"/>
              <a:gd name="GluePoint717X" fmla="*/ 2435422 w 3044273"/>
              <a:gd name="GluePoint717Y" fmla="*/ 2431153 h 3047670"/>
              <a:gd name="GluePoint718X" fmla="*/ 2423613 w 3044273"/>
              <a:gd name="GluePoint718Y" fmla="*/ 2419470 h 3047670"/>
              <a:gd name="GluePoint719X" fmla="*/ 2435295 w 3044273"/>
              <a:gd name="GluePoint719Y" fmla="*/ 2407661 h 3047670"/>
              <a:gd name="GluePoint720X" fmla="*/ 2300511 w 3044273"/>
              <a:gd name="GluePoint720Y" fmla="*/ 2405903 h 3047670"/>
              <a:gd name="GluePoint721X" fmla="*/ 2315585 w 3044273"/>
              <a:gd name="GluePoint721Y" fmla="*/ 2420851 h 3047670"/>
              <a:gd name="GluePoint722X" fmla="*/ 2300636 w 3044273"/>
              <a:gd name="GluePoint722Y" fmla="*/ 2435925 h 3047670"/>
              <a:gd name="GluePoint723X" fmla="*/ 2285563 w 3044273"/>
              <a:gd name="GluePoint723Y" fmla="*/ 2420851 h 3047670"/>
              <a:gd name="GluePoint724X" fmla="*/ 2300511 w 3044273"/>
              <a:gd name="GluePoint724Y" fmla="*/ 2405903 h 3047670"/>
              <a:gd name="GluePoint725X" fmla="*/ 1355510 w 3044273"/>
              <a:gd name="GluePoint725Y" fmla="*/ 2405778 h 3047670"/>
              <a:gd name="GluePoint726X" fmla="*/ 1376364 w 3044273"/>
              <a:gd name="GluePoint726Y" fmla="*/ 2426505 h 3047670"/>
              <a:gd name="GluePoint727X" fmla="*/ 1355635 w 3044273"/>
              <a:gd name="GluePoint727Y" fmla="*/ 2447358 h 3047670"/>
              <a:gd name="GluePoint728X" fmla="*/ 1334783 w 3044273"/>
              <a:gd name="GluePoint728Y" fmla="*/ 2426630 h 3047670"/>
              <a:gd name="GluePoint729X" fmla="*/ 1355510 w 3044273"/>
              <a:gd name="GluePoint729Y" fmla="*/ 2405778 h 3047670"/>
              <a:gd name="GluePoint730X" fmla="*/ 1694420 w 3044273"/>
              <a:gd name="GluePoint730Y" fmla="*/ 2403391 h 3047670"/>
              <a:gd name="GluePoint731X" fmla="*/ 1716401 w 3044273"/>
              <a:gd name="GluePoint731Y" fmla="*/ 2425249 h 3047670"/>
              <a:gd name="GluePoint732X" fmla="*/ 1694545 w 3044273"/>
              <a:gd name="GluePoint732Y" fmla="*/ 2447230 h 3047670"/>
              <a:gd name="GluePoint733X" fmla="*/ 1672562 w 3044273"/>
              <a:gd name="GluePoint733Y" fmla="*/ 2425374 h 3047670"/>
              <a:gd name="GluePoint734X" fmla="*/ 1694420 w 3044273"/>
              <a:gd name="GluePoint734Y" fmla="*/ 2403391 h 3047670"/>
              <a:gd name="GluePoint735X" fmla="*/ 2690419 w 3044273"/>
              <a:gd name="GluePoint735Y" fmla="*/ 2400752 h 3047670"/>
              <a:gd name="GluePoint736X" fmla="*/ 2693561 w 3044273"/>
              <a:gd name="GluePoint736Y" fmla="*/ 2403892 h 3047670"/>
              <a:gd name="GluePoint737X" fmla="*/ 2690419 w 3044273"/>
              <a:gd name="GluePoint737Y" fmla="*/ 2407034 h 3047670"/>
              <a:gd name="GluePoint738X" fmla="*/ 2687279 w 3044273"/>
              <a:gd name="GluePoint738Y" fmla="*/ 2404019 h 3047670"/>
              <a:gd name="GluePoint739X" fmla="*/ 2690419 w 3044273"/>
              <a:gd name="GluePoint739Y" fmla="*/ 2400752 h 3047670"/>
              <a:gd name="GluePoint740X" fmla="*/ 2159822 w 3044273"/>
              <a:gd name="GluePoint740Y" fmla="*/ 2398492 h 3047670"/>
              <a:gd name="GluePoint741X" fmla="*/ 2177158 w 3044273"/>
              <a:gd name="GluePoint741Y" fmla="*/ 2415701 h 3047670"/>
              <a:gd name="GluePoint742X" fmla="*/ 2159947 w 3044273"/>
              <a:gd name="GluePoint742Y" fmla="*/ 2433036 h 3047670"/>
              <a:gd name="GluePoint743X" fmla="*/ 2142613 w 3044273"/>
              <a:gd name="GluePoint743Y" fmla="*/ 2415827 h 3047670"/>
              <a:gd name="GluePoint744X" fmla="*/ 2159822 w 3044273"/>
              <a:gd name="GluePoint744Y" fmla="*/ 2398492 h 3047670"/>
              <a:gd name="GluePoint745X" fmla="*/ 2812137 w 3044273"/>
              <a:gd name="GluePoint745Y" fmla="*/ 2390830 h 3047670"/>
              <a:gd name="GluePoint746X" fmla="*/ 2813269 w 3044273"/>
              <a:gd name="GluePoint746Y" fmla="*/ 2391960 h 3047670"/>
              <a:gd name="GluePoint747X" fmla="*/ 2812137 w 3044273"/>
              <a:gd name="GluePoint747Y" fmla="*/ 2393090 h 3047670"/>
              <a:gd name="GluePoint748X" fmla="*/ 2811007 w 3044273"/>
              <a:gd name="GluePoint748Y" fmla="*/ 2391960 h 3047670"/>
              <a:gd name="GluePoint749X" fmla="*/ 2812137 w 3044273"/>
              <a:gd name="GluePoint749Y" fmla="*/ 2390830 h 3047670"/>
              <a:gd name="GluePoint750X" fmla="*/ 1037577 w 3044273"/>
              <a:gd name="GluePoint750Y" fmla="*/ 2389070 h 3047670"/>
              <a:gd name="GluePoint751X" fmla="*/ 1053781 w 3044273"/>
              <a:gd name="GluePoint751Y" fmla="*/ 2405149 h 3047670"/>
              <a:gd name="GluePoint752X" fmla="*/ 1037702 w 3044273"/>
              <a:gd name="GluePoint752Y" fmla="*/ 2421353 h 3047670"/>
              <a:gd name="GluePoint753X" fmla="*/ 1021498 w 3044273"/>
              <a:gd name="GluePoint753Y" fmla="*/ 2405274 h 3047670"/>
              <a:gd name="GluePoint754X" fmla="*/ 1037577 w 3044273"/>
              <a:gd name="GluePoint754Y" fmla="*/ 2389070 h 3047670"/>
              <a:gd name="GluePoint755X" fmla="*/ 1272856 w 3044273"/>
              <a:gd name="GluePoint755Y" fmla="*/ 2385930 h 3047670"/>
              <a:gd name="GluePoint756X" fmla="*/ 1292828 w 3044273"/>
              <a:gd name="GluePoint756Y" fmla="*/ 2405778 h 3047670"/>
              <a:gd name="GluePoint757X" fmla="*/ 1272982 w 3044273"/>
              <a:gd name="GluePoint757Y" fmla="*/ 2425750 h 3047670"/>
              <a:gd name="GluePoint758X" fmla="*/ 1253008 w 3044273"/>
              <a:gd name="GluePoint758Y" fmla="*/ 2405904 h 3047670"/>
              <a:gd name="GluePoint759X" fmla="*/ 1272856 w 3044273"/>
              <a:gd name="GluePoint759Y" fmla="*/ 2385930 h 3047670"/>
              <a:gd name="GluePoint760X" fmla="*/ 1776949 w 3044273"/>
              <a:gd name="GluePoint760Y" fmla="*/ 2382036 h 3047670"/>
              <a:gd name="GluePoint761X" fmla="*/ 1798930 w 3044273"/>
              <a:gd name="GluePoint761Y" fmla="*/ 2403892 h 3047670"/>
              <a:gd name="GluePoint762X" fmla="*/ 1777074 w 3044273"/>
              <a:gd name="GluePoint762Y" fmla="*/ 2425875 h 3047670"/>
              <a:gd name="GluePoint763X" fmla="*/ 1755091 w 3044273"/>
              <a:gd name="GluePoint763Y" fmla="*/ 2404019 h 3047670"/>
              <a:gd name="GluePoint764X" fmla="*/ 1776949 w 3044273"/>
              <a:gd name="GluePoint764Y" fmla="*/ 2382036 h 3047670"/>
              <a:gd name="GluePoint765X" fmla="*/ 2012224 w 3044273"/>
              <a:gd name="GluePoint765Y" fmla="*/ 2381156 h 3047670"/>
              <a:gd name="GluePoint766X" fmla="*/ 2032825 w 3044273"/>
              <a:gd name="GluePoint766Y" fmla="*/ 2401632 h 3047670"/>
              <a:gd name="GluePoint767X" fmla="*/ 2012350 w 3044273"/>
              <a:gd name="GluePoint767Y" fmla="*/ 2422232 h 3047670"/>
              <a:gd name="GluePoint768X" fmla="*/ 1991749 w 3044273"/>
              <a:gd name="GluePoint768Y" fmla="*/ 2401757 h 3047670"/>
              <a:gd name="GluePoint769X" fmla="*/ 2012224 w 3044273"/>
              <a:gd name="GluePoint769Y" fmla="*/ 2381156 h 3047670"/>
              <a:gd name="GluePoint770X" fmla="*/ 688998 w 3044273"/>
              <a:gd name="GluePoint770Y" fmla="*/ 2355907 h 3047670"/>
              <a:gd name="GluePoint771X" fmla="*/ 699423 w 3044273"/>
              <a:gd name="GluePoint771Y" fmla="*/ 2366333 h 3047670"/>
              <a:gd name="GluePoint772X" fmla="*/ 688998 w 3044273"/>
              <a:gd name="GluePoint772Y" fmla="*/ 2376760 h 3047670"/>
              <a:gd name="GluePoint773X" fmla="*/ 678572 w 3044273"/>
              <a:gd name="GluePoint773Y" fmla="*/ 2366333 h 3047670"/>
              <a:gd name="GluePoint774X" fmla="*/ 688998 w 3044273"/>
              <a:gd name="GluePoint774Y" fmla="*/ 2355907 h 3047670"/>
              <a:gd name="GluePoint775X" fmla="*/ 1192713 w 3044273"/>
              <a:gd name="GluePoint775Y" fmla="*/ 2354777 h 3047670"/>
              <a:gd name="GluePoint776X" fmla="*/ 1214946 w 3044273"/>
              <a:gd name="GluePoint776Y" fmla="*/ 2376760 h 3047670"/>
              <a:gd name="GluePoint777X" fmla="*/ 1192838 w 3044273"/>
              <a:gd name="GluePoint777Y" fmla="*/ 2398993 h 3047670"/>
              <a:gd name="GluePoint778X" fmla="*/ 1170604 w 3044273"/>
              <a:gd name="GluePoint778Y" fmla="*/ 2377010 h 3047670"/>
              <a:gd name="GluePoint779X" fmla="*/ 1192713 w 3044273"/>
              <a:gd name="GluePoint779Y" fmla="*/ 2354777 h 3047670"/>
              <a:gd name="GluePoint780X" fmla="*/ 558986 w 3044273"/>
              <a:gd name="GluePoint780Y" fmla="*/ 2353270 h 3047670"/>
              <a:gd name="GluePoint781X" fmla="*/ 567277 w 3044273"/>
              <a:gd name="GluePoint781Y" fmla="*/ 2361435 h 3047670"/>
              <a:gd name="GluePoint782X" fmla="*/ 559112 w 3044273"/>
              <a:gd name="GluePoint782Y" fmla="*/ 2369601 h 3047670"/>
              <a:gd name="GluePoint783X" fmla="*/ 550946 w 3044273"/>
              <a:gd name="GluePoint783Y" fmla="*/ 2361435 h 3047670"/>
              <a:gd name="GluePoint784X" fmla="*/ 558986 w 3044273"/>
              <a:gd name="GluePoint784Y" fmla="*/ 2353270 h 3047670"/>
              <a:gd name="GluePoint785X" fmla="*/ 1856964 w 3044273"/>
              <a:gd name="GluePoint785Y" fmla="*/ 2352016 h 3047670"/>
              <a:gd name="GluePoint786X" fmla="*/ 1879575 w 3044273"/>
              <a:gd name="GluePoint786Y" fmla="*/ 2374502 h 3047670"/>
              <a:gd name="GluePoint787X" fmla="*/ 1857090 w 3044273"/>
              <a:gd name="GluePoint787Y" fmla="*/ 2397113 h 3047670"/>
              <a:gd name="GluePoint788X" fmla="*/ 1834479 w 3044273"/>
              <a:gd name="GluePoint788Y" fmla="*/ 2374627 h 3047670"/>
              <a:gd name="GluePoint789X" fmla="*/ 1856964 w 3044273"/>
              <a:gd name="GluePoint789Y" fmla="*/ 2352016 h 3047670"/>
              <a:gd name="GluePoint790X" fmla="*/ 824409 w 3044273"/>
              <a:gd name="GluePoint790Y" fmla="*/ 2350381 h 3047670"/>
              <a:gd name="GluePoint791X" fmla="*/ 840112 w 3044273"/>
              <a:gd name="GluePoint791Y" fmla="*/ 2366083 h 3047670"/>
              <a:gd name="GluePoint792X" fmla="*/ 824409 w 3044273"/>
              <a:gd name="GluePoint792Y" fmla="*/ 2381786 h 3047670"/>
              <a:gd name="GluePoint793X" fmla="*/ 808708 w 3044273"/>
              <a:gd name="GluePoint793Y" fmla="*/ 2366083 h 3047670"/>
              <a:gd name="GluePoint794X" fmla="*/ 824409 w 3044273"/>
              <a:gd name="GluePoint794Y" fmla="*/ 2350381 h 3047670"/>
              <a:gd name="GluePoint795X" fmla="*/ 433748 w 3044273"/>
              <a:gd name="GluePoint795Y" fmla="*/ 2346864 h 3047670"/>
              <a:gd name="GluePoint796X" fmla="*/ 439777 w 3044273"/>
              <a:gd name="GluePoint796Y" fmla="*/ 2352768 h 3047670"/>
              <a:gd name="GluePoint797X" fmla="*/ 433873 w 3044273"/>
              <a:gd name="GluePoint797Y" fmla="*/ 2358797 h 3047670"/>
              <a:gd name="GluePoint798X" fmla="*/ 427844 w 3044273"/>
              <a:gd name="GluePoint798Y" fmla="*/ 2352768 h 3047670"/>
              <a:gd name="GluePoint799X" fmla="*/ 433748 w 3044273"/>
              <a:gd name="GluePoint799Y" fmla="*/ 2346864 h 3047670"/>
              <a:gd name="GluePoint800X" fmla="*/ 2360554 w 3044273"/>
              <a:gd name="GluePoint800Y" fmla="*/ 2345233 h 3047670"/>
              <a:gd name="GluePoint801X" fmla="*/ 2375628 w 3044273"/>
              <a:gd name="GluePoint801Y" fmla="*/ 2360181 h 3047670"/>
              <a:gd name="GluePoint802X" fmla="*/ 2360679 w 3044273"/>
              <a:gd name="GluePoint802Y" fmla="*/ 2375255 h 3047670"/>
              <a:gd name="GluePoint803X" fmla="*/ 2345606 w 3044273"/>
              <a:gd name="GluePoint803Y" fmla="*/ 2360306 h 3047670"/>
              <a:gd name="GluePoint804X" fmla="*/ 2360554 w 3044273"/>
              <a:gd name="GluePoint804Y" fmla="*/ 2345233 h 3047670"/>
              <a:gd name="GluePoint805X" fmla="*/ 2490566 w 3044273"/>
              <a:gd name="GluePoint805Y" fmla="*/ 2342216 h 3047670"/>
              <a:gd name="GluePoint806X" fmla="*/ 2502750 w 3044273"/>
              <a:gd name="GluePoint806Y" fmla="*/ 2354401 h 3047670"/>
              <a:gd name="GluePoint807X" fmla="*/ 2490566 w 3044273"/>
              <a:gd name="GluePoint807Y" fmla="*/ 2366586 h 3047670"/>
              <a:gd name="GluePoint808X" fmla="*/ 2478382 w 3044273"/>
              <a:gd name="GluePoint808Y" fmla="*/ 2354401 h 3047670"/>
              <a:gd name="GluePoint809X" fmla="*/ 2490566 w 3044273"/>
              <a:gd name="GluePoint809Y" fmla="*/ 2342216 h 3047670"/>
              <a:gd name="GluePoint810X" fmla="*/ 966229 w 3044273"/>
              <a:gd name="GluePoint810Y" fmla="*/ 2340081 h 3047670"/>
              <a:gd name="GluePoint811X" fmla="*/ 984695 w 3044273"/>
              <a:gd name="GluePoint811Y" fmla="*/ 2358422 h 3047670"/>
              <a:gd name="GluePoint812X" fmla="*/ 966356 w 3044273"/>
              <a:gd name="GluePoint812Y" fmla="*/ 2376886 h 3047670"/>
              <a:gd name="GluePoint813X" fmla="*/ 947890 w 3044273"/>
              <a:gd name="GluePoint813Y" fmla="*/ 2358547 h 3047670"/>
              <a:gd name="GluePoint814X" fmla="*/ 966229 w 3044273"/>
              <a:gd name="GluePoint814Y" fmla="*/ 2340081 h 3047670"/>
              <a:gd name="GluePoint815X" fmla="*/ 2225143 w 3044273"/>
              <a:gd name="GluePoint815Y" fmla="*/ 2339955 h 3047670"/>
              <a:gd name="GluePoint816X" fmla="*/ 2246247 w 3044273"/>
              <a:gd name="GluePoint816Y" fmla="*/ 2360933 h 3047670"/>
              <a:gd name="GluePoint817X" fmla="*/ 2225269 w 3044273"/>
              <a:gd name="GluePoint817Y" fmla="*/ 2382036 h 3047670"/>
              <a:gd name="GluePoint818X" fmla="*/ 2204165 w 3044273"/>
              <a:gd name="GluePoint818Y" fmla="*/ 2361058 h 3047670"/>
              <a:gd name="GluePoint819X" fmla="*/ 2225143 w 3044273"/>
              <a:gd name="GluePoint819Y" fmla="*/ 2339955 h 3047670"/>
              <a:gd name="GluePoint820X" fmla="*/ 312277 w 3044273"/>
              <a:gd name="GluePoint820Y" fmla="*/ 2337068 h 3047670"/>
              <a:gd name="GluePoint821X" fmla="*/ 316799 w 3044273"/>
              <a:gd name="GluePoint821Y" fmla="*/ 2341465 h 3047670"/>
              <a:gd name="GluePoint822X" fmla="*/ 312402 w 3044273"/>
              <a:gd name="GluePoint822Y" fmla="*/ 2345862 h 3047670"/>
              <a:gd name="GluePoint823X" fmla="*/ 307880 w 3044273"/>
              <a:gd name="GluePoint823Y" fmla="*/ 2341465 h 3047670"/>
              <a:gd name="GluePoint824X" fmla="*/ 312277 w 3044273"/>
              <a:gd name="GluePoint824Y" fmla="*/ 2337068 h 3047670"/>
              <a:gd name="GluePoint825X" fmla="*/ 2615805 w 3044273"/>
              <a:gd name="GluePoint825Y" fmla="*/ 2335559 h 3047670"/>
              <a:gd name="GluePoint826X" fmla="*/ 2625100 w 3044273"/>
              <a:gd name="GluePoint826Y" fmla="*/ 2344855 h 3047670"/>
              <a:gd name="GluePoint827X" fmla="*/ 2615805 w 3044273"/>
              <a:gd name="GluePoint827Y" fmla="*/ 2354150 h 3047670"/>
              <a:gd name="GluePoint828X" fmla="*/ 2606509 w 3044273"/>
              <a:gd name="GluePoint828Y" fmla="*/ 2344855 h 3047670"/>
              <a:gd name="GluePoint829X" fmla="*/ 2615805 w 3044273"/>
              <a:gd name="GluePoint829Y" fmla="*/ 2335559 h 3047670"/>
              <a:gd name="GluePoint830X" fmla="*/ 2083196 w 3044273"/>
              <a:gd name="GluePoint830Y" fmla="*/ 2331664 h 3047670"/>
              <a:gd name="GluePoint831X" fmla="*/ 2106059 w 3044273"/>
              <a:gd name="GluePoint831Y" fmla="*/ 2354400 h 3047670"/>
              <a:gd name="GluePoint832X" fmla="*/ 2083323 w 3044273"/>
              <a:gd name="GluePoint832Y" fmla="*/ 2377263 h 3047670"/>
              <a:gd name="GluePoint833X" fmla="*/ 2060460 w 3044273"/>
              <a:gd name="GluePoint833Y" fmla="*/ 2354527 h 3047670"/>
              <a:gd name="GluePoint834X" fmla="*/ 2083196 w 3044273"/>
              <a:gd name="GluePoint834Y" fmla="*/ 2331664 h 3047670"/>
              <a:gd name="GluePoint835X" fmla="*/ 2737023 w 3044273"/>
              <a:gd name="GluePoint835Y" fmla="*/ 2329529 h 3047670"/>
              <a:gd name="GluePoint836X" fmla="*/ 2740163 w 3044273"/>
              <a:gd name="GluePoint836Y" fmla="*/ 2332669 h 3047670"/>
              <a:gd name="GluePoint837X" fmla="*/ 2737148 w 3044273"/>
              <a:gd name="GluePoint837Y" fmla="*/ 2335811 h 3047670"/>
              <a:gd name="GluePoint838X" fmla="*/ 2734008 w 3044273"/>
              <a:gd name="GluePoint838Y" fmla="*/ 2332669 h 3047670"/>
              <a:gd name="GluePoint839X" fmla="*/ 2737023 w 3044273"/>
              <a:gd name="GluePoint839Y" fmla="*/ 2329529 h 3047670"/>
              <a:gd name="GluePoint840X" fmla="*/ 1524712 w 3044273"/>
              <a:gd name="GluePoint840Y" fmla="*/ 2328399 h 3047670"/>
              <a:gd name="GluePoint841X" fmla="*/ 1544308 w 3044273"/>
              <a:gd name="GluePoint841Y" fmla="*/ 2347743 h 3047670"/>
              <a:gd name="GluePoint842X" fmla="*/ 1524837 w 3044273"/>
              <a:gd name="GluePoint842Y" fmla="*/ 2367341 h 3047670"/>
              <a:gd name="GluePoint843X" fmla="*/ 1505241 w 3044273"/>
              <a:gd name="GluePoint843Y" fmla="*/ 2347995 h 3047670"/>
              <a:gd name="GluePoint844X" fmla="*/ 1524712 w 3044273"/>
              <a:gd name="GluePoint844Y" fmla="*/ 2328399 h 3047670"/>
              <a:gd name="GluePoint845X" fmla="*/ 1439672 w 3044273"/>
              <a:gd name="GluePoint845Y" fmla="*/ 2323751 h 3047670"/>
              <a:gd name="GluePoint846X" fmla="*/ 1459393 w 3044273"/>
              <a:gd name="GluePoint846Y" fmla="*/ 2343347 h 3047670"/>
              <a:gd name="GluePoint847X" fmla="*/ 1439799 w 3044273"/>
              <a:gd name="GluePoint847Y" fmla="*/ 2363068 h 3047670"/>
              <a:gd name="GluePoint848X" fmla="*/ 1419951 w 3044273"/>
              <a:gd name="GluePoint848Y" fmla="*/ 2343472 h 3047670"/>
              <a:gd name="GluePoint849X" fmla="*/ 1439672 w 3044273"/>
              <a:gd name="GluePoint849Y" fmla="*/ 2323751 h 3047670"/>
              <a:gd name="GluePoint850X" fmla="*/ 1609754 w 3044273"/>
              <a:gd name="GluePoint850Y" fmla="*/ 2322872 h 3047670"/>
              <a:gd name="GluePoint851X" fmla="*/ 1629727 w 3044273"/>
              <a:gd name="GluePoint851Y" fmla="*/ 2342720 h 3047670"/>
              <a:gd name="GluePoint852X" fmla="*/ 1609881 w 3044273"/>
              <a:gd name="GluePoint852Y" fmla="*/ 2362692 h 3047670"/>
              <a:gd name="GluePoint853X" fmla="*/ 1589907 w 3044273"/>
              <a:gd name="GluePoint853Y" fmla="*/ 2342846 h 3047670"/>
              <a:gd name="GluePoint854X" fmla="*/ 1609754 w 3044273"/>
              <a:gd name="GluePoint854Y" fmla="*/ 2322872 h 3047670"/>
              <a:gd name="GluePoint855X" fmla="*/ 1115711 w 3044273"/>
              <a:gd name="GluePoint855Y" fmla="*/ 2318224 h 3047670"/>
              <a:gd name="GluePoint856X" fmla="*/ 1137945 w 3044273"/>
              <a:gd name="GluePoint856Y" fmla="*/ 2340206 h 3047670"/>
              <a:gd name="GluePoint857X" fmla="*/ 1115836 w 3044273"/>
              <a:gd name="GluePoint857Y" fmla="*/ 2362439 h 3047670"/>
              <a:gd name="GluePoint858X" fmla="*/ 1093603 w 3044273"/>
              <a:gd name="GluePoint858Y" fmla="*/ 2340331 h 3047670"/>
              <a:gd name="GluePoint859X" fmla="*/ 1115711 w 3044273"/>
              <a:gd name="GluePoint859Y" fmla="*/ 2318224 h 3047670"/>
              <a:gd name="GluePoint860X" fmla="*/ 2855224 w 3044273"/>
              <a:gd name="GluePoint860Y" fmla="*/ 2317218 h 3047670"/>
              <a:gd name="GluePoint861X" fmla="*/ 2856354 w 3044273"/>
              <a:gd name="GluePoint861Y" fmla="*/ 2318348 h 3047670"/>
              <a:gd name="GluePoint862X" fmla="*/ 2855224 w 3044273"/>
              <a:gd name="GluePoint862Y" fmla="*/ 2319478 h 3047670"/>
              <a:gd name="GluePoint863X" fmla="*/ 2854094 w 3044273"/>
              <a:gd name="GluePoint863Y" fmla="*/ 2318348 h 3047670"/>
              <a:gd name="GluePoint864X" fmla="*/ 2855224 w 3044273"/>
              <a:gd name="GluePoint864Y" fmla="*/ 2317218 h 3047670"/>
              <a:gd name="GluePoint865X" fmla="*/ 1933716 w 3044273"/>
              <a:gd name="GluePoint865Y" fmla="*/ 2313325 h 3047670"/>
              <a:gd name="GluePoint866X" fmla="*/ 1957708 w 3044273"/>
              <a:gd name="GluePoint866Y" fmla="*/ 2337191 h 3047670"/>
              <a:gd name="GluePoint867X" fmla="*/ 1933842 w 3044273"/>
              <a:gd name="GluePoint867Y" fmla="*/ 2361184 h 3047670"/>
              <a:gd name="GluePoint868X" fmla="*/ 1909850 w 3044273"/>
              <a:gd name="GluePoint868Y" fmla="*/ 2337318 h 3047670"/>
              <a:gd name="GluePoint869X" fmla="*/ 1933716 w 3044273"/>
              <a:gd name="GluePoint869Y" fmla="*/ 2313325 h 3047670"/>
              <a:gd name="GluePoint870X" fmla="*/ 1355385 w 3044273"/>
              <a:gd name="GluePoint870Y" fmla="*/ 2308803 h 3047670"/>
              <a:gd name="GluePoint871X" fmla="*/ 1376112 w 3044273"/>
              <a:gd name="GluePoint871Y" fmla="*/ 2329279 h 3047670"/>
              <a:gd name="GluePoint872X" fmla="*/ 1355637 w 3044273"/>
              <a:gd name="GluePoint872Y" fmla="*/ 2350005 h 3047670"/>
              <a:gd name="GluePoint873X" fmla="*/ 1335036 w 3044273"/>
              <a:gd name="GluePoint873Y" fmla="*/ 2329530 h 3047670"/>
              <a:gd name="GluePoint874X" fmla="*/ 1355385 w 3044273"/>
              <a:gd name="GluePoint874Y" fmla="*/ 2308803 h 3047670"/>
              <a:gd name="GluePoint875X" fmla="*/ 1693792 w 3044273"/>
              <a:gd name="GluePoint875Y" fmla="*/ 2306794 h 3047670"/>
              <a:gd name="GluePoint876X" fmla="*/ 1715271 w 3044273"/>
              <a:gd name="GluePoint876Y" fmla="*/ 2328147 h 3047670"/>
              <a:gd name="GluePoint877X" fmla="*/ 1693917 w 3044273"/>
              <a:gd name="GluePoint877Y" fmla="*/ 2349628 h 3047670"/>
              <a:gd name="GluePoint878X" fmla="*/ 1672311 w 3044273"/>
              <a:gd name="GluePoint878Y" fmla="*/ 2328274 h 3047670"/>
              <a:gd name="GluePoint879X" fmla="*/ 1693792 w 3044273"/>
              <a:gd name="GluePoint879Y" fmla="*/ 2306794 h 3047670"/>
              <a:gd name="GluePoint880X" fmla="*/ 763235 w 3044273"/>
              <a:gd name="GluePoint880Y" fmla="*/ 2293730 h 3047670"/>
              <a:gd name="GluePoint881X" fmla="*/ 776174 w 3044273"/>
              <a:gd name="GluePoint881Y" fmla="*/ 2306542 h 3047670"/>
              <a:gd name="GluePoint882X" fmla="*/ 763362 w 3044273"/>
              <a:gd name="GluePoint882Y" fmla="*/ 2319481 h 3047670"/>
              <a:gd name="GluePoint883X" fmla="*/ 750423 w 3044273"/>
              <a:gd name="GluePoint883Y" fmla="*/ 2306669 h 3047670"/>
              <a:gd name="GluePoint884X" fmla="*/ 763235 w 3044273"/>
              <a:gd name="GluePoint884Y" fmla="*/ 2293730 h 3047670"/>
              <a:gd name="GluePoint885X" fmla="*/ 633224 w 3044273"/>
              <a:gd name="GluePoint885Y" fmla="*/ 2291468 h 3047670"/>
              <a:gd name="GluePoint886X" fmla="*/ 643649 w 3044273"/>
              <a:gd name="GluePoint886Y" fmla="*/ 2301894 h 3047670"/>
              <a:gd name="GluePoint887X" fmla="*/ 633224 w 3044273"/>
              <a:gd name="GluePoint887Y" fmla="*/ 2312321 h 3047670"/>
              <a:gd name="GluePoint888X" fmla="*/ 622798 w 3044273"/>
              <a:gd name="GluePoint888Y" fmla="*/ 2301894 h 3047670"/>
              <a:gd name="GluePoint889X" fmla="*/ 633224 w 3044273"/>
              <a:gd name="GluePoint889Y" fmla="*/ 2291468 h 3047670"/>
              <a:gd name="GluePoint890X" fmla="*/ 899401 w 3044273"/>
              <a:gd name="GluePoint890Y" fmla="*/ 2289962 h 3047670"/>
              <a:gd name="GluePoint891X" fmla="*/ 915229 w 3044273"/>
              <a:gd name="GluePoint891Y" fmla="*/ 2305663 h 3047670"/>
              <a:gd name="GluePoint892X" fmla="*/ 899528 w 3044273"/>
              <a:gd name="GluePoint892Y" fmla="*/ 2321366 h 3047670"/>
              <a:gd name="GluePoint893X" fmla="*/ 883700 w 3044273"/>
              <a:gd name="GluePoint893Y" fmla="*/ 2305663 h 3047670"/>
              <a:gd name="GluePoint894X" fmla="*/ 899401 w 3044273"/>
              <a:gd name="GluePoint894Y" fmla="*/ 2289962 h 3047670"/>
              <a:gd name="GluePoint895X" fmla="*/ 507861 w 3044273"/>
              <a:gd name="GluePoint895Y" fmla="*/ 2285941 h 3047670"/>
              <a:gd name="GluePoint896X" fmla="*/ 515020 w 3044273"/>
              <a:gd name="GluePoint896Y" fmla="*/ 2292976 h 3047670"/>
              <a:gd name="GluePoint897X" fmla="*/ 507986 w 3044273"/>
              <a:gd name="GluePoint897Y" fmla="*/ 2300135 h 3047670"/>
              <a:gd name="GluePoint898X" fmla="*/ 500952 w 3044273"/>
              <a:gd name="GluePoint898Y" fmla="*/ 2293101 h 3047670"/>
              <a:gd name="GluePoint899X" fmla="*/ 507861 w 3044273"/>
              <a:gd name="GluePoint899Y" fmla="*/ 2285941 h 3047670"/>
              <a:gd name="GluePoint900X" fmla="*/ 1273481 w 3044273"/>
              <a:gd name="GluePoint900Y" fmla="*/ 2284308 h 3047670"/>
              <a:gd name="GluePoint901X" fmla="*/ 1295464 w 3044273"/>
              <a:gd name="GluePoint901Y" fmla="*/ 2306164 h 3047670"/>
              <a:gd name="GluePoint902X" fmla="*/ 1273608 w 3044273"/>
              <a:gd name="GluePoint902Y" fmla="*/ 2328147 h 3047670"/>
              <a:gd name="GluePoint903X" fmla="*/ 1251625 w 3044273"/>
              <a:gd name="GluePoint903Y" fmla="*/ 2306291 h 3047670"/>
              <a:gd name="GluePoint904X" fmla="*/ 1273481 w 3044273"/>
              <a:gd name="GluePoint904Y" fmla="*/ 2284308 h 3047670"/>
              <a:gd name="GluePoint905X" fmla="*/ 2285813 w 3044273"/>
              <a:gd name="GluePoint905Y" fmla="*/ 2282675 h 3047670"/>
              <a:gd name="GluePoint906X" fmla="*/ 2304277 w 3044273"/>
              <a:gd name="GluePoint906Y" fmla="*/ 2301014 h 3047670"/>
              <a:gd name="GluePoint907X" fmla="*/ 2285938 w 3044273"/>
              <a:gd name="GluePoint907Y" fmla="*/ 2319480 h 3047670"/>
              <a:gd name="GluePoint908X" fmla="*/ 2267472 w 3044273"/>
              <a:gd name="GluePoint908Y" fmla="*/ 2301141 h 3047670"/>
              <a:gd name="GluePoint909X" fmla="*/ 2285813 w 3044273"/>
              <a:gd name="GluePoint909Y" fmla="*/ 2282675 h 3047670"/>
              <a:gd name="GluePoint910X" fmla="*/ 1775690 w 3044273"/>
              <a:gd name="GluePoint910Y" fmla="*/ 2281796 h 3047670"/>
              <a:gd name="GluePoint911X" fmla="*/ 1798300 w 3044273"/>
              <a:gd name="GluePoint911Y" fmla="*/ 2304282 h 3047670"/>
              <a:gd name="GluePoint912X" fmla="*/ 1775815 w 3044273"/>
              <a:gd name="GluePoint912Y" fmla="*/ 2326893 h 3047670"/>
              <a:gd name="GluePoint913X" fmla="*/ 1753079 w 3044273"/>
              <a:gd name="GluePoint913Y" fmla="*/ 2304407 h 3047670"/>
              <a:gd name="GluePoint914X" fmla="*/ 1775690 w 3044273"/>
              <a:gd name="GluePoint914Y" fmla="*/ 2281796 h 3047670"/>
              <a:gd name="GluePoint915X" fmla="*/ 2415951 w 3044273"/>
              <a:gd name="GluePoint915Y" fmla="*/ 2280413 h 3047670"/>
              <a:gd name="GluePoint916X" fmla="*/ 2431025 w 3044273"/>
              <a:gd name="GluePoint916Y" fmla="*/ 2295362 h 3047670"/>
              <a:gd name="GluePoint917X" fmla="*/ 2416076 w 3044273"/>
              <a:gd name="GluePoint917Y" fmla="*/ 2310436 h 3047670"/>
              <a:gd name="GluePoint918X" fmla="*/ 2400877 w 3044273"/>
              <a:gd name="GluePoint918Y" fmla="*/ 2295488 h 3047670"/>
              <a:gd name="GluePoint919X" fmla="*/ 2415951 w 3044273"/>
              <a:gd name="GluePoint919Y" fmla="*/ 2280413 h 3047670"/>
              <a:gd name="GluePoint920X" fmla="*/ 2149647 w 3044273"/>
              <a:gd name="GluePoint920Y" fmla="*/ 2278279 h 3047670"/>
              <a:gd name="GluePoint921X" fmla="*/ 2172510 w 3044273"/>
              <a:gd name="GluePoint921Y" fmla="*/ 2301015 h 3047670"/>
              <a:gd name="GluePoint922X" fmla="*/ 2149772 w 3044273"/>
              <a:gd name="GluePoint922Y" fmla="*/ 2323878 h 3047670"/>
              <a:gd name="GluePoint923X" fmla="*/ 2126911 w 3044273"/>
              <a:gd name="GluePoint923Y" fmla="*/ 2301142 h 3047670"/>
              <a:gd name="GluePoint924X" fmla="*/ 2149647 w 3044273"/>
              <a:gd name="GluePoint924Y" fmla="*/ 2278279 h 3047670"/>
              <a:gd name="GluePoint925X" fmla="*/ 2541061 w 3044273"/>
              <a:gd name="GluePoint925Y" fmla="*/ 2276519 h 3047670"/>
              <a:gd name="GluePoint926X" fmla="*/ 2550358 w 3044273"/>
              <a:gd name="GluePoint926Y" fmla="*/ 2285815 h 3047670"/>
              <a:gd name="GluePoint927X" fmla="*/ 2541061 w 3044273"/>
              <a:gd name="GluePoint927Y" fmla="*/ 2295110 h 3047670"/>
              <a:gd name="GluePoint928X" fmla="*/ 2531766 w 3044273"/>
              <a:gd name="GluePoint928Y" fmla="*/ 2285815 h 3047670"/>
              <a:gd name="GluePoint929X" fmla="*/ 2541061 w 3044273"/>
              <a:gd name="GluePoint929Y" fmla="*/ 2276519 h 3047670"/>
              <a:gd name="GluePoint930X" fmla="*/ 1042603 w 3044273"/>
              <a:gd name="GluePoint930Y" fmla="*/ 2275515 h 3047670"/>
              <a:gd name="GluePoint931X" fmla="*/ 1063329 w 3044273"/>
              <a:gd name="GluePoint931Y" fmla="*/ 2295991 h 3047670"/>
              <a:gd name="GluePoint932X" fmla="*/ 1042854 w 3044273"/>
              <a:gd name="GluePoint932Y" fmla="*/ 2316592 h 3047670"/>
              <a:gd name="GluePoint933X" fmla="*/ 1022253 w 3044273"/>
              <a:gd name="GluePoint933Y" fmla="*/ 2296117 h 3047670"/>
              <a:gd name="GluePoint934X" fmla="*/ 1042603 w 3044273"/>
              <a:gd name="GluePoint934Y" fmla="*/ 2275515 h 3047670"/>
              <a:gd name="GluePoint935X" fmla="*/ 387019 w 3044273"/>
              <a:gd name="GluePoint935Y" fmla="*/ 2274887 h 3047670"/>
              <a:gd name="GluePoint936X" fmla="*/ 393677 w 3044273"/>
              <a:gd name="GluePoint936Y" fmla="*/ 2281545 h 3047670"/>
              <a:gd name="GluePoint937X" fmla="*/ 387019 w 3044273"/>
              <a:gd name="GluePoint937Y" fmla="*/ 2288202 h 3047670"/>
              <a:gd name="GluePoint938X" fmla="*/ 380362 w 3044273"/>
              <a:gd name="GluePoint938Y" fmla="*/ 2281545 h 3047670"/>
              <a:gd name="GluePoint939X" fmla="*/ 387019 w 3044273"/>
              <a:gd name="GluePoint939Y" fmla="*/ 2274887 h 3047670"/>
              <a:gd name="GluePoint940X" fmla="*/ 2006196 w 3044273"/>
              <a:gd name="GluePoint940Y" fmla="*/ 2268480 h 3047670"/>
              <a:gd name="GluePoint941X" fmla="*/ 2030439 w 3044273"/>
              <a:gd name="GluePoint941Y" fmla="*/ 2292473 h 3047670"/>
              <a:gd name="GluePoint942X" fmla="*/ 2006447 w 3044273"/>
              <a:gd name="GluePoint942Y" fmla="*/ 2316716 h 3047670"/>
              <a:gd name="GluePoint943X" fmla="*/ 1982204 w 3044273"/>
              <a:gd name="GluePoint943Y" fmla="*/ 2292724 h 3047670"/>
              <a:gd name="GluePoint944X" fmla="*/ 2006196 w 3044273"/>
              <a:gd name="GluePoint944Y" fmla="*/ 2268480 h 3047670"/>
              <a:gd name="GluePoint945X" fmla="*/ 2661904 w 3044273"/>
              <a:gd name="GluePoint945Y" fmla="*/ 2263455 h 3047670"/>
              <a:gd name="GluePoint946X" fmla="*/ 2671702 w 3044273"/>
              <a:gd name="GluePoint946Y" fmla="*/ 2273126 h 3047670"/>
              <a:gd name="GluePoint947X" fmla="*/ 2662029 w 3044273"/>
              <a:gd name="GluePoint947Y" fmla="*/ 2282924 h 3047670"/>
              <a:gd name="GluePoint948X" fmla="*/ 2652232 w 3044273"/>
              <a:gd name="GluePoint948Y" fmla="*/ 2273252 h 3047670"/>
              <a:gd name="GluePoint949X" fmla="*/ 2661904 w 3044273"/>
              <a:gd name="GluePoint949Y" fmla="*/ 2263455 h 3047670"/>
              <a:gd name="GluePoint950X" fmla="*/ 269444 w 3044273"/>
              <a:gd name="GluePoint950Y" fmla="*/ 2263330 h 3047670"/>
              <a:gd name="GluePoint951X" fmla="*/ 273841 w 3044273"/>
              <a:gd name="GluePoint951Y" fmla="*/ 2267727 h 3047670"/>
              <a:gd name="GluePoint952X" fmla="*/ 269444 w 3044273"/>
              <a:gd name="GluePoint952Y" fmla="*/ 2272123 h 3047670"/>
              <a:gd name="GluePoint953X" fmla="*/ 264922 w 3044273"/>
              <a:gd name="GluePoint953Y" fmla="*/ 2267727 h 3047670"/>
              <a:gd name="GluePoint954X" fmla="*/ 269444 w 3044273"/>
              <a:gd name="GluePoint954Y" fmla="*/ 2263330 h 3047670"/>
              <a:gd name="GluePoint955X" fmla="*/ 1854201 w 3044273"/>
              <a:gd name="GluePoint955Y" fmla="*/ 2254160 h 3047670"/>
              <a:gd name="GluePoint956X" fmla="*/ 1871537 w 3044273"/>
              <a:gd name="GluePoint956Y" fmla="*/ 2271368 h 3047670"/>
              <a:gd name="GluePoint957X" fmla="*/ 1854326 w 3044273"/>
              <a:gd name="GluePoint957Y" fmla="*/ 2288703 h 3047670"/>
              <a:gd name="GluePoint958X" fmla="*/ 1836992 w 3044273"/>
              <a:gd name="GluePoint958Y" fmla="*/ 2271495 h 3047670"/>
              <a:gd name="GluePoint959X" fmla="*/ 1854201 w 3044273"/>
              <a:gd name="GluePoint959Y" fmla="*/ 2254160 h 3047670"/>
              <a:gd name="GluePoint960X" fmla="*/ 1194598 w 3044273"/>
              <a:gd name="GluePoint960Y" fmla="*/ 2253659 h 3047670"/>
              <a:gd name="GluePoint961X" fmla="*/ 1214821 w 3044273"/>
              <a:gd name="GluePoint961Y" fmla="*/ 2273757 h 3047670"/>
              <a:gd name="GluePoint962X" fmla="*/ 1194723 w 3044273"/>
              <a:gd name="GluePoint962Y" fmla="*/ 2293981 h 3047670"/>
              <a:gd name="GluePoint963X" fmla="*/ 1174499 w 3044273"/>
              <a:gd name="GluePoint963Y" fmla="*/ 2273883 h 3047670"/>
              <a:gd name="GluePoint964X" fmla="*/ 1194598 w 3044273"/>
              <a:gd name="GluePoint964Y" fmla="*/ 2253659 h 3047670"/>
              <a:gd name="GluePoint965X" fmla="*/ 2779480 w 3044273"/>
              <a:gd name="GluePoint965Y" fmla="*/ 2253531 h 3047670"/>
              <a:gd name="GluePoint966X" fmla="*/ 2784630 w 3044273"/>
              <a:gd name="GluePoint966Y" fmla="*/ 2258555 h 3047670"/>
              <a:gd name="GluePoint967X" fmla="*/ 2779605 w 3044273"/>
              <a:gd name="GluePoint967Y" fmla="*/ 2263705 h 3047670"/>
              <a:gd name="GluePoint968X" fmla="*/ 2774455 w 3044273"/>
              <a:gd name="GluePoint968Y" fmla="*/ 2258681 h 3047670"/>
              <a:gd name="GluePoint969X" fmla="*/ 2779480 w 3044273"/>
              <a:gd name="GluePoint969Y" fmla="*/ 2253531 h 3047670"/>
              <a:gd name="GluePoint970X" fmla="*/ 1524463 w 3044273"/>
              <a:gd name="GluePoint970Y" fmla="*/ 2241850 h 3047670"/>
              <a:gd name="GluePoint971X" fmla="*/ 1535518 w 3044273"/>
              <a:gd name="GluePoint971Y" fmla="*/ 2252904 h 3047670"/>
              <a:gd name="GluePoint972X" fmla="*/ 1524463 w 3044273"/>
              <a:gd name="GluePoint972Y" fmla="*/ 2263958 h 3047670"/>
              <a:gd name="GluePoint973X" fmla="*/ 1513409 w 3044273"/>
              <a:gd name="GluePoint973Y" fmla="*/ 2252904 h 3047670"/>
              <a:gd name="GluePoint974X" fmla="*/ 1524463 w 3044273"/>
              <a:gd name="GluePoint974Y" fmla="*/ 2241850 h 3047670"/>
              <a:gd name="GluePoint975X" fmla="*/ 2894164 w 3044273"/>
              <a:gd name="GluePoint975Y" fmla="*/ 2240469 h 3047670"/>
              <a:gd name="GluePoint976X" fmla="*/ 2896174 w 3044273"/>
              <a:gd name="GluePoint976Y" fmla="*/ 2242479 h 3047670"/>
              <a:gd name="GluePoint977X" fmla="*/ 2894164 w 3044273"/>
              <a:gd name="GluePoint977Y" fmla="*/ 2244489 h 3047670"/>
              <a:gd name="GluePoint978X" fmla="*/ 2892154 w 3044273"/>
              <a:gd name="GluePoint978Y" fmla="*/ 2242479 h 3047670"/>
              <a:gd name="GluePoint979X" fmla="*/ 2894164 w 3044273"/>
              <a:gd name="GluePoint979Y" fmla="*/ 2240469 h 3047670"/>
              <a:gd name="GluePoint980X" fmla="*/ 1439295 w 3044273"/>
              <a:gd name="GluePoint980Y" fmla="*/ 2235947 h 3047670"/>
              <a:gd name="GluePoint981X" fmla="*/ 1451104 w 3044273"/>
              <a:gd name="GluePoint981Y" fmla="*/ 2247629 h 3047670"/>
              <a:gd name="GluePoint982X" fmla="*/ 1439420 w 3044273"/>
              <a:gd name="GluePoint982Y" fmla="*/ 2259438 h 3047670"/>
              <a:gd name="GluePoint983X" fmla="*/ 1427613 w 3044273"/>
              <a:gd name="GluePoint983Y" fmla="*/ 2247756 h 3047670"/>
              <a:gd name="GluePoint984X" fmla="*/ 1439295 w 3044273"/>
              <a:gd name="GluePoint984Y" fmla="*/ 2235947 h 3047670"/>
              <a:gd name="GluePoint985X" fmla="*/ 1609379 w 3044273"/>
              <a:gd name="GluePoint985Y" fmla="*/ 2235067 h 3047670"/>
              <a:gd name="GluePoint986X" fmla="*/ 1621313 w 3044273"/>
              <a:gd name="GluePoint986Y" fmla="*/ 2247001 h 3047670"/>
              <a:gd name="GluePoint987X" fmla="*/ 1609379 w 3044273"/>
              <a:gd name="GluePoint987Y" fmla="*/ 2259059 h 3047670"/>
              <a:gd name="GluePoint988X" fmla="*/ 1597445 w 3044273"/>
              <a:gd name="GluePoint988Y" fmla="*/ 2247126 h 3047670"/>
              <a:gd name="GluePoint989X" fmla="*/ 1609379 w 3044273"/>
              <a:gd name="GluePoint989Y" fmla="*/ 2235067 h 3047670"/>
              <a:gd name="GluePoint990X" fmla="*/ 707085 w 3044273"/>
              <a:gd name="GluePoint990Y" fmla="*/ 2229413 h 3047670"/>
              <a:gd name="GluePoint991X" fmla="*/ 720149 w 3044273"/>
              <a:gd name="GluePoint991Y" fmla="*/ 2242479 h 3047670"/>
              <a:gd name="GluePoint992X" fmla="*/ 707211 w 3044273"/>
              <a:gd name="GluePoint992Y" fmla="*/ 2255542 h 3047670"/>
              <a:gd name="GluePoint993X" fmla="*/ 694147 w 3044273"/>
              <a:gd name="GluePoint993Y" fmla="*/ 2242479 h 3047670"/>
              <a:gd name="GluePoint994X" fmla="*/ 707085 w 3044273"/>
              <a:gd name="GluePoint994Y" fmla="*/ 2229413 h 3047670"/>
              <a:gd name="GluePoint995X" fmla="*/ 837598 w 3044273"/>
              <a:gd name="GluePoint995Y" fmla="*/ 2229162 h 3047670"/>
              <a:gd name="GluePoint996X" fmla="*/ 855309 w 3044273"/>
              <a:gd name="GluePoint996Y" fmla="*/ 2246748 h 3047670"/>
              <a:gd name="GluePoint997X" fmla="*/ 837725 w 3044273"/>
              <a:gd name="GluePoint997Y" fmla="*/ 2264586 h 3047670"/>
              <a:gd name="GluePoint998X" fmla="*/ 819887 w 3044273"/>
              <a:gd name="GluePoint998Y" fmla="*/ 2247000 h 3047670"/>
              <a:gd name="GluePoint999X" fmla="*/ 837598 w 3044273"/>
              <a:gd name="GluePoint999Y" fmla="*/ 2229162 h 3047670"/>
              <a:gd name="GluePoint1000X" fmla="*/ 974645 w 3044273"/>
              <a:gd name="GluePoint1000Y" fmla="*/ 2224641 h 3047670"/>
              <a:gd name="GluePoint1001X" fmla="*/ 994869 w 3044273"/>
              <a:gd name="GluePoint1001Y" fmla="*/ 2244739 h 3047670"/>
              <a:gd name="GluePoint1002X" fmla="*/ 974770 w 3044273"/>
              <a:gd name="GluePoint1002Y" fmla="*/ 2264963 h 3047670"/>
              <a:gd name="GluePoint1003X" fmla="*/ 954547 w 3044273"/>
              <a:gd name="GluePoint1003Y" fmla="*/ 2244865 h 3047670"/>
              <a:gd name="GluePoint1004X" fmla="*/ 974645 w 3044273"/>
              <a:gd name="GluePoint1004Y" fmla="*/ 2224641 h 3047670"/>
              <a:gd name="GluePoint1005X" fmla="*/ 582224 w 3044273"/>
              <a:gd name="GluePoint1005Y" fmla="*/ 2222883 h 3047670"/>
              <a:gd name="GluePoint1006X" fmla="*/ 592902 w 3044273"/>
              <a:gd name="GluePoint1006Y" fmla="*/ 2233434 h 3047670"/>
              <a:gd name="GluePoint1007X" fmla="*/ 582349 w 3044273"/>
              <a:gd name="GluePoint1007Y" fmla="*/ 2244111 h 3047670"/>
              <a:gd name="GluePoint1008X" fmla="*/ 571672 w 3044273"/>
              <a:gd name="GluePoint1008Y" fmla="*/ 2233560 h 3047670"/>
              <a:gd name="GluePoint1009X" fmla="*/ 582224 w 3044273"/>
              <a:gd name="GluePoint1009Y" fmla="*/ 2222883 h 3047670"/>
              <a:gd name="GluePoint1010X" fmla="*/ 2211073 w 3044273"/>
              <a:gd name="GluePoint1010Y" fmla="*/ 2217983 h 3047670"/>
              <a:gd name="GluePoint1011X" fmla="*/ 2235064 w 3044273"/>
              <a:gd name="GluePoint1011Y" fmla="*/ 2241849 h 3047670"/>
              <a:gd name="GluePoint1012X" fmla="*/ 2211198 w 3044273"/>
              <a:gd name="GluePoint1012Y" fmla="*/ 2265842 h 3047670"/>
              <a:gd name="GluePoint1013X" fmla="*/ 2187205 w 3044273"/>
              <a:gd name="GluePoint1013Y" fmla="*/ 2241976 h 3047670"/>
              <a:gd name="GluePoint1014X" fmla="*/ 2211073 w 3044273"/>
              <a:gd name="GluePoint1014Y" fmla="*/ 2217983 h 3047670"/>
              <a:gd name="GluePoint1015X" fmla="*/ 1355636 w 3044273"/>
              <a:gd name="GluePoint1015Y" fmla="*/ 2217731 h 3047670"/>
              <a:gd name="GluePoint1016X" fmla="*/ 1369579 w 3044273"/>
              <a:gd name="GluePoint1016Y" fmla="*/ 2231675 h 3047670"/>
              <a:gd name="GluePoint1017X" fmla="*/ 1355761 w 3044273"/>
              <a:gd name="GluePoint1017Y" fmla="*/ 2245618 h 3047670"/>
              <a:gd name="GluePoint1018X" fmla="*/ 1341692 w 3044273"/>
              <a:gd name="GluePoint1018Y" fmla="*/ 2231800 h 3047670"/>
              <a:gd name="GluePoint1019X" fmla="*/ 1355636 w 3044273"/>
              <a:gd name="GluePoint1019Y" fmla="*/ 2217731 h 3047670"/>
              <a:gd name="GluePoint1020X" fmla="*/ 1693038 w 3044273"/>
              <a:gd name="GluePoint1020Y" fmla="*/ 2215847 h 3047670"/>
              <a:gd name="GluePoint1021X" fmla="*/ 1707734 w 3044273"/>
              <a:gd name="GluePoint1021Y" fmla="*/ 2230418 h 3047670"/>
              <a:gd name="GluePoint1022X" fmla="*/ 1693163 w 3044273"/>
              <a:gd name="GluePoint1022Y" fmla="*/ 2245115 h 3047670"/>
              <a:gd name="GluePoint1023X" fmla="*/ 1678466 w 3044273"/>
              <a:gd name="GluePoint1023Y" fmla="*/ 2230544 h 3047670"/>
              <a:gd name="GluePoint1024X" fmla="*/ 1693038 w 3044273"/>
              <a:gd name="GluePoint1024Y" fmla="*/ 2215847 h 3047670"/>
              <a:gd name="GluePoint1025X" fmla="*/ 2073901 w 3044273"/>
              <a:gd name="GluePoint1025Y" fmla="*/ 2215596 h 3047670"/>
              <a:gd name="GluePoint1026X" fmla="*/ 2099275 w 3044273"/>
              <a:gd name="GluePoint1026Y" fmla="*/ 2240719 h 3047670"/>
              <a:gd name="GluePoint1027X" fmla="*/ 2074152 w 3044273"/>
              <a:gd name="GluePoint1027Y" fmla="*/ 2266093 h 3047670"/>
              <a:gd name="GluePoint1028X" fmla="*/ 2048904 w 3044273"/>
              <a:gd name="GluePoint1028Y" fmla="*/ 2240970 h 3047670"/>
              <a:gd name="GluePoint1029X" fmla="*/ 2073901 w 3044273"/>
              <a:gd name="GluePoint1029Y" fmla="*/ 2215596 h 3047670"/>
              <a:gd name="GluePoint1030X" fmla="*/ 2341462 w 3044273"/>
              <a:gd name="GluePoint1030Y" fmla="*/ 2215471 h 3047670"/>
              <a:gd name="GluePoint1031X" fmla="*/ 2362566 w 3044273"/>
              <a:gd name="GluePoint1031Y" fmla="*/ 2236449 h 3047670"/>
              <a:gd name="GluePoint1032X" fmla="*/ 2341588 w 3044273"/>
              <a:gd name="GluePoint1032Y" fmla="*/ 2257551 h 3047670"/>
              <a:gd name="GluePoint1033X" fmla="*/ 2320484 w 3044273"/>
              <a:gd name="GluePoint1033Y" fmla="*/ 2236574 h 3047670"/>
              <a:gd name="GluePoint1034X" fmla="*/ 2341462 w 3044273"/>
              <a:gd name="GluePoint1034Y" fmla="*/ 2215471 h 3047670"/>
              <a:gd name="GluePoint1035X" fmla="*/ 461633 w 3044273"/>
              <a:gd name="GluePoint1035Y" fmla="*/ 2212832 h 3047670"/>
              <a:gd name="GluePoint1036X" fmla="*/ 470300 w 3044273"/>
              <a:gd name="GluePoint1036Y" fmla="*/ 2221499 h 3047670"/>
              <a:gd name="GluePoint1037X" fmla="*/ 461759 w 3044273"/>
              <a:gd name="GluePoint1037Y" fmla="*/ 2230166 h 3047670"/>
              <a:gd name="GluePoint1038X" fmla="*/ 453092 w 3044273"/>
              <a:gd name="GluePoint1038Y" fmla="*/ 2221499 h 3047670"/>
              <a:gd name="GluePoint1039X" fmla="*/ 461633 w 3044273"/>
              <a:gd name="GluePoint1039Y" fmla="*/ 2212832 h 3047670"/>
              <a:gd name="GluePoint1040X" fmla="*/ 1119855 w 3044273"/>
              <a:gd name="GluePoint1040Y" fmla="*/ 2212707 h 3047670"/>
              <a:gd name="GluePoint1041X" fmla="*/ 1140079 w 3044273"/>
              <a:gd name="GluePoint1041Y" fmla="*/ 2232805 h 3047670"/>
              <a:gd name="GluePoint1042X" fmla="*/ 1119980 w 3044273"/>
              <a:gd name="GluePoint1042Y" fmla="*/ 2253029 h 3047670"/>
              <a:gd name="GluePoint1043X" fmla="*/ 1099757 w 3044273"/>
              <a:gd name="GluePoint1043Y" fmla="*/ 2232931 h 3047670"/>
              <a:gd name="GluePoint1044X" fmla="*/ 1119855 w 3044273"/>
              <a:gd name="GluePoint1044Y" fmla="*/ 2212707 h 3047670"/>
              <a:gd name="GluePoint1045X" fmla="*/ 2466323 w 3044273"/>
              <a:gd name="GluePoint1045Y" fmla="*/ 2211701 h 3047670"/>
              <a:gd name="GluePoint1046X" fmla="*/ 2481397 w 3044273"/>
              <a:gd name="GluePoint1046Y" fmla="*/ 2226650 h 3047670"/>
              <a:gd name="GluePoint1047X" fmla="*/ 2466448 w 3044273"/>
              <a:gd name="GluePoint1047Y" fmla="*/ 2241849 h 3047670"/>
              <a:gd name="GluePoint1048X" fmla="*/ 2451374 w 3044273"/>
              <a:gd name="GluePoint1048Y" fmla="*/ 2226775 h 3047670"/>
              <a:gd name="GluePoint1049X" fmla="*/ 2466323 w 3044273"/>
              <a:gd name="GluePoint1049Y" fmla="*/ 2211701 h 3047670"/>
              <a:gd name="GluePoint1050X" fmla="*/ 1928565 w 3044273"/>
              <a:gd name="GluePoint1050Y" fmla="*/ 2208687 h 3047670"/>
              <a:gd name="GluePoint1051X" fmla="*/ 1949919 w 3044273"/>
              <a:gd name="GluePoint1051Y" fmla="*/ 2229915 h 3047670"/>
              <a:gd name="GluePoint1052X" fmla="*/ 1928816 w 3044273"/>
              <a:gd name="GluePoint1052Y" fmla="*/ 2251270 h 3047670"/>
              <a:gd name="GluePoint1053X" fmla="*/ 1907462 w 3044273"/>
              <a:gd name="GluePoint1053Y" fmla="*/ 2230041 h 3047670"/>
              <a:gd name="GluePoint1054X" fmla="*/ 1928565 w 3044273"/>
              <a:gd name="GluePoint1054Y" fmla="*/ 2208687 h 3047670"/>
              <a:gd name="GluePoint1055X" fmla="*/ 344812 w 3044273"/>
              <a:gd name="GluePoint1055Y" fmla="*/ 2202910 h 3047670"/>
              <a:gd name="GluePoint1056X" fmla="*/ 349208 w 3044273"/>
              <a:gd name="GluePoint1056Y" fmla="*/ 2207307 h 3047670"/>
              <a:gd name="GluePoint1057X" fmla="*/ 344812 w 3044273"/>
              <a:gd name="GluePoint1057Y" fmla="*/ 2211703 h 3047670"/>
              <a:gd name="GluePoint1058X" fmla="*/ 340416 w 3044273"/>
              <a:gd name="GluePoint1058Y" fmla="*/ 2207307 h 3047670"/>
              <a:gd name="GluePoint1059X" fmla="*/ 344812 w 3044273"/>
              <a:gd name="GluePoint1059Y" fmla="*/ 2202910 h 3047670"/>
              <a:gd name="GluePoint1060X" fmla="*/ 2586788 w 3044273"/>
              <a:gd name="GluePoint1060Y" fmla="*/ 2201150 h 3047670"/>
              <a:gd name="GluePoint1061X" fmla="*/ 2599474 w 3044273"/>
              <a:gd name="GluePoint1061Y" fmla="*/ 2213711 h 3047670"/>
              <a:gd name="GluePoint1062X" fmla="*/ 2586913 w 3044273"/>
              <a:gd name="GluePoint1062Y" fmla="*/ 2226398 h 3047670"/>
              <a:gd name="GluePoint1063X" fmla="*/ 2574226 w 3044273"/>
              <a:gd name="GluePoint1063Y" fmla="*/ 2213837 h 3047670"/>
              <a:gd name="GluePoint1064X" fmla="*/ 2586788 w 3044273"/>
              <a:gd name="GluePoint1064Y" fmla="*/ 2201150 h 3047670"/>
              <a:gd name="GluePoint1065X" fmla="*/ 231007 w 3044273"/>
              <a:gd name="GluePoint1065Y" fmla="*/ 2190348 h 3047670"/>
              <a:gd name="GluePoint1066X" fmla="*/ 232388 w 3044273"/>
              <a:gd name="GluePoint1066Y" fmla="*/ 2191605 h 3047670"/>
              <a:gd name="GluePoint1067X" fmla="*/ 231007 w 3044273"/>
              <a:gd name="GluePoint1067Y" fmla="*/ 2192985 h 3047670"/>
              <a:gd name="GluePoint1068X" fmla="*/ 229625 w 3044273"/>
              <a:gd name="GluePoint1068Y" fmla="*/ 2191605 h 3047670"/>
              <a:gd name="GluePoint1069X" fmla="*/ 231007 w 3044273"/>
              <a:gd name="GluePoint1069Y" fmla="*/ 2190348 h 3047670"/>
              <a:gd name="GluePoint1070X" fmla="*/ 2703483 w 3044273"/>
              <a:gd name="GluePoint1070Y" fmla="*/ 2188965 h 3047670"/>
              <a:gd name="GluePoint1071X" fmla="*/ 2713281 w 3044273"/>
              <a:gd name="GluePoint1071Y" fmla="*/ 2198636 h 3047670"/>
              <a:gd name="GluePoint1072X" fmla="*/ 2703608 w 3044273"/>
              <a:gd name="GluePoint1072Y" fmla="*/ 2208434 h 3047670"/>
              <a:gd name="GluePoint1073X" fmla="*/ 2693811 w 3044273"/>
              <a:gd name="GluePoint1073Y" fmla="*/ 2198762 h 3047670"/>
              <a:gd name="GluePoint1074X" fmla="*/ 2703483 w 3044273"/>
              <a:gd name="GluePoint1074Y" fmla="*/ 2188965 h 3047670"/>
              <a:gd name="GluePoint1075X" fmla="*/ 1274613 w 3044273"/>
              <a:gd name="GluePoint1075Y" fmla="*/ 2187962 h 3047670"/>
              <a:gd name="GluePoint1076X" fmla="*/ 1291949 w 3044273"/>
              <a:gd name="GluePoint1076Y" fmla="*/ 2205170 h 3047670"/>
              <a:gd name="GluePoint1077X" fmla="*/ 1274740 w 3044273"/>
              <a:gd name="GluePoint1077Y" fmla="*/ 2222505 h 3047670"/>
              <a:gd name="GluePoint1078X" fmla="*/ 1257405 w 3044273"/>
              <a:gd name="GluePoint1078Y" fmla="*/ 2205297 h 3047670"/>
              <a:gd name="GluePoint1079X" fmla="*/ 1274613 w 3044273"/>
              <a:gd name="GluePoint1079Y" fmla="*/ 2187962 h 3047670"/>
              <a:gd name="GluePoint1080X" fmla="*/ 1773806 w 3044273"/>
              <a:gd name="GluePoint1080Y" fmla="*/ 2186078 h 3047670"/>
              <a:gd name="GluePoint1081X" fmla="*/ 1791142 w 3044273"/>
              <a:gd name="GluePoint1081Y" fmla="*/ 2203286 h 3047670"/>
              <a:gd name="GluePoint1082X" fmla="*/ 1773933 w 3044273"/>
              <a:gd name="GluePoint1082Y" fmla="*/ 2220621 h 3047670"/>
              <a:gd name="GluePoint1083X" fmla="*/ 1756597 w 3044273"/>
              <a:gd name="GluePoint1083Y" fmla="*/ 2203413 h 3047670"/>
              <a:gd name="GluePoint1084X" fmla="*/ 1773806 w 3044273"/>
              <a:gd name="GluePoint1084Y" fmla="*/ 2186078 h 3047670"/>
              <a:gd name="GluePoint1085X" fmla="*/ 2817415 w 3044273"/>
              <a:gd name="GluePoint1085Y" fmla="*/ 2178414 h 3047670"/>
              <a:gd name="GluePoint1086X" fmla="*/ 2821185 w 3044273"/>
              <a:gd name="GluePoint1086Y" fmla="*/ 2182183 h 3047670"/>
              <a:gd name="GluePoint1087X" fmla="*/ 2817415 w 3044273"/>
              <a:gd name="GluePoint1087Y" fmla="*/ 2185951 h 3047670"/>
              <a:gd name="GluePoint1088X" fmla="*/ 2813646 w 3044273"/>
              <a:gd name="GluePoint1088Y" fmla="*/ 2182183 h 3047670"/>
              <a:gd name="GluePoint1089X" fmla="*/ 2817415 w 3044273"/>
              <a:gd name="GluePoint1089Y" fmla="*/ 2178414 h 3047670"/>
              <a:gd name="GluePoint1090X" fmla="*/ 911963 w 3044273"/>
              <a:gd name="GluePoint1090Y" fmla="*/ 2168365 h 3047670"/>
              <a:gd name="GluePoint1091X" fmla="*/ 930806 w 3044273"/>
              <a:gd name="GluePoint1091Y" fmla="*/ 2187082 h 3047670"/>
              <a:gd name="GluePoint1092X" fmla="*/ 912090 w 3044273"/>
              <a:gd name="GluePoint1092Y" fmla="*/ 2205925 h 3047670"/>
              <a:gd name="GluePoint1093X" fmla="*/ 893247 w 3044273"/>
              <a:gd name="GluePoint1093Y" fmla="*/ 2187208 h 3047670"/>
              <a:gd name="GluePoint1094X" fmla="*/ 911963 w 3044273"/>
              <a:gd name="GluePoint1094Y" fmla="*/ 2168365 h 3047670"/>
              <a:gd name="GluePoint1095X" fmla="*/ 1050140 w 3044273"/>
              <a:gd name="GluePoint1095Y" fmla="*/ 2166732 h 3047670"/>
              <a:gd name="GluePoint1096X" fmla="*/ 1067224 w 3044273"/>
              <a:gd name="GluePoint1096Y" fmla="*/ 2183691 h 3047670"/>
              <a:gd name="GluePoint1097X" fmla="*/ 1050266 w 3044273"/>
              <a:gd name="GluePoint1097Y" fmla="*/ 2200774 h 3047670"/>
              <a:gd name="GluePoint1098X" fmla="*/ 1033182 w 3044273"/>
              <a:gd name="GluePoint1098Y" fmla="*/ 2183816 h 3047670"/>
              <a:gd name="GluePoint1099X" fmla="*/ 1050140 w 3044273"/>
              <a:gd name="GluePoint1099Y" fmla="*/ 2166732 h 3047670"/>
              <a:gd name="GluePoint1100X" fmla="*/ 781324 w 3044273"/>
              <a:gd name="GluePoint1100Y" fmla="*/ 2165476 h 3047670"/>
              <a:gd name="GluePoint1101X" fmla="*/ 798910 w 3044273"/>
              <a:gd name="GluePoint1101Y" fmla="*/ 2182812 h 3047670"/>
              <a:gd name="GluePoint1102X" fmla="*/ 781450 w 3044273"/>
              <a:gd name="GluePoint1102Y" fmla="*/ 2200398 h 3047670"/>
              <a:gd name="GluePoint1103X" fmla="*/ 763864 w 3044273"/>
              <a:gd name="GluePoint1103Y" fmla="*/ 2182937 h 3047670"/>
              <a:gd name="GluePoint1104X" fmla="*/ 781324 w 3044273"/>
              <a:gd name="GluePoint1104Y" fmla="*/ 2165476 h 3047670"/>
              <a:gd name="GluePoint1105X" fmla="*/ 2928708 w 3044273"/>
              <a:gd name="GluePoint1105Y" fmla="*/ 2163341 h 3047670"/>
              <a:gd name="GluePoint1106X" fmla="*/ 2929840 w 3044273"/>
              <a:gd name="GluePoint1106Y" fmla="*/ 2164471 h 3047670"/>
              <a:gd name="GluePoint1107X" fmla="*/ 2928708 w 3044273"/>
              <a:gd name="GluePoint1107Y" fmla="*/ 2165601 h 3047670"/>
              <a:gd name="GluePoint1108X" fmla="*/ 2927578 w 3044273"/>
              <a:gd name="GluePoint1108Y" fmla="*/ 2164471 h 3047670"/>
              <a:gd name="GluePoint1109X" fmla="*/ 2928708 w 3044273"/>
              <a:gd name="GluePoint1109Y" fmla="*/ 2163341 h 3047670"/>
              <a:gd name="GluePoint1110X" fmla="*/ 1998030 w 3044273"/>
              <a:gd name="GluePoint1110Y" fmla="*/ 2161331 h 3047670"/>
              <a:gd name="GluePoint1111X" fmla="*/ 2017124 w 3044273"/>
              <a:gd name="GluePoint1111Y" fmla="*/ 2180299 h 3047670"/>
              <a:gd name="GluePoint1112X" fmla="*/ 1998156 w 3044273"/>
              <a:gd name="GluePoint1112Y" fmla="*/ 2199392 h 3047670"/>
              <a:gd name="GluePoint1113X" fmla="*/ 1979062 w 3044273"/>
              <a:gd name="GluePoint1113Y" fmla="*/ 2180424 h 3047670"/>
              <a:gd name="GluePoint1114X" fmla="*/ 1998030 w 3044273"/>
              <a:gd name="GluePoint1114Y" fmla="*/ 2161331 h 3047670"/>
              <a:gd name="GluePoint1115X" fmla="*/ 1850432 w 3044273"/>
              <a:gd name="GluePoint1115Y" fmla="*/ 2158567 h 3047670"/>
              <a:gd name="GluePoint1116X" fmla="*/ 1857969 w 3044273"/>
              <a:gd name="GluePoint1116Y" fmla="*/ 2166103 h 3047670"/>
              <a:gd name="GluePoint1117X" fmla="*/ 1850432 w 3044273"/>
              <a:gd name="GluePoint1117Y" fmla="*/ 2173639 h 3047670"/>
              <a:gd name="GluePoint1118X" fmla="*/ 1842895 w 3044273"/>
              <a:gd name="GluePoint1118Y" fmla="*/ 2166103 h 3047670"/>
              <a:gd name="GluePoint1119X" fmla="*/ 1850432 w 3044273"/>
              <a:gd name="GluePoint1119Y" fmla="*/ 2158567 h 3047670"/>
              <a:gd name="GluePoint1120X" fmla="*/ 656463 w 3044273"/>
              <a:gd name="GluePoint1120Y" fmla="*/ 2158567 h 3047670"/>
              <a:gd name="GluePoint1121X" fmla="*/ 671788 w 3044273"/>
              <a:gd name="GluePoint1121Y" fmla="*/ 2173766 h 3047670"/>
              <a:gd name="GluePoint1122X" fmla="*/ 656589 w 3044273"/>
              <a:gd name="GluePoint1122Y" fmla="*/ 2189091 h 3047670"/>
              <a:gd name="GluePoint1123X" fmla="*/ 641264 w 3044273"/>
              <a:gd name="GluePoint1123Y" fmla="*/ 2173893 h 3047670"/>
              <a:gd name="GluePoint1124X" fmla="*/ 656463 w 3044273"/>
              <a:gd name="GluePoint1124Y" fmla="*/ 2158567 h 3047670"/>
              <a:gd name="GluePoint1125X" fmla="*/ 2136081 w 3044273"/>
              <a:gd name="GluePoint1125Y" fmla="*/ 2158191 h 3047670"/>
              <a:gd name="GluePoint1126X" fmla="*/ 2160576 w 3044273"/>
              <a:gd name="GluePoint1126Y" fmla="*/ 2182435 h 3047670"/>
              <a:gd name="GluePoint1127X" fmla="*/ 2136333 w 3044273"/>
              <a:gd name="GluePoint1127Y" fmla="*/ 2206930 h 3047670"/>
              <a:gd name="GluePoint1128X" fmla="*/ 2111963 w 3044273"/>
              <a:gd name="GluePoint1128Y" fmla="*/ 2182687 h 3047670"/>
              <a:gd name="GluePoint1129X" fmla="*/ 2136081 w 3044273"/>
              <a:gd name="GluePoint1129Y" fmla="*/ 2158191 h 3047670"/>
              <a:gd name="GluePoint1130X" fmla="*/ 1197738 w 3044273"/>
              <a:gd name="GluePoint1130Y" fmla="*/ 2156683 h 3047670"/>
              <a:gd name="GluePoint1131X" fmla="*/ 1209545 w 3044273"/>
              <a:gd name="GluePoint1131Y" fmla="*/ 2168365 h 3047670"/>
              <a:gd name="GluePoint1132X" fmla="*/ 1197863 w 3044273"/>
              <a:gd name="GluePoint1132Y" fmla="*/ 2180174 h 3047670"/>
              <a:gd name="GluePoint1133X" fmla="*/ 1186056 w 3044273"/>
              <a:gd name="GluePoint1133Y" fmla="*/ 2168492 h 3047670"/>
              <a:gd name="GluePoint1134X" fmla="*/ 1197738 w 3044273"/>
              <a:gd name="GluePoint1134Y" fmla="*/ 2156683 h 3047670"/>
              <a:gd name="GluePoint1135X" fmla="*/ 1524086 w 3044273"/>
              <a:gd name="GluePoint1135Y" fmla="*/ 2155426 h 3047670"/>
              <a:gd name="GluePoint1136X" fmla="*/ 1526473 w 3044273"/>
              <a:gd name="GluePoint1136Y" fmla="*/ 2157813 h 3047670"/>
              <a:gd name="GluePoint1137X" fmla="*/ 1524086 w 3044273"/>
              <a:gd name="GluePoint1137Y" fmla="*/ 2160325 h 3047670"/>
              <a:gd name="GluePoint1138X" fmla="*/ 1521699 w 3044273"/>
              <a:gd name="GluePoint1138Y" fmla="*/ 2157938 h 3047670"/>
              <a:gd name="GluePoint1139X" fmla="*/ 1524086 w 3044273"/>
              <a:gd name="GluePoint1139Y" fmla="*/ 2155426 h 3047670"/>
              <a:gd name="GluePoint1140X" fmla="*/ 2266973 w 3044273"/>
              <a:gd name="GluePoint1140Y" fmla="*/ 2153039 h 3047670"/>
              <a:gd name="GluePoint1141X" fmla="*/ 2291592 w 3044273"/>
              <a:gd name="GluePoint1141Y" fmla="*/ 2177534 h 3047670"/>
              <a:gd name="GluePoint1142X" fmla="*/ 2267098 w 3044273"/>
              <a:gd name="GluePoint1142Y" fmla="*/ 2202154 h 3047670"/>
              <a:gd name="GluePoint1143X" fmla="*/ 2242478 w 3044273"/>
              <a:gd name="GluePoint1143Y" fmla="*/ 2177659 h 3047670"/>
              <a:gd name="GluePoint1144X" fmla="*/ 2266973 w 3044273"/>
              <a:gd name="GluePoint1144Y" fmla="*/ 2153039 h 3047670"/>
              <a:gd name="GluePoint1145X" fmla="*/ 536501 w 3044273"/>
              <a:gd name="GluePoint1145Y" fmla="*/ 2152286 h 3047670"/>
              <a:gd name="GluePoint1146X" fmla="*/ 545670 w 3044273"/>
              <a:gd name="GluePoint1146Y" fmla="*/ 2161330 h 3047670"/>
              <a:gd name="GluePoint1147X" fmla="*/ 536626 w 3044273"/>
              <a:gd name="GluePoint1147Y" fmla="*/ 2170500 h 3047670"/>
              <a:gd name="GluePoint1148X" fmla="*/ 527582 w 3044273"/>
              <a:gd name="GluePoint1148Y" fmla="*/ 2161456 h 3047670"/>
              <a:gd name="GluePoint1149X" fmla="*/ 536501 w 3044273"/>
              <a:gd name="GluePoint1149Y" fmla="*/ 2152286 h 3047670"/>
              <a:gd name="GluePoint1150X" fmla="*/ 1439042 w 3044273"/>
              <a:gd name="GluePoint1150Y" fmla="*/ 2149146 h 3047670"/>
              <a:gd name="GluePoint1151X" fmla="*/ 1441679 w 3044273"/>
              <a:gd name="GluePoint1151Y" fmla="*/ 2151783 h 3047670"/>
              <a:gd name="GluePoint1152X" fmla="*/ 1439042 w 3044273"/>
              <a:gd name="GluePoint1152Y" fmla="*/ 2154420 h 3047670"/>
              <a:gd name="GluePoint1153X" fmla="*/ 1436405 w 3044273"/>
              <a:gd name="GluePoint1153Y" fmla="*/ 2151783 h 3047670"/>
              <a:gd name="GluePoint1154X" fmla="*/ 1439042 w 3044273"/>
              <a:gd name="GluePoint1154Y" fmla="*/ 2149146 h 3047670"/>
              <a:gd name="GluePoint1155X" fmla="*/ 1609001 w 3044273"/>
              <a:gd name="GluePoint1155Y" fmla="*/ 2148267 h 3047670"/>
              <a:gd name="GluePoint1156X" fmla="*/ 1611891 w 3044273"/>
              <a:gd name="GluePoint1156Y" fmla="*/ 2151157 h 3047670"/>
              <a:gd name="GluePoint1157X" fmla="*/ 1609001 w 3044273"/>
              <a:gd name="GluePoint1157Y" fmla="*/ 2154045 h 3047670"/>
              <a:gd name="GluePoint1158X" fmla="*/ 1606111 w 3044273"/>
              <a:gd name="GluePoint1158Y" fmla="*/ 2151157 h 3047670"/>
              <a:gd name="GluePoint1159X" fmla="*/ 1609001 w 3044273"/>
              <a:gd name="GluePoint1159Y" fmla="*/ 2148267 h 3047670"/>
              <a:gd name="GluePoint1160X" fmla="*/ 2391582 w 3044273"/>
              <a:gd name="GluePoint1160Y" fmla="*/ 2146509 h 3047670"/>
              <a:gd name="GluePoint1161X" fmla="*/ 2412686 w 3044273"/>
              <a:gd name="GluePoint1161Y" fmla="*/ 2167487 h 3047670"/>
              <a:gd name="GluePoint1162X" fmla="*/ 2391708 w 3044273"/>
              <a:gd name="GluePoint1162Y" fmla="*/ 2188589 h 3047670"/>
              <a:gd name="GluePoint1163X" fmla="*/ 2370604 w 3044273"/>
              <a:gd name="GluePoint1163Y" fmla="*/ 2167612 h 3047670"/>
              <a:gd name="GluePoint1164X" fmla="*/ 2391582 w 3044273"/>
              <a:gd name="GluePoint1164Y" fmla="*/ 2146509 h 3047670"/>
              <a:gd name="GluePoint1165X" fmla="*/ 420557 w 3044273"/>
              <a:gd name="GluePoint1165Y" fmla="*/ 2141108 h 3047670"/>
              <a:gd name="GluePoint1166X" fmla="*/ 426336 w 3044273"/>
              <a:gd name="GluePoint1166Y" fmla="*/ 2146887 h 3047670"/>
              <a:gd name="GluePoint1167X" fmla="*/ 420557 w 3044273"/>
              <a:gd name="GluePoint1167Y" fmla="*/ 2152664 h 3047670"/>
              <a:gd name="GluePoint1168X" fmla="*/ 414780 w 3044273"/>
              <a:gd name="GluePoint1168Y" fmla="*/ 2146887 h 3047670"/>
              <a:gd name="GluePoint1169X" fmla="*/ 420557 w 3044273"/>
              <a:gd name="GluePoint1169Y" fmla="*/ 2141108 h 3047670"/>
              <a:gd name="GluePoint1170X" fmla="*/ 2511417 w 3044273"/>
              <a:gd name="GluePoint1170Y" fmla="*/ 2135956 h 3047670"/>
              <a:gd name="GluePoint1171X" fmla="*/ 2529883 w 3044273"/>
              <a:gd name="GluePoint1171Y" fmla="*/ 2154297 h 3047670"/>
              <a:gd name="GluePoint1172X" fmla="*/ 2511544 w 3044273"/>
              <a:gd name="GluePoint1172Y" fmla="*/ 2172761 h 3047670"/>
              <a:gd name="GluePoint1173X" fmla="*/ 2493078 w 3044273"/>
              <a:gd name="GluePoint1173Y" fmla="*/ 2154422 h 3047670"/>
              <a:gd name="GluePoint1174X" fmla="*/ 2511417 w 3044273"/>
              <a:gd name="GluePoint1174Y" fmla="*/ 2135956 h 3047670"/>
              <a:gd name="GluePoint1175X" fmla="*/ 1356013 w 3044273"/>
              <a:gd name="GluePoint1175Y" fmla="*/ 2129173 h 3047670"/>
              <a:gd name="GluePoint1176X" fmla="*/ 1360033 w 3044273"/>
              <a:gd name="GluePoint1176Y" fmla="*/ 2133193 h 3047670"/>
              <a:gd name="GluePoint1177X" fmla="*/ 1356013 w 3044273"/>
              <a:gd name="GluePoint1177Y" fmla="*/ 2137212 h 3047670"/>
              <a:gd name="GluePoint1178X" fmla="*/ 1351993 w 3044273"/>
              <a:gd name="GluePoint1178Y" fmla="*/ 2133193 h 3047670"/>
              <a:gd name="GluePoint1179X" fmla="*/ 1356013 w 3044273"/>
              <a:gd name="GluePoint1179Y" fmla="*/ 2129173 h 3047670"/>
              <a:gd name="GluePoint1180X" fmla="*/ 1692032 w 3044273"/>
              <a:gd name="GluePoint1180Y" fmla="*/ 2127542 h 3047670"/>
              <a:gd name="GluePoint1181X" fmla="*/ 1696427 w 3044273"/>
              <a:gd name="GluePoint1181Y" fmla="*/ 2131939 h 3047670"/>
              <a:gd name="GluePoint1182X" fmla="*/ 1692032 w 3044273"/>
              <a:gd name="GluePoint1182Y" fmla="*/ 2136335 h 3047670"/>
              <a:gd name="GluePoint1183X" fmla="*/ 1687635 w 3044273"/>
              <a:gd name="GluePoint1183Y" fmla="*/ 2131939 h 3047670"/>
              <a:gd name="GluePoint1184X" fmla="*/ 1692032 w 3044273"/>
              <a:gd name="GluePoint1184Y" fmla="*/ 2127542 h 3047670"/>
              <a:gd name="GluePoint1185X" fmla="*/ 307755 w 3044273"/>
              <a:gd name="GluePoint1185Y" fmla="*/ 2127163 h 3047670"/>
              <a:gd name="GluePoint1186X" fmla="*/ 311273 w 3044273"/>
              <a:gd name="GluePoint1186Y" fmla="*/ 2130680 h 3047670"/>
              <a:gd name="GluePoint1187X" fmla="*/ 307755 w 3044273"/>
              <a:gd name="GluePoint1187Y" fmla="*/ 2134197 h 3047670"/>
              <a:gd name="GluePoint1188X" fmla="*/ 304113 w 3044273"/>
              <a:gd name="GluePoint1188Y" fmla="*/ 2130680 h 3047670"/>
              <a:gd name="GluePoint1189X" fmla="*/ 307755 w 3044273"/>
              <a:gd name="GluePoint1189Y" fmla="*/ 2127163 h 3047670"/>
              <a:gd name="GluePoint1190X" fmla="*/ 2627361 w 3044273"/>
              <a:gd name="GluePoint1190Y" fmla="*/ 2125279 h 3047670"/>
              <a:gd name="GluePoint1191X" fmla="*/ 2640928 w 3044273"/>
              <a:gd name="GluePoint1191Y" fmla="*/ 2138720 h 3047670"/>
              <a:gd name="GluePoint1192X" fmla="*/ 2627487 w 3044273"/>
              <a:gd name="GluePoint1192Y" fmla="*/ 2152285 h 3047670"/>
              <a:gd name="GluePoint1193X" fmla="*/ 2613920 w 3044273"/>
              <a:gd name="GluePoint1193Y" fmla="*/ 2138845 h 3047670"/>
              <a:gd name="GluePoint1194X" fmla="*/ 2627361 w 3044273"/>
              <a:gd name="GluePoint1194Y" fmla="*/ 2125279 h 3047670"/>
              <a:gd name="GluePoint1195X" fmla="*/ 2740289 w 3044273"/>
              <a:gd name="GluePoint1195Y" fmla="*/ 2113220 h 3047670"/>
              <a:gd name="GluePoint1196X" fmla="*/ 2748956 w 3044273"/>
              <a:gd name="GluePoint1196Y" fmla="*/ 2121761 h 3047670"/>
              <a:gd name="GluePoint1197X" fmla="*/ 2740415 w 3044273"/>
              <a:gd name="GluePoint1197Y" fmla="*/ 2130430 h 3047670"/>
              <a:gd name="GluePoint1198X" fmla="*/ 2731747 w 3044273"/>
              <a:gd name="GluePoint1198Y" fmla="*/ 2121888 h 3047670"/>
              <a:gd name="GluePoint1199X" fmla="*/ 2740289 w 3044273"/>
              <a:gd name="GluePoint1199Y" fmla="*/ 2113220 h 3047670"/>
              <a:gd name="GluePoint1200X" fmla="*/ 197215 w 3044273"/>
              <a:gd name="GluePoint1200Y" fmla="*/ 2111838 h 3047670"/>
              <a:gd name="GluePoint1201X" fmla="*/ 198597 w 3044273"/>
              <a:gd name="GluePoint1201Y" fmla="*/ 2113220 h 3047670"/>
              <a:gd name="GluePoint1202X" fmla="*/ 197215 w 3044273"/>
              <a:gd name="GluePoint1202Y" fmla="*/ 2114602 h 3047670"/>
              <a:gd name="GluePoint1203X" fmla="*/ 195833 w 3044273"/>
              <a:gd name="GluePoint1203Y" fmla="*/ 2113220 h 3047670"/>
              <a:gd name="GluePoint1204X" fmla="*/ 197215 w 3044273"/>
              <a:gd name="GluePoint1204Y" fmla="*/ 2111838 h 3047670"/>
              <a:gd name="GluePoint1205X" fmla="*/ 1126137 w 3044273"/>
              <a:gd name="GluePoint1205Y" fmla="*/ 2110457 h 3047670"/>
              <a:gd name="GluePoint1206X" fmla="*/ 1137945 w 3044273"/>
              <a:gd name="GluePoint1206Y" fmla="*/ 2122139 h 3047670"/>
              <a:gd name="GluePoint1207X" fmla="*/ 1126263 w 3044273"/>
              <a:gd name="GluePoint1207Y" fmla="*/ 2133948 h 3047670"/>
              <a:gd name="GluePoint1208X" fmla="*/ 1114455 w 3044273"/>
              <a:gd name="GluePoint1208Y" fmla="*/ 2122266 h 3047670"/>
              <a:gd name="GluePoint1209X" fmla="*/ 1126137 w 3044273"/>
              <a:gd name="GluePoint1209Y" fmla="*/ 2110457 h 3047670"/>
              <a:gd name="GluePoint1210X" fmla="*/ 986454 w 3044273"/>
              <a:gd name="GluePoint1210Y" fmla="*/ 2108194 h 3047670"/>
              <a:gd name="GluePoint1211X" fmla="*/ 1005547 w 3044273"/>
              <a:gd name="GluePoint1211Y" fmla="*/ 2127162 h 3047670"/>
              <a:gd name="GluePoint1212X" fmla="*/ 986579 w 3044273"/>
              <a:gd name="GluePoint1212Y" fmla="*/ 2146255 h 3047670"/>
              <a:gd name="GluePoint1213X" fmla="*/ 967486 w 3044273"/>
              <a:gd name="GluePoint1213Y" fmla="*/ 2127287 h 3047670"/>
              <a:gd name="GluePoint1214X" fmla="*/ 986454 w 3044273"/>
              <a:gd name="GluePoint1214Y" fmla="*/ 2108194 h 3047670"/>
              <a:gd name="GluePoint1215X" fmla="*/ 1921781 w 3044273"/>
              <a:gd name="GluePoint1215Y" fmla="*/ 2106310 h 3047670"/>
              <a:gd name="GluePoint1216X" fmla="*/ 1934845 w 3044273"/>
              <a:gd name="GluePoint1216Y" fmla="*/ 2119374 h 3047670"/>
              <a:gd name="GluePoint1217X" fmla="*/ 1921781 w 3044273"/>
              <a:gd name="GluePoint1217Y" fmla="*/ 2132438 h 3047670"/>
              <a:gd name="GluePoint1218X" fmla="*/ 1908717 w 3044273"/>
              <a:gd name="GluePoint1218Y" fmla="*/ 2119374 h 3047670"/>
              <a:gd name="GluePoint1219X" fmla="*/ 1921781 w 3044273"/>
              <a:gd name="GluePoint1219Y" fmla="*/ 2106310 h 3047670"/>
              <a:gd name="GluePoint1220X" fmla="*/ 855310 w 3044273"/>
              <a:gd name="GluePoint1220Y" fmla="*/ 2104553 h 3047670"/>
              <a:gd name="GluePoint1221X" fmla="*/ 874153 w 3044273"/>
              <a:gd name="GluePoint1221Y" fmla="*/ 2123270 h 3047670"/>
              <a:gd name="GluePoint1222X" fmla="*/ 855437 w 3044273"/>
              <a:gd name="GluePoint1222Y" fmla="*/ 2142113 h 3047670"/>
              <a:gd name="GluePoint1223X" fmla="*/ 836594 w 3044273"/>
              <a:gd name="GluePoint1223Y" fmla="*/ 2123396 h 3047670"/>
              <a:gd name="GluePoint1224X" fmla="*/ 855310 w 3044273"/>
              <a:gd name="GluePoint1224Y" fmla="*/ 2104553 h 3047670"/>
              <a:gd name="GluePoint1225X" fmla="*/ 2850578 w 3044273"/>
              <a:gd name="GluePoint1225Y" fmla="*/ 2099905 h 3047670"/>
              <a:gd name="GluePoint1226X" fmla="*/ 2854348 w 3044273"/>
              <a:gd name="GluePoint1226Y" fmla="*/ 2103674 h 3047670"/>
              <a:gd name="GluePoint1227X" fmla="*/ 2850578 w 3044273"/>
              <a:gd name="GluePoint1227Y" fmla="*/ 2107442 h 3047670"/>
              <a:gd name="GluePoint1228X" fmla="*/ 2846809 w 3044273"/>
              <a:gd name="GluePoint1228Y" fmla="*/ 2103674 h 3047670"/>
              <a:gd name="GluePoint1229X" fmla="*/ 2850578 w 3044273"/>
              <a:gd name="GluePoint1229Y" fmla="*/ 2099905 h 3047670"/>
              <a:gd name="GluePoint1230X" fmla="*/ 2061340 w 3044273"/>
              <a:gd name="GluePoint1230Y" fmla="*/ 2098900 h 3047670"/>
              <a:gd name="GluePoint1231X" fmla="*/ 2085710 w 3044273"/>
              <a:gd name="GluePoint1231Y" fmla="*/ 2123144 h 3047670"/>
              <a:gd name="GluePoint1232X" fmla="*/ 2061466 w 3044273"/>
              <a:gd name="GluePoint1232Y" fmla="*/ 2147639 h 3047670"/>
              <a:gd name="GluePoint1233X" fmla="*/ 2037096 w 3044273"/>
              <a:gd name="GluePoint1233Y" fmla="*/ 2123396 h 3047670"/>
              <a:gd name="GluePoint1234X" fmla="*/ 2061340 w 3044273"/>
              <a:gd name="GluePoint1234Y" fmla="*/ 2098900 h 3047670"/>
              <a:gd name="GluePoint1235X" fmla="*/ 730827 w 3044273"/>
              <a:gd name="GluePoint1235Y" fmla="*/ 2096514 h 3047670"/>
              <a:gd name="GluePoint1236X" fmla="*/ 748413 w 3044273"/>
              <a:gd name="GluePoint1236Y" fmla="*/ 2113975 h 3047670"/>
              <a:gd name="GluePoint1237X" fmla="*/ 730952 w 3044273"/>
              <a:gd name="GluePoint1237Y" fmla="*/ 2131561 h 3047670"/>
              <a:gd name="GluePoint1238X" fmla="*/ 713492 w 3044273"/>
              <a:gd name="GluePoint1238Y" fmla="*/ 2114100 h 3047670"/>
              <a:gd name="GluePoint1239X" fmla="*/ 730827 w 3044273"/>
              <a:gd name="GluePoint1239Y" fmla="*/ 2096514 h 3047670"/>
              <a:gd name="GluePoint1240X" fmla="*/ 1771169 w 3044273"/>
              <a:gd name="GluePoint1240Y" fmla="*/ 2096136 h 3047670"/>
              <a:gd name="GluePoint1241X" fmla="*/ 1775566 w 3044273"/>
              <a:gd name="GluePoint1241Y" fmla="*/ 2100533 h 3047670"/>
              <a:gd name="GluePoint1242X" fmla="*/ 1771169 w 3044273"/>
              <a:gd name="GluePoint1242Y" fmla="*/ 2104929 h 3047670"/>
              <a:gd name="GluePoint1243X" fmla="*/ 1766772 w 3044273"/>
              <a:gd name="GluePoint1243Y" fmla="*/ 2100533 h 3047670"/>
              <a:gd name="GluePoint1244X" fmla="*/ 1771169 w 3044273"/>
              <a:gd name="GluePoint1244Y" fmla="*/ 2096136 h 3047670"/>
              <a:gd name="GluePoint1245X" fmla="*/ 1276499 w 3044273"/>
              <a:gd name="GluePoint1245Y" fmla="*/ 2094754 h 3047670"/>
              <a:gd name="GluePoint1246X" fmla="*/ 1284036 w 3044273"/>
              <a:gd name="GluePoint1246Y" fmla="*/ 2102291 h 3047670"/>
              <a:gd name="GluePoint1247X" fmla="*/ 1276499 w 3044273"/>
              <a:gd name="GluePoint1247Y" fmla="*/ 2109828 h 3047670"/>
              <a:gd name="GluePoint1248X" fmla="*/ 1268961 w 3044273"/>
              <a:gd name="GluePoint1248Y" fmla="*/ 2102291 h 3047670"/>
              <a:gd name="GluePoint1249X" fmla="*/ 1276499 w 3044273"/>
              <a:gd name="GluePoint1249Y" fmla="*/ 2094754 h 3047670"/>
              <a:gd name="GluePoint1250X" fmla="*/ 2192357 w 3044273"/>
              <a:gd name="GluePoint1250Y" fmla="*/ 2092368 h 3047670"/>
              <a:gd name="GluePoint1251X" fmla="*/ 2218610 w 3044273"/>
              <a:gd name="GluePoint1251Y" fmla="*/ 2118369 h 3047670"/>
              <a:gd name="GluePoint1252X" fmla="*/ 2192607 w 3044273"/>
              <a:gd name="GluePoint1252Y" fmla="*/ 2144623 h 3047670"/>
              <a:gd name="GluePoint1253X" fmla="*/ 2166354 w 3044273"/>
              <a:gd name="GluePoint1253Y" fmla="*/ 2118621 h 3047670"/>
              <a:gd name="GluePoint1254X" fmla="*/ 2192357 w 3044273"/>
              <a:gd name="GluePoint1254Y" fmla="*/ 2092368 h 3047670"/>
              <a:gd name="GluePoint1255X" fmla="*/ 611620 w 3044273"/>
              <a:gd name="GluePoint1255Y" fmla="*/ 2089480 h 3047670"/>
              <a:gd name="GluePoint1256X" fmla="*/ 623679 w 3044273"/>
              <a:gd name="GluePoint1256Y" fmla="*/ 2101413 h 3047670"/>
              <a:gd name="GluePoint1257X" fmla="*/ 611745 w 3044273"/>
              <a:gd name="GluePoint1257Y" fmla="*/ 2113347 h 3047670"/>
              <a:gd name="GluePoint1258X" fmla="*/ 599812 w 3044273"/>
              <a:gd name="GluePoint1258Y" fmla="*/ 2101413 h 3047670"/>
              <a:gd name="GluePoint1259X" fmla="*/ 611620 w 3044273"/>
              <a:gd name="GluePoint1259Y" fmla="*/ 2089480 h 3047670"/>
              <a:gd name="GluePoint1260X" fmla="*/ 2316841 w 3044273"/>
              <a:gd name="GluePoint1260Y" fmla="*/ 2083827 h 3047670"/>
              <a:gd name="GluePoint1261X" fmla="*/ 2341460 w 3044273"/>
              <a:gd name="GluePoint1261Y" fmla="*/ 2108322 h 3047670"/>
              <a:gd name="GluePoint1262X" fmla="*/ 2316966 w 3044273"/>
              <a:gd name="GluePoint1262Y" fmla="*/ 2132942 h 3047670"/>
              <a:gd name="GluePoint1263X" fmla="*/ 2292346 w 3044273"/>
              <a:gd name="GluePoint1263Y" fmla="*/ 2108447 h 3047670"/>
              <a:gd name="GluePoint1264X" fmla="*/ 2316841 w 3044273"/>
              <a:gd name="GluePoint1264Y" fmla="*/ 2083827 h 3047670"/>
              <a:gd name="GluePoint1265X" fmla="*/ 2958731 w 3044273"/>
              <a:gd name="GluePoint1265Y" fmla="*/ 2082444 h 3047670"/>
              <a:gd name="GluePoint1266X" fmla="*/ 2960993 w 3044273"/>
              <a:gd name="GluePoint1266Y" fmla="*/ 2084706 h 3047670"/>
              <a:gd name="GluePoint1267X" fmla="*/ 2958857 w 3044273"/>
              <a:gd name="GluePoint1267Y" fmla="*/ 2086966 h 3047670"/>
              <a:gd name="GluePoint1268X" fmla="*/ 2956595 w 3044273"/>
              <a:gd name="GluePoint1268Y" fmla="*/ 2084706 h 3047670"/>
              <a:gd name="GluePoint1269X" fmla="*/ 2958731 w 3044273"/>
              <a:gd name="GluePoint1269Y" fmla="*/ 2082444 h 3047670"/>
              <a:gd name="GluePoint1270X" fmla="*/ 496556 w 3044273"/>
              <a:gd name="GluePoint1270Y" fmla="*/ 2076540 h 3047670"/>
              <a:gd name="GluePoint1271X" fmla="*/ 506103 w 3044273"/>
              <a:gd name="GluePoint1271Y" fmla="*/ 2086087 h 3047670"/>
              <a:gd name="GluePoint1272X" fmla="*/ 496556 w 3044273"/>
              <a:gd name="GluePoint1272Y" fmla="*/ 2095633 h 3047670"/>
              <a:gd name="GluePoint1273X" fmla="*/ 487010 w 3044273"/>
              <a:gd name="GluePoint1273Y" fmla="*/ 2086212 h 3047670"/>
              <a:gd name="GluePoint1274X" fmla="*/ 496556 w 3044273"/>
              <a:gd name="GluePoint1274Y" fmla="*/ 2076540 h 3047670"/>
              <a:gd name="GluePoint1275X" fmla="*/ 2435924 w 3044273"/>
              <a:gd name="GluePoint1275Y" fmla="*/ 2073652 h 3047670"/>
              <a:gd name="GluePoint1276X" fmla="*/ 2457028 w 3044273"/>
              <a:gd name="GluePoint1276Y" fmla="*/ 2094630 h 3047670"/>
              <a:gd name="GluePoint1277X" fmla="*/ 2436050 w 3044273"/>
              <a:gd name="GluePoint1277Y" fmla="*/ 2115732 h 3047670"/>
              <a:gd name="GluePoint1278X" fmla="*/ 2414946 w 3044273"/>
              <a:gd name="GluePoint1278Y" fmla="*/ 2094755 h 3047670"/>
              <a:gd name="GluePoint1279X" fmla="*/ 2435924 w 3044273"/>
              <a:gd name="GluePoint1279Y" fmla="*/ 2073652 h 3047670"/>
              <a:gd name="GluePoint1280X" fmla="*/ 384508 w 3044273"/>
              <a:gd name="GluePoint1280Y" fmla="*/ 2064231 h 3047670"/>
              <a:gd name="GluePoint1281X" fmla="*/ 389910 w 3044273"/>
              <a:gd name="GluePoint1281Y" fmla="*/ 2069506 h 3047670"/>
              <a:gd name="GluePoint1282X" fmla="*/ 384634 w 3044273"/>
              <a:gd name="GluePoint1282Y" fmla="*/ 2074782 h 3047670"/>
              <a:gd name="GluePoint1283X" fmla="*/ 379358 w 3044273"/>
              <a:gd name="GluePoint1283Y" fmla="*/ 2069506 h 3047670"/>
              <a:gd name="GluePoint1284X" fmla="*/ 384508 w 3044273"/>
              <a:gd name="GluePoint1284Y" fmla="*/ 2064231 h 3047670"/>
              <a:gd name="GluePoint1285X" fmla="*/ 2550986 w 3044273"/>
              <a:gd name="GluePoint1285Y" fmla="*/ 2059959 h 3047670"/>
              <a:gd name="GluePoint1286X" fmla="*/ 2569829 w 3044273"/>
              <a:gd name="GluePoint1286Y" fmla="*/ 2078675 h 3047670"/>
              <a:gd name="GluePoint1287X" fmla="*/ 2551113 w 3044273"/>
              <a:gd name="GluePoint1287Y" fmla="*/ 2097518 h 3047670"/>
              <a:gd name="GluePoint1288X" fmla="*/ 2532270 w 3044273"/>
              <a:gd name="GluePoint1288Y" fmla="*/ 2078802 h 3047670"/>
              <a:gd name="GluePoint1289X" fmla="*/ 2550986 w 3044273"/>
              <a:gd name="GluePoint1289Y" fmla="*/ 2059959 h 3047670"/>
              <a:gd name="GluePoint1290X" fmla="*/ 1202636 w 3044273"/>
              <a:gd name="GluePoint1290Y" fmla="*/ 2058705 h 3047670"/>
              <a:gd name="GluePoint1291X" fmla="*/ 1204019 w 3044273"/>
              <a:gd name="GluePoint1291Y" fmla="*/ 2059963 h 3047670"/>
              <a:gd name="GluePoint1292X" fmla="*/ 1202636 w 3044273"/>
              <a:gd name="GluePoint1292Y" fmla="*/ 2061344 h 3047670"/>
              <a:gd name="GluePoint1293X" fmla="*/ 1201254 w 3044273"/>
              <a:gd name="GluePoint1293Y" fmla="*/ 2059963 h 3047670"/>
              <a:gd name="GluePoint1294X" fmla="*/ 1202636 w 3044273"/>
              <a:gd name="GluePoint1294Y" fmla="*/ 2058705 h 3047670"/>
              <a:gd name="GluePoint1295X" fmla="*/ 1060942 w 3044273"/>
              <a:gd name="GluePoint1295Y" fmla="*/ 2057446 h 3047670"/>
              <a:gd name="GluePoint1296X" fmla="*/ 1070740 w 3044273"/>
              <a:gd name="GluePoint1296Y" fmla="*/ 2067118 h 3047670"/>
              <a:gd name="GluePoint1297X" fmla="*/ 1061067 w 3044273"/>
              <a:gd name="GluePoint1297Y" fmla="*/ 2076916 h 3047670"/>
              <a:gd name="GluePoint1298X" fmla="*/ 1051271 w 3044273"/>
              <a:gd name="GluePoint1298Y" fmla="*/ 2067244 h 3047670"/>
              <a:gd name="GluePoint1299X" fmla="*/ 1060942 w 3044273"/>
              <a:gd name="GluePoint1299Y" fmla="*/ 2057446 h 3047670"/>
              <a:gd name="GluePoint1300X" fmla="*/ 1844780 w 3044273"/>
              <a:gd name="GluePoint1300Y" fmla="*/ 2056190 h 3047670"/>
              <a:gd name="GluePoint1301X" fmla="*/ 1846412 w 3044273"/>
              <a:gd name="GluePoint1301Y" fmla="*/ 2057698 h 3047670"/>
              <a:gd name="GluePoint1302X" fmla="*/ 1844905 w 3044273"/>
              <a:gd name="GluePoint1302Y" fmla="*/ 2059205 h 3047670"/>
              <a:gd name="GluePoint1303X" fmla="*/ 1843272 w 3044273"/>
              <a:gd name="GluePoint1303Y" fmla="*/ 2057698 h 3047670"/>
              <a:gd name="GluePoint1304X" fmla="*/ 1844780 w 3044273"/>
              <a:gd name="GluePoint1304Y" fmla="*/ 2056190 h 3047670"/>
              <a:gd name="GluePoint1305X" fmla="*/ 1438919 w 3044273"/>
              <a:gd name="GluePoint1305Y" fmla="*/ 2055311 h 3047670"/>
              <a:gd name="GluePoint1306X" fmla="*/ 1439169 w 3044273"/>
              <a:gd name="GluePoint1306Y" fmla="*/ 2055563 h 3047670"/>
              <a:gd name="GluePoint1307X" fmla="*/ 1438919 w 3044273"/>
              <a:gd name="GluePoint1307Y" fmla="*/ 2055814 h 3047670"/>
              <a:gd name="GluePoint1308X" fmla="*/ 1438667 w 3044273"/>
              <a:gd name="GluePoint1308Y" fmla="*/ 2055563 h 3047670"/>
              <a:gd name="GluePoint1309X" fmla="*/ 1438919 w 3044273"/>
              <a:gd name="GluePoint1309Y" fmla="*/ 2055311 h 3047670"/>
              <a:gd name="GluePoint1310X" fmla="*/ 1608624 w 3044273"/>
              <a:gd name="GluePoint1310Y" fmla="*/ 2054683 h 3047670"/>
              <a:gd name="GluePoint1311X" fmla="*/ 1608874 w 3044273"/>
              <a:gd name="GluePoint1311Y" fmla="*/ 2054934 h 3047670"/>
              <a:gd name="GluePoint1312X" fmla="*/ 1608624 w 3044273"/>
              <a:gd name="GluePoint1312Y" fmla="*/ 2055185 h 3047670"/>
              <a:gd name="GluePoint1313X" fmla="*/ 1608372 w 3044273"/>
              <a:gd name="GluePoint1313Y" fmla="*/ 2054934 h 3047670"/>
              <a:gd name="GluePoint1314X" fmla="*/ 1608624 w 3044273"/>
              <a:gd name="GluePoint1314Y" fmla="*/ 2054683 h 3047670"/>
              <a:gd name="GluePoint1315X" fmla="*/ 1986474 w 3044273"/>
              <a:gd name="GluePoint1315Y" fmla="*/ 2052925 h 3047670"/>
              <a:gd name="GluePoint1316X" fmla="*/ 1997529 w 3044273"/>
              <a:gd name="GluePoint1316Y" fmla="*/ 2063979 h 3047670"/>
              <a:gd name="GluePoint1317X" fmla="*/ 1986474 w 3044273"/>
              <a:gd name="GluePoint1317Y" fmla="*/ 2075033 h 3047670"/>
              <a:gd name="GluePoint1318X" fmla="*/ 1975420 w 3044273"/>
              <a:gd name="GluePoint1318Y" fmla="*/ 2063979 h 3047670"/>
              <a:gd name="GluePoint1319X" fmla="*/ 1986474 w 3044273"/>
              <a:gd name="GluePoint1319Y" fmla="*/ 2052925 h 3047670"/>
              <a:gd name="GluePoint1320X" fmla="*/ 275346 w 3044273"/>
              <a:gd name="GluePoint1320Y" fmla="*/ 2048529 h 3047670"/>
              <a:gd name="GluePoint1321X" fmla="*/ 278487 w 3044273"/>
              <a:gd name="GluePoint1321Y" fmla="*/ 2051669 h 3047670"/>
              <a:gd name="GluePoint1322X" fmla="*/ 275346 w 3044273"/>
              <a:gd name="GluePoint1322Y" fmla="*/ 2054810 h 3047670"/>
              <a:gd name="GluePoint1323X" fmla="*/ 272206 w 3044273"/>
              <a:gd name="GluePoint1323Y" fmla="*/ 2051669 h 3047670"/>
              <a:gd name="GluePoint1324X" fmla="*/ 275346 w 3044273"/>
              <a:gd name="GluePoint1324Y" fmla="*/ 2048529 h 3047670"/>
              <a:gd name="GluePoint1325X" fmla="*/ 929550 w 3044273"/>
              <a:gd name="GluePoint1325Y" fmla="*/ 2048152 h 3047670"/>
              <a:gd name="GluePoint1326X" fmla="*/ 945251 w 3044273"/>
              <a:gd name="GluePoint1326Y" fmla="*/ 2063853 h 3047670"/>
              <a:gd name="GluePoint1327X" fmla="*/ 929550 w 3044273"/>
              <a:gd name="GluePoint1327Y" fmla="*/ 2079681 h 3047670"/>
              <a:gd name="GluePoint1328X" fmla="*/ 913722 w 3044273"/>
              <a:gd name="GluePoint1328Y" fmla="*/ 2063979 h 3047670"/>
              <a:gd name="GluePoint1329X" fmla="*/ 929550 w 3044273"/>
              <a:gd name="GluePoint1329Y" fmla="*/ 2048152 h 3047670"/>
              <a:gd name="GluePoint1330X" fmla="*/ 2662784 w 3044273"/>
              <a:gd name="GluePoint1330Y" fmla="*/ 2044007 h 3047670"/>
              <a:gd name="GluePoint1331X" fmla="*/ 2680120 w 3044273"/>
              <a:gd name="GluePoint1331Y" fmla="*/ 2061215 h 3047670"/>
              <a:gd name="GluePoint1332X" fmla="*/ 2662911 w 3044273"/>
              <a:gd name="GluePoint1332Y" fmla="*/ 2078550 h 3047670"/>
              <a:gd name="GluePoint1333X" fmla="*/ 2645575 w 3044273"/>
              <a:gd name="GluePoint1333Y" fmla="*/ 2061342 h 3047670"/>
              <a:gd name="GluePoint1334X" fmla="*/ 2662784 w 3044273"/>
              <a:gd name="GluePoint1334Y" fmla="*/ 2044007 h 3047670"/>
              <a:gd name="GluePoint1335X" fmla="*/ 2117866 w 3044273"/>
              <a:gd name="GluePoint1335Y" fmla="*/ 2039860 h 3047670"/>
              <a:gd name="GluePoint1336X" fmla="*/ 2137587 w 3044273"/>
              <a:gd name="GluePoint1336Y" fmla="*/ 2059456 h 3047670"/>
              <a:gd name="GluePoint1337X" fmla="*/ 2117991 w 3044273"/>
              <a:gd name="GluePoint1337Y" fmla="*/ 2079178 h 3047670"/>
              <a:gd name="GluePoint1338X" fmla="*/ 2098270 w 3044273"/>
              <a:gd name="GluePoint1338Y" fmla="*/ 2059582 h 3047670"/>
              <a:gd name="GluePoint1339X" fmla="*/ 2117866 w 3044273"/>
              <a:gd name="GluePoint1339Y" fmla="*/ 2039860 h 3047670"/>
              <a:gd name="GluePoint1340X" fmla="*/ 805316 w 3044273"/>
              <a:gd name="GluePoint1340Y" fmla="*/ 2034208 h 3047670"/>
              <a:gd name="GluePoint1341X" fmla="*/ 825540 w 3044273"/>
              <a:gd name="GluePoint1341Y" fmla="*/ 2054306 h 3047670"/>
              <a:gd name="GluePoint1342X" fmla="*/ 805441 w 3044273"/>
              <a:gd name="GluePoint1342Y" fmla="*/ 2074530 h 3047670"/>
              <a:gd name="GluePoint1343X" fmla="*/ 785218 w 3044273"/>
              <a:gd name="GluePoint1343Y" fmla="*/ 2054432 h 3047670"/>
              <a:gd name="GluePoint1344X" fmla="*/ 805316 w 3044273"/>
              <a:gd name="GluePoint1344Y" fmla="*/ 2034208 h 3047670"/>
              <a:gd name="GluePoint1345X" fmla="*/ 1356767 w 3044273"/>
              <a:gd name="GluePoint1345Y" fmla="*/ 2032576 h 3047670"/>
              <a:gd name="GluePoint1346X" fmla="*/ 1357269 w 3044273"/>
              <a:gd name="GluePoint1346Y" fmla="*/ 2033079 h 3047670"/>
              <a:gd name="GluePoint1347X" fmla="*/ 1356767 w 3044273"/>
              <a:gd name="GluePoint1347Y" fmla="*/ 2033581 h 3047670"/>
              <a:gd name="GluePoint1348X" fmla="*/ 1356264 w 3044273"/>
              <a:gd name="GluePoint1348Y" fmla="*/ 2033204 h 3047670"/>
              <a:gd name="GluePoint1349X" fmla="*/ 1356767 w 3044273"/>
              <a:gd name="GluePoint1349Y" fmla="*/ 2032576 h 3047670"/>
              <a:gd name="GluePoint1350X" fmla="*/ 168072 w 3044273"/>
              <a:gd name="GluePoint1350Y" fmla="*/ 2031696 h 3047670"/>
              <a:gd name="GluePoint1351X" fmla="*/ 169453 w 3044273"/>
              <a:gd name="GluePoint1351Y" fmla="*/ 2032951 h 3047670"/>
              <a:gd name="GluePoint1352X" fmla="*/ 168197 w 3044273"/>
              <a:gd name="GluePoint1352Y" fmla="*/ 2034333 h 3047670"/>
              <a:gd name="GluePoint1353X" fmla="*/ 166815 w 3044273"/>
              <a:gd name="GluePoint1353Y" fmla="*/ 2033078 h 3047670"/>
              <a:gd name="GluePoint1354X" fmla="*/ 168072 w 3044273"/>
              <a:gd name="GluePoint1354Y" fmla="*/ 2031696 h 3047670"/>
              <a:gd name="GluePoint1355X" fmla="*/ 1690524 w 3044273"/>
              <a:gd name="GluePoint1355Y" fmla="*/ 2031571 h 3047670"/>
              <a:gd name="GluePoint1356X" fmla="*/ 1691027 w 3044273"/>
              <a:gd name="GluePoint1356Y" fmla="*/ 2032074 h 3047670"/>
              <a:gd name="GluePoint1357X" fmla="*/ 1690524 w 3044273"/>
              <a:gd name="GluePoint1357Y" fmla="*/ 2032451 h 3047670"/>
              <a:gd name="GluePoint1358X" fmla="*/ 1690147 w 3044273"/>
              <a:gd name="GluePoint1358Y" fmla="*/ 2031949 h 3047670"/>
              <a:gd name="GluePoint1359X" fmla="*/ 1690524 w 3044273"/>
              <a:gd name="GluePoint1359Y" fmla="*/ 2031571 h 3047670"/>
              <a:gd name="GluePoint1360X" fmla="*/ 2772068 w 3044273"/>
              <a:gd name="GluePoint1360Y" fmla="*/ 2029686 h 3047670"/>
              <a:gd name="GluePoint1361X" fmla="*/ 2785134 w 3044273"/>
              <a:gd name="GluePoint1361Y" fmla="*/ 2042750 h 3047670"/>
              <a:gd name="GluePoint1362X" fmla="*/ 2772068 w 3044273"/>
              <a:gd name="GluePoint1362Y" fmla="*/ 2055814 h 3047670"/>
              <a:gd name="GluePoint1363X" fmla="*/ 2759004 w 3044273"/>
              <a:gd name="GluePoint1363Y" fmla="*/ 2042750 h 3047670"/>
              <a:gd name="GluePoint1364X" fmla="*/ 2772068 w 3044273"/>
              <a:gd name="GluePoint1364Y" fmla="*/ 2029686 h 3047670"/>
              <a:gd name="GluePoint1365X" fmla="*/ 2241848 w 3044273"/>
              <a:gd name="GluePoint1365Y" fmla="*/ 2024034 h 3047670"/>
              <a:gd name="GluePoint1366X" fmla="*/ 2266970 w 3044273"/>
              <a:gd name="GluePoint1366Y" fmla="*/ 2048905 h 3047670"/>
              <a:gd name="GluePoint1367X" fmla="*/ 2242100 w 3044273"/>
              <a:gd name="GluePoint1367Y" fmla="*/ 2074028 h 3047670"/>
              <a:gd name="GluePoint1368X" fmla="*/ 2216977 w 3044273"/>
              <a:gd name="GluePoint1368Y" fmla="*/ 2049157 h 3047670"/>
              <a:gd name="GluePoint1369X" fmla="*/ 2241848 w 3044273"/>
              <a:gd name="GluePoint1369Y" fmla="*/ 2024034 h 3047670"/>
              <a:gd name="GluePoint1370X" fmla="*/ 686863 w 3044273"/>
              <a:gd name="GluePoint1370Y" fmla="*/ 2023154 h 3047670"/>
              <a:gd name="GluePoint1371X" fmla="*/ 704826 w 3044273"/>
              <a:gd name="GluePoint1371Y" fmla="*/ 2040992 h 3047670"/>
              <a:gd name="GluePoint1372X" fmla="*/ 686989 w 3044273"/>
              <a:gd name="GluePoint1372Y" fmla="*/ 2058954 h 3047670"/>
              <a:gd name="GluePoint1373X" fmla="*/ 669025 w 3044273"/>
              <a:gd name="GluePoint1373Y" fmla="*/ 2041118 h 3047670"/>
              <a:gd name="GluePoint1374X" fmla="*/ 686863 w 3044273"/>
              <a:gd name="GluePoint1374Y" fmla="*/ 2023154 h 3047670"/>
              <a:gd name="GluePoint1375X" fmla="*/ 2879092 w 3044273"/>
              <a:gd name="GluePoint1375Y" fmla="*/ 2015994 h 3047670"/>
              <a:gd name="GluePoint1376X" fmla="*/ 2886377 w 3044273"/>
              <a:gd name="GluePoint1376Y" fmla="*/ 2023280 h 3047670"/>
              <a:gd name="GluePoint1377X" fmla="*/ 2879092 w 3044273"/>
              <a:gd name="GluePoint1377Y" fmla="*/ 2030565 h 3047670"/>
              <a:gd name="GluePoint1378X" fmla="*/ 2871806 w 3044273"/>
              <a:gd name="GluePoint1378Y" fmla="*/ 2023280 h 3047670"/>
              <a:gd name="GluePoint1379X" fmla="*/ 2879092 w 3044273"/>
              <a:gd name="GluePoint1379Y" fmla="*/ 2015994 h 3047670"/>
              <a:gd name="GluePoint1380X" fmla="*/ 572802 w 3044273"/>
              <a:gd name="GluePoint1380Y" fmla="*/ 2011597 h 3047670"/>
              <a:gd name="GluePoint1381X" fmla="*/ 586620 w 3044273"/>
              <a:gd name="GluePoint1381Y" fmla="*/ 2025289 h 3047670"/>
              <a:gd name="GluePoint1382X" fmla="*/ 572928 w 3044273"/>
              <a:gd name="GluePoint1382Y" fmla="*/ 2039107 h 3047670"/>
              <a:gd name="GluePoint1383X" fmla="*/ 559110 w 3044273"/>
              <a:gd name="GluePoint1383Y" fmla="*/ 2025416 h 3047670"/>
              <a:gd name="GluePoint1384X" fmla="*/ 572802 w 3044273"/>
              <a:gd name="GluePoint1384Y" fmla="*/ 2011597 h 3047670"/>
              <a:gd name="GluePoint1385X" fmla="*/ 2360053 w 3044273"/>
              <a:gd name="GluePoint1385Y" fmla="*/ 2010592 h 3047670"/>
              <a:gd name="GluePoint1386X" fmla="*/ 2384548 w 3044273"/>
              <a:gd name="GluePoint1386Y" fmla="*/ 2034836 h 3047670"/>
              <a:gd name="GluePoint1387X" fmla="*/ 2360304 w 3044273"/>
              <a:gd name="GluePoint1387Y" fmla="*/ 2059331 h 3047670"/>
              <a:gd name="GluePoint1388X" fmla="*/ 2335935 w 3044273"/>
              <a:gd name="GluePoint1388Y" fmla="*/ 2035088 h 3047670"/>
              <a:gd name="GluePoint1389X" fmla="*/ 2360053 w 3044273"/>
              <a:gd name="GluePoint1389Y" fmla="*/ 2010592 h 3047670"/>
              <a:gd name="GluePoint1390X" fmla="*/ 1135810 w 3044273"/>
              <a:gd name="GluePoint1390Y" fmla="*/ 2003306 h 3047670"/>
              <a:gd name="GluePoint1391X" fmla="*/ 1139580 w 3044273"/>
              <a:gd name="GluePoint1391Y" fmla="*/ 2007075 h 3047670"/>
              <a:gd name="GluePoint1392X" fmla="*/ 1135810 w 3044273"/>
              <a:gd name="GluePoint1392Y" fmla="*/ 2010843 h 3047670"/>
              <a:gd name="GluePoint1393X" fmla="*/ 1132042 w 3044273"/>
              <a:gd name="GluePoint1393Y" fmla="*/ 2007075 h 3047670"/>
              <a:gd name="GluePoint1394X" fmla="*/ 1135810 w 3044273"/>
              <a:gd name="GluePoint1394Y" fmla="*/ 2003306 h 3047670"/>
              <a:gd name="GluePoint1395X" fmla="*/ 2984356 w 3044273"/>
              <a:gd name="GluePoint1395Y" fmla="*/ 2001171 h 3047670"/>
              <a:gd name="GluePoint1396X" fmla="*/ 2986616 w 3044273"/>
              <a:gd name="GluePoint1396Y" fmla="*/ 2003306 h 3047670"/>
              <a:gd name="GluePoint1397X" fmla="*/ 2984356 w 3044273"/>
              <a:gd name="GluePoint1397Y" fmla="*/ 2005568 h 3047670"/>
              <a:gd name="GluePoint1398X" fmla="*/ 2982094 w 3044273"/>
              <a:gd name="GluePoint1398Y" fmla="*/ 2003306 h 3047670"/>
              <a:gd name="GluePoint1399X" fmla="*/ 2984356 w 3044273"/>
              <a:gd name="GluePoint1399Y" fmla="*/ 2001171 h 3047670"/>
              <a:gd name="GluePoint1400X" fmla="*/ 1911230 w 3044273"/>
              <a:gd name="GluePoint1400Y" fmla="*/ 1999413 h 3047670"/>
              <a:gd name="GluePoint1401X" fmla="*/ 1916129 w 3044273"/>
              <a:gd name="GluePoint1401Y" fmla="*/ 2004312 h 3047670"/>
              <a:gd name="GluePoint1402X" fmla="*/ 1911357 w 3044273"/>
              <a:gd name="GluePoint1402Y" fmla="*/ 2009210 h 3047670"/>
              <a:gd name="GluePoint1403X" fmla="*/ 1906457 w 3044273"/>
              <a:gd name="GluePoint1403Y" fmla="*/ 2004312 h 3047670"/>
              <a:gd name="GluePoint1404X" fmla="*/ 1911230 w 3044273"/>
              <a:gd name="GluePoint1404Y" fmla="*/ 1999413 h 3047670"/>
              <a:gd name="GluePoint1405X" fmla="*/ 462010 w 3044273"/>
              <a:gd name="GluePoint1405Y" fmla="*/ 1998534 h 3047670"/>
              <a:gd name="GluePoint1406X" fmla="*/ 471556 w 3044273"/>
              <a:gd name="GluePoint1406Y" fmla="*/ 2008081 h 3047670"/>
              <a:gd name="GluePoint1407X" fmla="*/ 462135 w 3044273"/>
              <a:gd name="GluePoint1407Y" fmla="*/ 2017627 h 3047670"/>
              <a:gd name="GluePoint1408X" fmla="*/ 452589 w 3044273"/>
              <a:gd name="GluePoint1408Y" fmla="*/ 2008206 h 3047670"/>
              <a:gd name="GluePoint1409X" fmla="*/ 462010 w 3044273"/>
              <a:gd name="GluePoint1409Y" fmla="*/ 1998534 h 3047670"/>
              <a:gd name="GluePoint1410X" fmla="*/ 2474235 w 3044273"/>
              <a:gd name="GluePoint1410Y" fmla="*/ 1997278 h 3047670"/>
              <a:gd name="GluePoint1411X" fmla="*/ 2495590 w 3044273"/>
              <a:gd name="GluePoint1411Y" fmla="*/ 2018506 h 3047670"/>
              <a:gd name="GluePoint1412X" fmla="*/ 2474360 w 3044273"/>
              <a:gd name="GluePoint1412Y" fmla="*/ 2039861 h 3047670"/>
              <a:gd name="GluePoint1413X" fmla="*/ 2453006 w 3044273"/>
              <a:gd name="GluePoint1413Y" fmla="*/ 2018632 h 3047670"/>
              <a:gd name="GluePoint1414X" fmla="*/ 2474235 w 3044273"/>
              <a:gd name="GluePoint1414Y" fmla="*/ 1997278 h 3047670"/>
              <a:gd name="GluePoint1415X" fmla="*/ 1279889 w 3044273"/>
              <a:gd name="GluePoint1415Y" fmla="*/ 1996271 h 3047670"/>
              <a:gd name="GluePoint1416X" fmla="*/ 1280140 w 3044273"/>
              <a:gd name="GluePoint1416Y" fmla="*/ 1996523 h 3047670"/>
              <a:gd name="GluePoint1417X" fmla="*/ 1279889 w 3044273"/>
              <a:gd name="GluePoint1417Y" fmla="*/ 1996774 h 3047670"/>
              <a:gd name="GluePoint1418X" fmla="*/ 1279638 w 3044273"/>
              <a:gd name="GluePoint1418Y" fmla="*/ 1996523 h 3047670"/>
              <a:gd name="GluePoint1419X" fmla="*/ 1279889 w 3044273"/>
              <a:gd name="GluePoint1419Y" fmla="*/ 1996271 h 3047670"/>
              <a:gd name="GluePoint1420X" fmla="*/ 2043504 w 3044273"/>
              <a:gd name="GluePoint1420Y" fmla="*/ 1989489 h 3047670"/>
              <a:gd name="GluePoint1421X" fmla="*/ 2054559 w 3044273"/>
              <a:gd name="GluePoint1421Y" fmla="*/ 2000543 h 3047670"/>
              <a:gd name="GluePoint1422X" fmla="*/ 2043504 w 3044273"/>
              <a:gd name="GluePoint1422Y" fmla="*/ 2011723 h 3047670"/>
              <a:gd name="GluePoint1423X" fmla="*/ 2032449 w 3044273"/>
              <a:gd name="GluePoint1423Y" fmla="*/ 2000669 h 3047670"/>
              <a:gd name="GluePoint1424X" fmla="*/ 2043504 w 3044273"/>
              <a:gd name="GluePoint1424Y" fmla="*/ 1989489 h 3047670"/>
              <a:gd name="GluePoint1425X" fmla="*/ 1003535 w 3044273"/>
              <a:gd name="GluePoint1425Y" fmla="*/ 1988735 h 3047670"/>
              <a:gd name="GluePoint1426X" fmla="*/ 1019363 w 3044273"/>
              <a:gd name="GluePoint1426Y" fmla="*/ 2004437 h 3047670"/>
              <a:gd name="GluePoint1427X" fmla="*/ 1003662 w 3044273"/>
              <a:gd name="GluePoint1427Y" fmla="*/ 2020139 h 3047670"/>
              <a:gd name="GluePoint1428X" fmla="*/ 987834 w 3044273"/>
              <a:gd name="GluePoint1428Y" fmla="*/ 2004437 h 3047670"/>
              <a:gd name="GluePoint1429X" fmla="*/ 1003535 w 3044273"/>
              <a:gd name="GluePoint1429Y" fmla="*/ 1988735 h 3047670"/>
              <a:gd name="GluePoint1430X" fmla="*/ 354234 w 3044273"/>
              <a:gd name="GluePoint1430Y" fmla="*/ 1983711 h 3047670"/>
              <a:gd name="GluePoint1431X" fmla="*/ 360390 w 3044273"/>
              <a:gd name="GluePoint1431Y" fmla="*/ 1989866 h 3047670"/>
              <a:gd name="GluePoint1432X" fmla="*/ 354234 w 3044273"/>
              <a:gd name="GluePoint1432Y" fmla="*/ 1996021 h 3047670"/>
              <a:gd name="GluePoint1433X" fmla="*/ 347954 w 3044273"/>
              <a:gd name="GluePoint1433Y" fmla="*/ 1989866 h 3047670"/>
              <a:gd name="GluePoint1434X" fmla="*/ 354234 w 3044273"/>
              <a:gd name="GluePoint1434Y" fmla="*/ 1983711 h 3047670"/>
              <a:gd name="GluePoint1435X" fmla="*/ 2584776 w 3044273"/>
              <a:gd name="GluePoint1435Y" fmla="*/ 1981700 h 3047670"/>
              <a:gd name="GluePoint1436X" fmla="*/ 2603619 w 3044273"/>
              <a:gd name="GluePoint1436Y" fmla="*/ 2000417 h 3047670"/>
              <a:gd name="GluePoint1437X" fmla="*/ 2584903 w 3044273"/>
              <a:gd name="GluePoint1437Y" fmla="*/ 2019260 h 3047670"/>
              <a:gd name="GluePoint1438X" fmla="*/ 2566060 w 3044273"/>
              <a:gd name="GluePoint1438Y" fmla="*/ 2000544 h 3047670"/>
              <a:gd name="GluePoint1439X" fmla="*/ 2584776 w 3044273"/>
              <a:gd name="GluePoint1439Y" fmla="*/ 1981700 h 3047670"/>
              <a:gd name="GluePoint1440X" fmla="*/ 879807 w 3044273"/>
              <a:gd name="GluePoint1440Y" fmla="*/ 1974666 h 3047670"/>
              <a:gd name="GluePoint1441X" fmla="*/ 899779 w 3044273"/>
              <a:gd name="GluePoint1441Y" fmla="*/ 1994514 h 3047670"/>
              <a:gd name="GluePoint1442X" fmla="*/ 879932 w 3044273"/>
              <a:gd name="GluePoint1442Y" fmla="*/ 2014486 h 3047670"/>
              <a:gd name="GluePoint1443X" fmla="*/ 859959 w 3044273"/>
              <a:gd name="GluePoint1443Y" fmla="*/ 1994639 h 3047670"/>
              <a:gd name="GluePoint1444X" fmla="*/ 879807 w 3044273"/>
              <a:gd name="GluePoint1444Y" fmla="*/ 1974666 h 3047670"/>
              <a:gd name="GluePoint1445X" fmla="*/ 248214 w 3044273"/>
              <a:gd name="GluePoint1445Y" fmla="*/ 1968889 h 3047670"/>
              <a:gd name="GluePoint1446X" fmla="*/ 250224 w 3044273"/>
              <a:gd name="GluePoint1446Y" fmla="*/ 1970899 h 3047670"/>
              <a:gd name="GluePoint1447X" fmla="*/ 248214 w 3044273"/>
              <a:gd name="GluePoint1447Y" fmla="*/ 1972909 h 3047670"/>
              <a:gd name="GluePoint1448X" fmla="*/ 246205 w 3044273"/>
              <a:gd name="GluePoint1448Y" fmla="*/ 1970899 h 3047670"/>
              <a:gd name="GluePoint1449X" fmla="*/ 248214 w 3044273"/>
              <a:gd name="GluePoint1449Y" fmla="*/ 1968889 h 3047670"/>
              <a:gd name="GluePoint1450X" fmla="*/ 2166982 w 3044273"/>
              <a:gd name="GluePoint1450Y" fmla="*/ 1968261 h 3047670"/>
              <a:gd name="GluePoint1451X" fmla="*/ 2188713 w 3044273"/>
              <a:gd name="GluePoint1451Y" fmla="*/ 1989867 h 3047670"/>
              <a:gd name="GluePoint1452X" fmla="*/ 2167107 w 3044273"/>
              <a:gd name="GluePoint1452Y" fmla="*/ 2011598 h 3047670"/>
              <a:gd name="GluePoint1453X" fmla="*/ 2145376 w 3044273"/>
              <a:gd name="GluePoint1453Y" fmla="*/ 1989992 h 3047670"/>
              <a:gd name="GluePoint1454X" fmla="*/ 2166982 w 3044273"/>
              <a:gd name="GluePoint1454Y" fmla="*/ 1968261 h 3047670"/>
              <a:gd name="GluePoint1455X" fmla="*/ 2692808 w 3044273"/>
              <a:gd name="GluePoint1455Y" fmla="*/ 1961854 h 3047670"/>
              <a:gd name="GluePoint1456X" fmla="*/ 2712404 w 3044273"/>
              <a:gd name="GluePoint1456Y" fmla="*/ 1981200 h 3047670"/>
              <a:gd name="GluePoint1457X" fmla="*/ 2692933 w 3044273"/>
              <a:gd name="GluePoint1457Y" fmla="*/ 2000797 h 3047670"/>
              <a:gd name="GluePoint1458X" fmla="*/ 2673337 w 3044273"/>
              <a:gd name="GluePoint1458Y" fmla="*/ 1981451 h 3047670"/>
              <a:gd name="GluePoint1459X" fmla="*/ 2692808 w 3044273"/>
              <a:gd name="GluePoint1459Y" fmla="*/ 1961854 h 3047670"/>
              <a:gd name="GluePoint1460X" fmla="*/ 762357 w 3044273"/>
              <a:gd name="GluePoint1460Y" fmla="*/ 1957834 h 3047670"/>
              <a:gd name="GluePoint1461X" fmla="*/ 785219 w 3044273"/>
              <a:gd name="GluePoint1461Y" fmla="*/ 1980570 h 3047670"/>
              <a:gd name="GluePoint1462X" fmla="*/ 762482 w 3044273"/>
              <a:gd name="GluePoint1462Y" fmla="*/ 2003432 h 3047670"/>
              <a:gd name="GluePoint1463X" fmla="*/ 739621 w 3044273"/>
              <a:gd name="GluePoint1463Y" fmla="*/ 1980695 h 3047670"/>
              <a:gd name="GluePoint1464X" fmla="*/ 762357 w 3044273"/>
              <a:gd name="GluePoint1464Y" fmla="*/ 1957834 h 3047670"/>
              <a:gd name="GluePoint1465X" fmla="*/ 143954 w 3044273"/>
              <a:gd name="GluePoint1465Y" fmla="*/ 1950172 h 3047670"/>
              <a:gd name="GluePoint1466X" fmla="*/ 145085 w 3044273"/>
              <a:gd name="GluePoint1466Y" fmla="*/ 1951302 h 3047670"/>
              <a:gd name="GluePoint1467X" fmla="*/ 143954 w 3044273"/>
              <a:gd name="GluePoint1467Y" fmla="*/ 1952432 h 3047670"/>
              <a:gd name="GluePoint1468X" fmla="*/ 142824 w 3044273"/>
              <a:gd name="GluePoint1468Y" fmla="*/ 1951302 h 3047670"/>
              <a:gd name="GluePoint1469X" fmla="*/ 143954 w 3044273"/>
              <a:gd name="GluePoint1469Y" fmla="*/ 1950172 h 3047670"/>
              <a:gd name="GluePoint1470X" fmla="*/ 2284306 w 3044273"/>
              <a:gd name="GluePoint1470Y" fmla="*/ 1948162 h 3047670"/>
              <a:gd name="GluePoint1471X" fmla="*/ 2311439 w 3044273"/>
              <a:gd name="GluePoint1471Y" fmla="*/ 1975043 h 3047670"/>
              <a:gd name="GluePoint1472X" fmla="*/ 2284558 w 3044273"/>
              <a:gd name="GluePoint1472Y" fmla="*/ 2002176 h 3047670"/>
              <a:gd name="GluePoint1473X" fmla="*/ 2257426 w 3044273"/>
              <a:gd name="GluePoint1473Y" fmla="*/ 1975295 h 3047670"/>
              <a:gd name="GluePoint1474X" fmla="*/ 2284306 w 3044273"/>
              <a:gd name="GluePoint1474Y" fmla="*/ 1948162 h 3047670"/>
              <a:gd name="GluePoint1475X" fmla="*/ 1210801 w 3044273"/>
              <a:gd name="GluePoint1475Y" fmla="*/ 1946403 h 3047670"/>
              <a:gd name="GluePoint1476X" fmla="*/ 1211052 w 3044273"/>
              <a:gd name="GluePoint1476Y" fmla="*/ 1946655 h 3047670"/>
              <a:gd name="GluePoint1477X" fmla="*/ 1210801 w 3044273"/>
              <a:gd name="GluePoint1477Y" fmla="*/ 1946906 h 3047670"/>
              <a:gd name="GluePoint1478X" fmla="*/ 1210550 w 3044273"/>
              <a:gd name="GluePoint1478Y" fmla="*/ 1946655 h 3047670"/>
              <a:gd name="GluePoint1479X" fmla="*/ 1210801 w 3044273"/>
              <a:gd name="GluePoint1479Y" fmla="*/ 1946403 h 3047670"/>
              <a:gd name="GluePoint1480X" fmla="*/ 2798574 w 3044273"/>
              <a:gd name="GluePoint1480Y" fmla="*/ 1945022 h 3047670"/>
              <a:gd name="GluePoint1481X" fmla="*/ 2815280 w 3044273"/>
              <a:gd name="GluePoint1481Y" fmla="*/ 1961603 h 3047670"/>
              <a:gd name="GluePoint1482X" fmla="*/ 2798699 w 3044273"/>
              <a:gd name="GluePoint1482Y" fmla="*/ 1978310 h 3047670"/>
              <a:gd name="GluePoint1483X" fmla="*/ 2781992 w 3044273"/>
              <a:gd name="GluePoint1483Y" fmla="*/ 1961729 h 3047670"/>
              <a:gd name="GluePoint1484X" fmla="*/ 2798574 w 3044273"/>
              <a:gd name="GluePoint1484Y" fmla="*/ 1945022 h 3047670"/>
              <a:gd name="GluePoint1485X" fmla="*/ 1835861 w 3044273"/>
              <a:gd name="GluePoint1485Y" fmla="*/ 1944143 h 3047670"/>
              <a:gd name="GluePoint1486X" fmla="*/ 1836113 w 3044273"/>
              <a:gd name="GluePoint1486Y" fmla="*/ 1944394 h 3047670"/>
              <a:gd name="GluePoint1487X" fmla="*/ 1835861 w 3044273"/>
              <a:gd name="GluePoint1487Y" fmla="*/ 1944645 h 3047670"/>
              <a:gd name="GluePoint1488X" fmla="*/ 1835610 w 3044273"/>
              <a:gd name="GluePoint1488Y" fmla="*/ 1944394 h 3047670"/>
              <a:gd name="GluePoint1489X" fmla="*/ 1835861 w 3044273"/>
              <a:gd name="GluePoint1489Y" fmla="*/ 1944143 h 3047670"/>
              <a:gd name="GluePoint1490X" fmla="*/ 649680 w 3044273"/>
              <a:gd name="GluePoint1490Y" fmla="*/ 1943388 h 3047670"/>
              <a:gd name="GluePoint1491X" fmla="*/ 670783 w 3044273"/>
              <a:gd name="GluePoint1491Y" fmla="*/ 1964366 h 3047670"/>
              <a:gd name="GluePoint1492X" fmla="*/ 649805 w 3044273"/>
              <a:gd name="GluePoint1492Y" fmla="*/ 1985468 h 3047670"/>
              <a:gd name="GluePoint1493X" fmla="*/ 628702 w 3044273"/>
              <a:gd name="GluePoint1493Y" fmla="*/ 1964491 h 3047670"/>
              <a:gd name="GluePoint1494X" fmla="*/ 649680 w 3044273"/>
              <a:gd name="GluePoint1494Y" fmla="*/ 1943388 h 3047670"/>
              <a:gd name="GluePoint1495X" fmla="*/ 1077523 w 3044273"/>
              <a:gd name="GluePoint1495Y" fmla="*/ 1939871 h 3047670"/>
              <a:gd name="GluePoint1496X" fmla="*/ 1082422 w 3044273"/>
              <a:gd name="GluePoint1496Y" fmla="*/ 1944771 h 3047670"/>
              <a:gd name="GluePoint1497X" fmla="*/ 1077650 w 3044273"/>
              <a:gd name="GluePoint1497Y" fmla="*/ 1949671 h 3047670"/>
              <a:gd name="GluePoint1498X" fmla="*/ 1072751 w 3044273"/>
              <a:gd name="GluePoint1498Y" fmla="*/ 1944896 h 3047670"/>
              <a:gd name="GluePoint1499X" fmla="*/ 1077523 w 3044273"/>
              <a:gd name="GluePoint1499Y" fmla="*/ 1939871 h 3047670"/>
              <a:gd name="GluePoint1500X" fmla="*/ 1969012 w 3044273"/>
              <a:gd name="GluePoint1500Y" fmla="*/ 1936229 h 3047670"/>
              <a:gd name="GluePoint1501X" fmla="*/ 1974289 w 3044273"/>
              <a:gd name="GluePoint1501Y" fmla="*/ 1941504 h 3047670"/>
              <a:gd name="GluePoint1502X" fmla="*/ 1969012 w 3044273"/>
              <a:gd name="GluePoint1502Y" fmla="*/ 1946906 h 3047670"/>
              <a:gd name="GluePoint1503X" fmla="*/ 1963737 w 3044273"/>
              <a:gd name="GluePoint1503Y" fmla="*/ 1941631 h 3047670"/>
              <a:gd name="GluePoint1504X" fmla="*/ 1969012 w 3044273"/>
              <a:gd name="GluePoint1504Y" fmla="*/ 1936229 h 3047670"/>
              <a:gd name="GluePoint1505X" fmla="*/ 2396984 w 3044273"/>
              <a:gd name="GluePoint1505Y" fmla="*/ 1931456 h 3047670"/>
              <a:gd name="GluePoint1506X" fmla="*/ 2423615 w 3044273"/>
              <a:gd name="GluePoint1506Y" fmla="*/ 1957961 h 3047670"/>
              <a:gd name="GluePoint1507X" fmla="*/ 2397109 w 3044273"/>
              <a:gd name="GluePoint1507Y" fmla="*/ 1984591 h 3047670"/>
              <a:gd name="GluePoint1508X" fmla="*/ 2370478 w 3044273"/>
              <a:gd name="GluePoint1508Y" fmla="*/ 1958086 h 3047670"/>
              <a:gd name="GluePoint1509X" fmla="*/ 2396984 w 3044273"/>
              <a:gd name="GluePoint1509Y" fmla="*/ 1931456 h 3047670"/>
              <a:gd name="GluePoint1510X" fmla="*/ 2902584 w 3044273"/>
              <a:gd name="GluePoint1510Y" fmla="*/ 1930953 h 3047670"/>
              <a:gd name="GluePoint1511X" fmla="*/ 2913010 w 3044273"/>
              <a:gd name="GluePoint1511Y" fmla="*/ 1941379 h 3047670"/>
              <a:gd name="GluePoint1512X" fmla="*/ 2902710 w 3044273"/>
              <a:gd name="GluePoint1512Y" fmla="*/ 1951805 h 3047670"/>
              <a:gd name="GluePoint1513X" fmla="*/ 2892283 w 3044273"/>
              <a:gd name="GluePoint1513Y" fmla="*/ 1941379 h 3047670"/>
              <a:gd name="GluePoint1514X" fmla="*/ 2902584 w 3044273"/>
              <a:gd name="GluePoint1514Y" fmla="*/ 1930953 h 3047670"/>
              <a:gd name="GluePoint1515X" fmla="*/ 540395 w 3044273"/>
              <a:gd name="GluePoint1515Y" fmla="*/ 1930701 h 3047670"/>
              <a:gd name="GluePoint1516X" fmla="*/ 556349 w 3044273"/>
              <a:gd name="GluePoint1516Y" fmla="*/ 1946530 h 3047670"/>
              <a:gd name="GluePoint1517X" fmla="*/ 540395 w 3044273"/>
              <a:gd name="GluePoint1517Y" fmla="*/ 1962482 h 3047670"/>
              <a:gd name="GluePoint1518X" fmla="*/ 524441 w 3044273"/>
              <a:gd name="GluePoint1518Y" fmla="*/ 1946655 h 3047670"/>
              <a:gd name="GluePoint1519X" fmla="*/ 540395 w 3044273"/>
              <a:gd name="GluePoint1519Y" fmla="*/ 1930701 h 3047670"/>
              <a:gd name="GluePoint1520X" fmla="*/ 954546 w 3044273"/>
              <a:gd name="GluePoint1520Y" fmla="*/ 1922661 h 3047670"/>
              <a:gd name="GluePoint1521X" fmla="*/ 966731 w 3044273"/>
              <a:gd name="GluePoint1521Y" fmla="*/ 1934720 h 3047670"/>
              <a:gd name="GluePoint1522X" fmla="*/ 954546 w 3044273"/>
              <a:gd name="GluePoint1522Y" fmla="*/ 1946905 h 3047670"/>
              <a:gd name="GluePoint1523X" fmla="*/ 942362 w 3044273"/>
              <a:gd name="GluePoint1523Y" fmla="*/ 1934720 h 3047670"/>
              <a:gd name="GluePoint1524X" fmla="*/ 954546 w 3044273"/>
              <a:gd name="GluePoint1524Y" fmla="*/ 1922661 h 3047670"/>
              <a:gd name="GluePoint1525X" fmla="*/ 433747 w 3044273"/>
              <a:gd name="GluePoint1525Y" fmla="*/ 1921657 h 3047670"/>
              <a:gd name="GluePoint1526X" fmla="*/ 439902 w 3044273"/>
              <a:gd name="GluePoint1526Y" fmla="*/ 1927812 h 3047670"/>
              <a:gd name="GluePoint1527X" fmla="*/ 433747 w 3044273"/>
              <a:gd name="GluePoint1527Y" fmla="*/ 1933968 h 3047670"/>
              <a:gd name="GluePoint1528X" fmla="*/ 427466 w 3044273"/>
              <a:gd name="GluePoint1528Y" fmla="*/ 1927812 h 3047670"/>
              <a:gd name="GluePoint1529X" fmla="*/ 433747 w 3044273"/>
              <a:gd name="GluePoint1529Y" fmla="*/ 1921657 h 3047670"/>
              <a:gd name="GluePoint1530X" fmla="*/ 3005208 w 3044273"/>
              <a:gd name="GluePoint1530Y" fmla="*/ 1917512 h 3047670"/>
              <a:gd name="GluePoint1531X" fmla="*/ 3008601 w 3044273"/>
              <a:gd name="GluePoint1531Y" fmla="*/ 1920778 h 3047670"/>
              <a:gd name="GluePoint1532X" fmla="*/ 3005334 w 3044273"/>
              <a:gd name="GluePoint1532Y" fmla="*/ 1924045 h 3047670"/>
              <a:gd name="GluePoint1533X" fmla="*/ 3002068 w 3044273"/>
              <a:gd name="GluePoint1533Y" fmla="*/ 1920778 h 3047670"/>
              <a:gd name="GluePoint1534X" fmla="*/ 3005208 w 3044273"/>
              <a:gd name="GluePoint1534Y" fmla="*/ 1917512 h 3047670"/>
              <a:gd name="GluePoint1535X" fmla="*/ 2091990 w 3044273"/>
              <a:gd name="GluePoint1535Y" fmla="*/ 1916381 h 3047670"/>
              <a:gd name="GluePoint1536X" fmla="*/ 2106186 w 3044273"/>
              <a:gd name="GluePoint1536Y" fmla="*/ 1930450 h 3047670"/>
              <a:gd name="GluePoint1537X" fmla="*/ 2092117 w 3044273"/>
              <a:gd name="GluePoint1537Y" fmla="*/ 1944646 h 3047670"/>
              <a:gd name="GluePoint1538X" fmla="*/ 2077922 w 3044273"/>
              <a:gd name="GluePoint1538Y" fmla="*/ 1930577 h 3047670"/>
              <a:gd name="GluePoint1539X" fmla="*/ 2091990 w 3044273"/>
              <a:gd name="GluePoint1539Y" fmla="*/ 1916381 h 3047670"/>
              <a:gd name="GluePoint1540X" fmla="*/ 2506142 w 3044273"/>
              <a:gd name="GluePoint1540Y" fmla="*/ 1915754 h 3047670"/>
              <a:gd name="GluePoint1541X" fmla="*/ 2529883 w 3044273"/>
              <a:gd name="GluePoint1541Y" fmla="*/ 1939370 h 3047670"/>
              <a:gd name="GluePoint1542X" fmla="*/ 2506267 w 3044273"/>
              <a:gd name="GluePoint1542Y" fmla="*/ 1963111 h 3047670"/>
              <a:gd name="GluePoint1543X" fmla="*/ 2482526 w 3044273"/>
              <a:gd name="GluePoint1543Y" fmla="*/ 1939495 h 3047670"/>
              <a:gd name="GluePoint1544X" fmla="*/ 2506142 w 3044273"/>
              <a:gd name="GluePoint1544Y" fmla="*/ 1915754 h 3047670"/>
              <a:gd name="GluePoint1545X" fmla="*/ 329111 w 3044273"/>
              <a:gd name="GluePoint1545Y" fmla="*/ 1904574 h 3047670"/>
              <a:gd name="GluePoint1546X" fmla="*/ 332879 w 3044273"/>
              <a:gd name="GluePoint1546Y" fmla="*/ 1908343 h 3047670"/>
              <a:gd name="GluePoint1547X" fmla="*/ 329111 w 3044273"/>
              <a:gd name="GluePoint1547Y" fmla="*/ 1912111 h 3047670"/>
              <a:gd name="GluePoint1548X" fmla="*/ 325342 w 3044273"/>
              <a:gd name="GluePoint1548Y" fmla="*/ 1908343 h 3047670"/>
              <a:gd name="GluePoint1549X" fmla="*/ 329111 w 3044273"/>
              <a:gd name="GluePoint1549Y" fmla="*/ 1904574 h 3047670"/>
              <a:gd name="GluePoint1550X" fmla="*/ 838352 w 3044273"/>
              <a:gd name="GluePoint1550Y" fmla="*/ 1900177 h 3047670"/>
              <a:gd name="GluePoint1551X" fmla="*/ 858325 w 3044273"/>
              <a:gd name="GluePoint1551Y" fmla="*/ 1920025 h 3047670"/>
              <a:gd name="GluePoint1552X" fmla="*/ 838478 w 3044273"/>
              <a:gd name="GluePoint1552Y" fmla="*/ 1939997 h 3047670"/>
              <a:gd name="GluePoint1553X" fmla="*/ 818505 w 3044273"/>
              <a:gd name="GluePoint1553Y" fmla="*/ 1920150 h 3047670"/>
              <a:gd name="GluePoint1554X" fmla="*/ 838352 w 3044273"/>
              <a:gd name="GluePoint1554Y" fmla="*/ 1900177 h 3047670"/>
              <a:gd name="GluePoint1555X" fmla="*/ 2612664 w 3044273"/>
              <a:gd name="GluePoint1555Y" fmla="*/ 1899172 h 3047670"/>
              <a:gd name="GluePoint1556X" fmla="*/ 2633518 w 3044273"/>
              <a:gd name="GluePoint1556Y" fmla="*/ 1919898 h 3047670"/>
              <a:gd name="GluePoint1557X" fmla="*/ 2612791 w 3044273"/>
              <a:gd name="GluePoint1557Y" fmla="*/ 1940751 h 3047670"/>
              <a:gd name="GluePoint1558X" fmla="*/ 2591937 w 3044273"/>
              <a:gd name="GluePoint1558Y" fmla="*/ 1920025 h 3047670"/>
              <a:gd name="GluePoint1559X" fmla="*/ 2612664 w 3044273"/>
              <a:gd name="GluePoint1559Y" fmla="*/ 1899172 h 3047670"/>
              <a:gd name="GluePoint1560X" fmla="*/ 2207933 w 3044273"/>
              <a:gd name="GluePoint1560Y" fmla="*/ 1893520 h 3047670"/>
              <a:gd name="GluePoint1561X" fmla="*/ 2229664 w 3044273"/>
              <a:gd name="GluePoint1561Y" fmla="*/ 1915126 h 3047670"/>
              <a:gd name="GluePoint1562X" fmla="*/ 2208058 w 3044273"/>
              <a:gd name="GluePoint1562Y" fmla="*/ 1936857 h 3047670"/>
              <a:gd name="GluePoint1563X" fmla="*/ 2186327 w 3044273"/>
              <a:gd name="GluePoint1563Y" fmla="*/ 1915251 h 3047670"/>
              <a:gd name="GluePoint1564X" fmla="*/ 2207933 w 3044273"/>
              <a:gd name="GluePoint1564Y" fmla="*/ 1893520 h 3047670"/>
              <a:gd name="GluePoint1565X" fmla="*/ 1151635 w 3044273"/>
              <a:gd name="GluePoint1565Y" fmla="*/ 1885103 h 3047670"/>
              <a:gd name="GluePoint1566X" fmla="*/ 1151887 w 3044273"/>
              <a:gd name="GluePoint1566Y" fmla="*/ 1885354 h 3047670"/>
              <a:gd name="GluePoint1567X" fmla="*/ 1151635 w 3044273"/>
              <a:gd name="GluePoint1567Y" fmla="*/ 1885605 h 3047670"/>
              <a:gd name="GluePoint1568X" fmla="*/ 1151385 w 3044273"/>
              <a:gd name="GluePoint1568Y" fmla="*/ 1885354 h 3047670"/>
              <a:gd name="GluePoint1569X" fmla="*/ 1151635 w 3044273"/>
              <a:gd name="GluePoint1569Y" fmla="*/ 1885103 h 3047670"/>
              <a:gd name="GluePoint1570X" fmla="*/ 226232 w 3044273"/>
              <a:gd name="GluePoint1570Y" fmla="*/ 1885103 h 3047670"/>
              <a:gd name="GluePoint1571X" fmla="*/ 229497 w 3044273"/>
              <a:gd name="GluePoint1571Y" fmla="*/ 1888368 h 3047670"/>
              <a:gd name="GluePoint1572X" fmla="*/ 226232 w 3044273"/>
              <a:gd name="GluePoint1572Y" fmla="*/ 1891760 h 3047670"/>
              <a:gd name="GluePoint1573X" fmla="*/ 222965 w 3044273"/>
              <a:gd name="GluePoint1573Y" fmla="*/ 1888495 h 3047670"/>
              <a:gd name="GluePoint1574X" fmla="*/ 226232 w 3044273"/>
              <a:gd name="GluePoint1574Y" fmla="*/ 1885103 h 3047670"/>
              <a:gd name="GluePoint1575X" fmla="*/ 1894525 w 3044273"/>
              <a:gd name="GluePoint1575Y" fmla="*/ 1882340 h 3047670"/>
              <a:gd name="GluePoint1576X" fmla="*/ 1894776 w 3044273"/>
              <a:gd name="GluePoint1576Y" fmla="*/ 1882591 h 3047670"/>
              <a:gd name="GluePoint1577X" fmla="*/ 1894525 w 3044273"/>
              <a:gd name="GluePoint1577Y" fmla="*/ 1882842 h 3047670"/>
              <a:gd name="GluePoint1578X" fmla="*/ 1894273 w 3044273"/>
              <a:gd name="GluePoint1578Y" fmla="*/ 1882591 h 3047670"/>
              <a:gd name="GluePoint1579X" fmla="*/ 1894525 w 3044273"/>
              <a:gd name="GluePoint1579Y" fmla="*/ 1882340 h 3047670"/>
              <a:gd name="GluePoint1580X" fmla="*/ 2717175 w 3044273"/>
              <a:gd name="GluePoint1580Y" fmla="*/ 1880330 h 3047670"/>
              <a:gd name="GluePoint1581X" fmla="*/ 2736645 w 3044273"/>
              <a:gd name="GluePoint1581Y" fmla="*/ 1899674 h 3047670"/>
              <a:gd name="GluePoint1582X" fmla="*/ 2717300 w 3044273"/>
              <a:gd name="GluePoint1582Y" fmla="*/ 1919270 h 3047670"/>
              <a:gd name="GluePoint1583X" fmla="*/ 2697704 w 3044273"/>
              <a:gd name="GluePoint1583Y" fmla="*/ 1899801 h 3047670"/>
              <a:gd name="GluePoint1584X" fmla="*/ 2717175 w 3044273"/>
              <a:gd name="GluePoint1584Y" fmla="*/ 1880330 h 3047670"/>
              <a:gd name="GluePoint1585X" fmla="*/ 726931 w 3044273"/>
              <a:gd name="GluePoint1585Y" fmla="*/ 1878195 h 3047670"/>
              <a:gd name="GluePoint1586X" fmla="*/ 752053 w 3044273"/>
              <a:gd name="GluePoint1586Y" fmla="*/ 1903066 h 3047670"/>
              <a:gd name="GluePoint1587X" fmla="*/ 727183 w 3044273"/>
              <a:gd name="GluePoint1587Y" fmla="*/ 1928189 h 3047670"/>
              <a:gd name="GluePoint1588X" fmla="*/ 702061 w 3044273"/>
              <a:gd name="GluePoint1588Y" fmla="*/ 1903192 h 3047670"/>
              <a:gd name="GluePoint1589X" fmla="*/ 726931 w 3044273"/>
              <a:gd name="GluePoint1589Y" fmla="*/ 1878195 h 3047670"/>
              <a:gd name="GluePoint1590X" fmla="*/ 2319226 w 3044273"/>
              <a:gd name="GluePoint1590Y" fmla="*/ 1872039 h 3047670"/>
              <a:gd name="GluePoint1591X" fmla="*/ 2344474 w 3044273"/>
              <a:gd name="GluePoint1591Y" fmla="*/ 1897162 h 3047670"/>
              <a:gd name="GluePoint1592X" fmla="*/ 2319351 w 3044273"/>
              <a:gd name="GluePoint1592Y" fmla="*/ 1922536 h 3047670"/>
              <a:gd name="GluePoint1593X" fmla="*/ 2293978 w 3044273"/>
              <a:gd name="GluePoint1593Y" fmla="*/ 1897413 h 3047670"/>
              <a:gd name="GluePoint1594X" fmla="*/ 2319226 w 3044273"/>
              <a:gd name="GluePoint1594Y" fmla="*/ 1872039 h 3047670"/>
              <a:gd name="GluePoint1595X" fmla="*/ 1029413 w 3044273"/>
              <a:gd name="GluePoint1595Y" fmla="*/ 1871412 h 3047670"/>
              <a:gd name="GluePoint1596X" fmla="*/ 1032554 w 3044273"/>
              <a:gd name="GluePoint1596Y" fmla="*/ 1874552 h 3047670"/>
              <a:gd name="GluePoint1597X" fmla="*/ 1029413 w 3044273"/>
              <a:gd name="GluePoint1597Y" fmla="*/ 1877694 h 3047670"/>
              <a:gd name="GluePoint1598X" fmla="*/ 1026273 w 3044273"/>
              <a:gd name="GluePoint1598Y" fmla="*/ 1874679 h 3047670"/>
              <a:gd name="GluePoint1599X" fmla="*/ 1029413 w 3044273"/>
              <a:gd name="GluePoint1599Y" fmla="*/ 1871412 h 3047670"/>
              <a:gd name="GluePoint1600X" fmla="*/ 2016745 w 3044273"/>
              <a:gd name="GluePoint1600Y" fmla="*/ 1869276 h 3047670"/>
              <a:gd name="GluePoint1601X" fmla="*/ 2018505 w 3044273"/>
              <a:gd name="GluePoint1601Y" fmla="*/ 1871034 h 3047670"/>
              <a:gd name="GluePoint1602X" fmla="*/ 2016745 w 3044273"/>
              <a:gd name="GluePoint1602Y" fmla="*/ 1872793 h 3047670"/>
              <a:gd name="GluePoint1603X" fmla="*/ 2014987 w 3044273"/>
              <a:gd name="GluePoint1603Y" fmla="*/ 1871034 h 3047670"/>
              <a:gd name="GluePoint1604X" fmla="*/ 2016745 w 3044273"/>
              <a:gd name="GluePoint1604Y" fmla="*/ 1869276 h 3047670"/>
              <a:gd name="GluePoint1605X" fmla="*/ 124610 w 3044273"/>
              <a:gd name="GluePoint1605Y" fmla="*/ 1866512 h 3047670"/>
              <a:gd name="GluePoint1606X" fmla="*/ 126368 w 3044273"/>
              <a:gd name="GluePoint1606Y" fmla="*/ 1868270 h 3047670"/>
              <a:gd name="GluePoint1607X" fmla="*/ 124610 w 3044273"/>
              <a:gd name="GluePoint1607Y" fmla="*/ 1870029 h 3047670"/>
              <a:gd name="GluePoint1608X" fmla="*/ 122851 w 3044273"/>
              <a:gd name="GluePoint1608Y" fmla="*/ 1868270 h 3047670"/>
              <a:gd name="GluePoint1609X" fmla="*/ 124610 w 3044273"/>
              <a:gd name="GluePoint1609Y" fmla="*/ 1866512 h 3047670"/>
              <a:gd name="GluePoint1610X" fmla="*/ 619406 w 3044273"/>
              <a:gd name="GluePoint1610Y" fmla="*/ 1865382 h 3047670"/>
              <a:gd name="GluePoint1611X" fmla="*/ 638752 w 3044273"/>
              <a:gd name="GluePoint1611Y" fmla="*/ 1884601 h 3047670"/>
              <a:gd name="GluePoint1612X" fmla="*/ 619533 w 3044273"/>
              <a:gd name="GluePoint1612Y" fmla="*/ 1903947 h 3047670"/>
              <a:gd name="GluePoint1613X" fmla="*/ 600187 w 3044273"/>
              <a:gd name="GluePoint1613Y" fmla="*/ 1884727 h 3047670"/>
              <a:gd name="GluePoint1614X" fmla="*/ 619406 w 3044273"/>
              <a:gd name="GluePoint1614Y" fmla="*/ 1865382 h 3047670"/>
              <a:gd name="GluePoint1615X" fmla="*/ 2819803 w 3044273"/>
              <a:gd name="GluePoint1615Y" fmla="*/ 1865004 h 3047670"/>
              <a:gd name="GluePoint1616X" fmla="*/ 2833997 w 3044273"/>
              <a:gd name="GluePoint1616Y" fmla="*/ 1879073 h 3047670"/>
              <a:gd name="GluePoint1617X" fmla="*/ 2819928 w 3044273"/>
              <a:gd name="GluePoint1617Y" fmla="*/ 1893269 h 3047670"/>
              <a:gd name="GluePoint1618X" fmla="*/ 2805734 w 3044273"/>
              <a:gd name="GluePoint1618Y" fmla="*/ 1879200 h 3047670"/>
              <a:gd name="GluePoint1619X" fmla="*/ 2819803 w 3044273"/>
              <a:gd name="GluePoint1619Y" fmla="*/ 1865004 h 3047670"/>
              <a:gd name="GluePoint1620X" fmla="*/ 2921300 w 3044273"/>
              <a:gd name="GluePoint1620Y" fmla="*/ 1853072 h 3047670"/>
              <a:gd name="GluePoint1621X" fmla="*/ 2926449 w 3044273"/>
              <a:gd name="GluePoint1621Y" fmla="*/ 1858097 h 3047670"/>
              <a:gd name="GluePoint1622X" fmla="*/ 2921300 w 3044273"/>
              <a:gd name="GluePoint1622Y" fmla="*/ 1863246 h 3047670"/>
              <a:gd name="GluePoint1623X" fmla="*/ 2916275 w 3044273"/>
              <a:gd name="GluePoint1623Y" fmla="*/ 1858222 h 3047670"/>
              <a:gd name="GluePoint1624X" fmla="*/ 2921300 w 3044273"/>
              <a:gd name="GluePoint1624Y" fmla="*/ 1853072 h 3047670"/>
              <a:gd name="GluePoint1625X" fmla="*/ 514268 w 3044273"/>
              <a:gd name="GluePoint1625Y" fmla="*/ 1851815 h 3047670"/>
              <a:gd name="GluePoint1626X" fmla="*/ 527834 w 3044273"/>
              <a:gd name="GluePoint1626Y" fmla="*/ 1865256 h 3047670"/>
              <a:gd name="GluePoint1627X" fmla="*/ 514393 w 3044273"/>
              <a:gd name="GluePoint1627Y" fmla="*/ 1878821 h 3047670"/>
              <a:gd name="GluePoint1628X" fmla="*/ 500827 w 3044273"/>
              <a:gd name="GluePoint1628Y" fmla="*/ 1865381 h 3047670"/>
              <a:gd name="GluePoint1629X" fmla="*/ 514268 w 3044273"/>
              <a:gd name="GluePoint1629Y" fmla="*/ 1851815 h 3047670"/>
              <a:gd name="GluePoint1630X" fmla="*/ 2426754 w 3044273"/>
              <a:gd name="GluePoint1630Y" fmla="*/ 1849931 h 3047670"/>
              <a:gd name="GluePoint1631X" fmla="*/ 2454892 w 3044273"/>
              <a:gd name="GluePoint1631Y" fmla="*/ 1877944 h 3047670"/>
              <a:gd name="GluePoint1632X" fmla="*/ 2426879 w 3044273"/>
              <a:gd name="GluePoint1632Y" fmla="*/ 1906206 h 3047670"/>
              <a:gd name="GluePoint1633X" fmla="*/ 2398617 w 3044273"/>
              <a:gd name="GluePoint1633Y" fmla="*/ 1878194 h 3047670"/>
              <a:gd name="GluePoint1634X" fmla="*/ 2426754 w 3044273"/>
              <a:gd name="GluePoint1634Y" fmla="*/ 1849931 h 3047670"/>
              <a:gd name="GluePoint1635X" fmla="*/ 2131057 w 3044273"/>
              <a:gd name="GluePoint1635Y" fmla="*/ 1846917 h 3047670"/>
              <a:gd name="GluePoint1636X" fmla="*/ 2138846 w 3044273"/>
              <a:gd name="GluePoint1636Y" fmla="*/ 1854705 h 3047670"/>
              <a:gd name="GluePoint1637X" fmla="*/ 2131183 w 3044273"/>
              <a:gd name="GluePoint1637Y" fmla="*/ 1862493 h 3047670"/>
              <a:gd name="GluePoint1638X" fmla="*/ 2123394 w 3044273"/>
              <a:gd name="GluePoint1638Y" fmla="*/ 1854831 h 3047670"/>
              <a:gd name="GluePoint1639X" fmla="*/ 2131057 w 3044273"/>
              <a:gd name="GluePoint1639Y" fmla="*/ 1846917 h 3047670"/>
              <a:gd name="GluePoint1640X" fmla="*/ 24117 w 3044273"/>
              <a:gd name="GluePoint1640Y" fmla="*/ 1846539 h 3047670"/>
              <a:gd name="GluePoint1641X" fmla="*/ 25500 w 3044273"/>
              <a:gd name="GluePoint1641Y" fmla="*/ 1847921 h 3047670"/>
              <a:gd name="GluePoint1642X" fmla="*/ 24117 w 3044273"/>
              <a:gd name="GluePoint1642Y" fmla="*/ 1849303 h 3047670"/>
              <a:gd name="GluePoint1643X" fmla="*/ 22862 w 3044273"/>
              <a:gd name="GluePoint1643Y" fmla="*/ 1847921 h 3047670"/>
              <a:gd name="GluePoint1644X" fmla="*/ 24117 w 3044273"/>
              <a:gd name="GluePoint1644Y" fmla="*/ 1846539 h 3047670"/>
              <a:gd name="GluePoint1645X" fmla="*/ 914727 w 3044273"/>
              <a:gd name="GluePoint1645Y" fmla="*/ 1839254 h 3047670"/>
              <a:gd name="GluePoint1646X" fmla="*/ 934699 w 3044273"/>
              <a:gd name="GluePoint1646Y" fmla="*/ 1859102 h 3047670"/>
              <a:gd name="GluePoint1647X" fmla="*/ 914852 w 3044273"/>
              <a:gd name="GluePoint1647Y" fmla="*/ 1879074 h 3047670"/>
              <a:gd name="GluePoint1648X" fmla="*/ 894879 w 3044273"/>
              <a:gd name="GluePoint1648Y" fmla="*/ 1859227 h 3047670"/>
              <a:gd name="GluePoint1649X" fmla="*/ 914727 w 3044273"/>
              <a:gd name="GluePoint1649Y" fmla="*/ 1839254 h 3047670"/>
              <a:gd name="GluePoint1650X" fmla="*/ 411263 w 3044273"/>
              <a:gd name="GluePoint1650Y" fmla="*/ 1837369 h 3047670"/>
              <a:gd name="GluePoint1651X" fmla="*/ 419428 w 3044273"/>
              <a:gd name="GluePoint1651Y" fmla="*/ 1845534 h 3047670"/>
              <a:gd name="GluePoint1652X" fmla="*/ 411263 w 3044273"/>
              <a:gd name="GluePoint1652Y" fmla="*/ 1853699 h 3047670"/>
              <a:gd name="GluePoint1653X" fmla="*/ 403098 w 3044273"/>
              <a:gd name="GluePoint1653Y" fmla="*/ 1845534 h 3047670"/>
              <a:gd name="GluePoint1654X" fmla="*/ 411263 w 3044273"/>
              <a:gd name="GluePoint1654Y" fmla="*/ 1837369 h 3047670"/>
              <a:gd name="GluePoint1655X" fmla="*/ 3021790 w 3044273"/>
              <a:gd name="GluePoint1655Y" fmla="*/ 1835737 h 3047670"/>
              <a:gd name="GluePoint1656X" fmla="*/ 3023173 w 3044273"/>
              <a:gd name="GluePoint1656Y" fmla="*/ 1836994 h 3047670"/>
              <a:gd name="GluePoint1657X" fmla="*/ 3021790 w 3044273"/>
              <a:gd name="GluePoint1657Y" fmla="*/ 1838375 h 3047670"/>
              <a:gd name="GluePoint1658X" fmla="*/ 3020408 w 3044273"/>
              <a:gd name="GluePoint1658Y" fmla="*/ 1836994 h 3047670"/>
              <a:gd name="GluePoint1659X" fmla="*/ 3021790 w 3044273"/>
              <a:gd name="GluePoint1659Y" fmla="*/ 1835737 h 3047670"/>
              <a:gd name="GluePoint1660X" fmla="*/ 2531517 w 3044273"/>
              <a:gd name="GluePoint1660Y" fmla="*/ 1835235 h 3047670"/>
              <a:gd name="GluePoint1661X" fmla="*/ 2554380 w 3044273"/>
              <a:gd name="GluePoint1661Y" fmla="*/ 1857971 h 3047670"/>
              <a:gd name="GluePoint1662X" fmla="*/ 2531642 w 3044273"/>
              <a:gd name="GluePoint1662Y" fmla="*/ 1880833 h 3047670"/>
              <a:gd name="GluePoint1663X" fmla="*/ 2508781 w 3044273"/>
              <a:gd name="GluePoint1663Y" fmla="*/ 1858096 h 3047670"/>
              <a:gd name="GluePoint1664X" fmla="*/ 2531517 w 3044273"/>
              <a:gd name="GluePoint1664Y" fmla="*/ 1835235 h 3047670"/>
              <a:gd name="GluePoint1665X" fmla="*/ 309892 w 3044273"/>
              <a:gd name="GluePoint1665Y" fmla="*/ 1819783 h 3047670"/>
              <a:gd name="GluePoint1666X" fmla="*/ 315419 w 3044273"/>
              <a:gd name="GluePoint1666Y" fmla="*/ 1825310 h 3047670"/>
              <a:gd name="GluePoint1667X" fmla="*/ 309892 w 3044273"/>
              <a:gd name="GluePoint1667Y" fmla="*/ 1830837 h 3047670"/>
              <a:gd name="GluePoint1668X" fmla="*/ 304365 w 3044273"/>
              <a:gd name="GluePoint1668Y" fmla="*/ 1825310 h 3047670"/>
              <a:gd name="GluePoint1669X" fmla="*/ 309892 w 3044273"/>
              <a:gd name="GluePoint1669Y" fmla="*/ 1819783 h 3047670"/>
              <a:gd name="GluePoint1670X" fmla="*/ 2240216 w 3044273"/>
              <a:gd name="GluePoint1670Y" fmla="*/ 1819532 h 3047670"/>
              <a:gd name="GluePoint1671X" fmla="*/ 2257049 w 3044273"/>
              <a:gd name="GluePoint1671Y" fmla="*/ 1836239 h 3047670"/>
              <a:gd name="GluePoint1672X" fmla="*/ 2240343 w 3044273"/>
              <a:gd name="GluePoint1672Y" fmla="*/ 1853072 h 3047670"/>
              <a:gd name="GluePoint1673X" fmla="*/ 2223509 w 3044273"/>
              <a:gd name="GluePoint1673Y" fmla="*/ 1836365 h 3047670"/>
              <a:gd name="GluePoint1674X" fmla="*/ 2240216 w 3044273"/>
              <a:gd name="GluePoint1674Y" fmla="*/ 1819532 h 3047670"/>
              <a:gd name="GluePoint1675X" fmla="*/ 805316 w 3044273"/>
              <a:gd name="GluePoint1675Y" fmla="*/ 1816392 h 3047670"/>
              <a:gd name="GluePoint1676X" fmla="*/ 830438 w 3044273"/>
              <a:gd name="GluePoint1676Y" fmla="*/ 1841263 h 3047670"/>
              <a:gd name="GluePoint1677X" fmla="*/ 805568 w 3044273"/>
              <a:gd name="GluePoint1677Y" fmla="*/ 1866386 h 3047670"/>
              <a:gd name="GluePoint1678X" fmla="*/ 780446 w 3044273"/>
              <a:gd name="GluePoint1678Y" fmla="*/ 1841515 h 3047670"/>
              <a:gd name="GluePoint1679X" fmla="*/ 805316 w 3044273"/>
              <a:gd name="GluePoint1679Y" fmla="*/ 1816392 h 3047670"/>
              <a:gd name="GluePoint1680X" fmla="*/ 2634397 w 3044273"/>
              <a:gd name="GluePoint1680Y" fmla="*/ 1815890 h 3047670"/>
              <a:gd name="GluePoint1681X" fmla="*/ 2656128 w 3044273"/>
              <a:gd name="GluePoint1681Y" fmla="*/ 1837496 h 3047670"/>
              <a:gd name="GluePoint1682X" fmla="*/ 2634522 w 3044273"/>
              <a:gd name="GluePoint1682Y" fmla="*/ 1859227 h 3047670"/>
              <a:gd name="GluePoint1683X" fmla="*/ 2612791 w 3044273"/>
              <a:gd name="GluePoint1683Y" fmla="*/ 1837621 h 3047670"/>
              <a:gd name="GluePoint1684X" fmla="*/ 2634397 w 3044273"/>
              <a:gd name="GluePoint1684Y" fmla="*/ 1815890 h 3047670"/>
              <a:gd name="GluePoint1685X" fmla="*/ 1104532 w 3044273"/>
              <a:gd name="GluePoint1685Y" fmla="*/ 1811241 h 3047670"/>
              <a:gd name="GluePoint1686X" fmla="*/ 1107673 w 3044273"/>
              <a:gd name="GluePoint1686Y" fmla="*/ 1814381 h 3047670"/>
              <a:gd name="GluePoint1687X" fmla="*/ 1104532 w 3044273"/>
              <a:gd name="GluePoint1687Y" fmla="*/ 1817522 h 3047670"/>
              <a:gd name="GluePoint1688X" fmla="*/ 1101392 w 3044273"/>
              <a:gd name="GluePoint1688Y" fmla="*/ 1814381 h 3047670"/>
              <a:gd name="GluePoint1689X" fmla="*/ 1104532 w 3044273"/>
              <a:gd name="GluePoint1689Y" fmla="*/ 1811241 h 3047670"/>
              <a:gd name="GluePoint1690X" fmla="*/ 1941253 w 3044273"/>
              <a:gd name="GluePoint1690Y" fmla="*/ 1811116 h 3047670"/>
              <a:gd name="GluePoint1691X" fmla="*/ 1941505 w 3044273"/>
              <a:gd name="GluePoint1691Y" fmla="*/ 1811368 h 3047670"/>
              <a:gd name="GluePoint1692X" fmla="*/ 1941253 w 3044273"/>
              <a:gd name="GluePoint1692Y" fmla="*/ 1811619 h 3047670"/>
              <a:gd name="GluePoint1693X" fmla="*/ 1941002 w 3044273"/>
              <a:gd name="GluePoint1693Y" fmla="*/ 1811368 h 3047670"/>
              <a:gd name="GluePoint1694X" fmla="*/ 1941253 w 3044273"/>
              <a:gd name="GluePoint1694Y" fmla="*/ 1811116 h 3047670"/>
              <a:gd name="GluePoint1695X" fmla="*/ 209652 w 3044273"/>
              <a:gd name="GluePoint1695Y" fmla="*/ 1799937 h 3047670"/>
              <a:gd name="GluePoint1696X" fmla="*/ 214551 w 3044273"/>
              <a:gd name="GluePoint1696Y" fmla="*/ 1804836 h 3047670"/>
              <a:gd name="GluePoint1697X" fmla="*/ 209652 w 3044273"/>
              <a:gd name="GluePoint1697Y" fmla="*/ 1809735 h 3047670"/>
              <a:gd name="GluePoint1698X" fmla="*/ 204753 w 3044273"/>
              <a:gd name="GluePoint1698Y" fmla="*/ 1804836 h 3047670"/>
              <a:gd name="GluePoint1699X" fmla="*/ 209652 w 3044273"/>
              <a:gd name="GluePoint1699Y" fmla="*/ 1799937 h 3047670"/>
              <a:gd name="GluePoint1700X" fmla="*/ 699547 w 3044273"/>
              <a:gd name="GluePoint1700Y" fmla="*/ 1798177 h 3047670"/>
              <a:gd name="GluePoint1701X" fmla="*/ 723791 w 3044273"/>
              <a:gd name="GluePoint1701Y" fmla="*/ 1822170 h 3047670"/>
              <a:gd name="GluePoint1702X" fmla="*/ 699798 w 3044273"/>
              <a:gd name="GluePoint1702Y" fmla="*/ 1846413 h 3047670"/>
              <a:gd name="GluePoint1703X" fmla="*/ 675555 w 3044273"/>
              <a:gd name="GluePoint1703Y" fmla="*/ 1822421 h 3047670"/>
              <a:gd name="GluePoint1704X" fmla="*/ 699547 w 3044273"/>
              <a:gd name="GluePoint1704Y" fmla="*/ 1798177 h 3047670"/>
              <a:gd name="GluePoint1705X" fmla="*/ 2735641 w 3044273"/>
              <a:gd name="GluePoint1705Y" fmla="*/ 1796923 h 3047670"/>
              <a:gd name="GluePoint1706X" fmla="*/ 2755487 w 3044273"/>
              <a:gd name="GluePoint1706Y" fmla="*/ 1816519 h 3047670"/>
              <a:gd name="GluePoint1707X" fmla="*/ 2735892 w 3044273"/>
              <a:gd name="GluePoint1707Y" fmla="*/ 1836241 h 3047670"/>
              <a:gd name="GluePoint1708X" fmla="*/ 2716171 w 3044273"/>
              <a:gd name="GluePoint1708Y" fmla="*/ 1816645 h 3047670"/>
              <a:gd name="GluePoint1709X" fmla="*/ 2735641 w 3044273"/>
              <a:gd name="GluePoint1709Y" fmla="*/ 1796923 h 3047670"/>
              <a:gd name="GluePoint1710X" fmla="*/ 2053553 w 3044273"/>
              <a:gd name="GluePoint1710Y" fmla="*/ 1793655 h 3047670"/>
              <a:gd name="GluePoint1711X" fmla="*/ 2053930 w 3044273"/>
              <a:gd name="GluePoint1711Y" fmla="*/ 1794158 h 3047670"/>
              <a:gd name="GluePoint1712X" fmla="*/ 2053553 w 3044273"/>
              <a:gd name="GluePoint1712Y" fmla="*/ 1794660 h 3047670"/>
              <a:gd name="GluePoint1713X" fmla="*/ 2053050 w 3044273"/>
              <a:gd name="GluePoint1713Y" fmla="*/ 1794158 h 3047670"/>
              <a:gd name="GluePoint1714X" fmla="*/ 2053553 w 3044273"/>
              <a:gd name="GluePoint1714Y" fmla="*/ 1793655 h 3047670"/>
              <a:gd name="GluePoint1715X" fmla="*/ 2345982 w 3044273"/>
              <a:gd name="GluePoint1715Y" fmla="*/ 1788255 h 3047670"/>
              <a:gd name="GluePoint1716X" fmla="*/ 2374247 w 3044273"/>
              <a:gd name="GluePoint1716Y" fmla="*/ 1816268 h 3047670"/>
              <a:gd name="GluePoint1717X" fmla="*/ 2346234 w 3044273"/>
              <a:gd name="GluePoint1717Y" fmla="*/ 1844530 h 3047670"/>
              <a:gd name="GluePoint1718X" fmla="*/ 2317972 w 3044273"/>
              <a:gd name="GluePoint1718Y" fmla="*/ 1816518 h 3047670"/>
              <a:gd name="GluePoint1719X" fmla="*/ 2345982 w 3044273"/>
              <a:gd name="GluePoint1719Y" fmla="*/ 1788255 h 3047670"/>
              <a:gd name="GluePoint1720X" fmla="*/ 991978 w 3044273"/>
              <a:gd name="GluePoint1720Y" fmla="*/ 1788255 h 3047670"/>
              <a:gd name="GluePoint1721X" fmla="*/ 1001776 w 3044273"/>
              <a:gd name="GluePoint1721Y" fmla="*/ 1797927 h 3047670"/>
              <a:gd name="GluePoint1722X" fmla="*/ 992105 w 3044273"/>
              <a:gd name="GluePoint1722Y" fmla="*/ 1807726 h 3047670"/>
              <a:gd name="GluePoint1723X" fmla="*/ 982307 w 3044273"/>
              <a:gd name="GluePoint1723Y" fmla="*/ 1798052 h 3047670"/>
              <a:gd name="GluePoint1724X" fmla="*/ 991978 w 3044273"/>
              <a:gd name="GluePoint1724Y" fmla="*/ 1788255 h 3047670"/>
              <a:gd name="GluePoint1725X" fmla="*/ 110414 w 3044273"/>
              <a:gd name="GluePoint1725Y" fmla="*/ 1781596 h 3047670"/>
              <a:gd name="GluePoint1726X" fmla="*/ 113052 w 3044273"/>
              <a:gd name="GluePoint1726Y" fmla="*/ 1784233 h 3047670"/>
              <a:gd name="GluePoint1727X" fmla="*/ 110414 w 3044273"/>
              <a:gd name="GluePoint1727Y" fmla="*/ 1786870 h 3047670"/>
              <a:gd name="GluePoint1728X" fmla="*/ 107777 w 3044273"/>
              <a:gd name="GluePoint1728Y" fmla="*/ 1784233 h 3047670"/>
              <a:gd name="GluePoint1729X" fmla="*/ 110414 w 3044273"/>
              <a:gd name="GluePoint1729Y" fmla="*/ 1781596 h 3047670"/>
              <a:gd name="GluePoint1730X" fmla="*/ 596293 w 3044273"/>
              <a:gd name="GluePoint1730Y" fmla="*/ 1780466 h 3047670"/>
              <a:gd name="GluePoint1731X" fmla="*/ 618527 w 3044273"/>
              <a:gd name="GluePoint1731Y" fmla="*/ 1802449 h 3047670"/>
              <a:gd name="GluePoint1732X" fmla="*/ 596544 w 3044273"/>
              <a:gd name="GluePoint1732Y" fmla="*/ 1824683 h 3047670"/>
              <a:gd name="GluePoint1733X" fmla="*/ 574311 w 3044273"/>
              <a:gd name="GluePoint1733Y" fmla="*/ 1802700 h 3047670"/>
              <a:gd name="GluePoint1734X" fmla="*/ 596293 w 3044273"/>
              <a:gd name="GluePoint1734Y" fmla="*/ 1780466 h 3047670"/>
              <a:gd name="GluePoint1735X" fmla="*/ 2835757 w 3044273"/>
              <a:gd name="GluePoint1735Y" fmla="*/ 1778708 h 3047670"/>
              <a:gd name="GluePoint1736X" fmla="*/ 2852464 w 3044273"/>
              <a:gd name="GluePoint1736Y" fmla="*/ 1795289 h 3047670"/>
              <a:gd name="GluePoint1737X" fmla="*/ 2835882 w 3044273"/>
              <a:gd name="GluePoint1737Y" fmla="*/ 1811996 h 3047670"/>
              <a:gd name="GluePoint1738X" fmla="*/ 2819301 w 3044273"/>
              <a:gd name="GluePoint1738Y" fmla="*/ 1795415 h 3047670"/>
              <a:gd name="GluePoint1739X" fmla="*/ 2835757 w 3044273"/>
              <a:gd name="GluePoint1739Y" fmla="*/ 1778708 h 3047670"/>
              <a:gd name="GluePoint1740X" fmla="*/ 2448988 w 3044273"/>
              <a:gd name="GluePoint1740Y" fmla="*/ 1767905 h 3047670"/>
              <a:gd name="GluePoint1741X" fmla="*/ 2477000 w 3044273"/>
              <a:gd name="GluePoint1741Y" fmla="*/ 1795666 h 3047670"/>
              <a:gd name="GluePoint1742X" fmla="*/ 2449239 w 3044273"/>
              <a:gd name="GluePoint1742Y" fmla="*/ 1823679 h 3047670"/>
              <a:gd name="GluePoint1743X" fmla="*/ 2421228 w 3044273"/>
              <a:gd name="GluePoint1743Y" fmla="*/ 1795918 h 3047670"/>
              <a:gd name="GluePoint1744X" fmla="*/ 2448988 w 3044273"/>
              <a:gd name="GluePoint1744Y" fmla="*/ 1767905 h 3047670"/>
              <a:gd name="GluePoint1745X" fmla="*/ 2934991 w 3044273"/>
              <a:gd name="GluePoint1745Y" fmla="*/ 1767150 h 3047670"/>
              <a:gd name="GluePoint1746X" fmla="*/ 2941900 w 3044273"/>
              <a:gd name="GluePoint1746Y" fmla="*/ 1773934 h 3047670"/>
              <a:gd name="GluePoint1747X" fmla="*/ 2935118 w 3044273"/>
              <a:gd name="GluePoint1747Y" fmla="*/ 1780841 h 3047670"/>
              <a:gd name="GluePoint1748X" fmla="*/ 2928208 w 3044273"/>
              <a:gd name="GluePoint1748Y" fmla="*/ 1774059 h 3047670"/>
              <a:gd name="GluePoint1749X" fmla="*/ 2934991 w 3044273"/>
              <a:gd name="GluePoint1749Y" fmla="*/ 1767150 h 3047670"/>
              <a:gd name="GluePoint1750X" fmla="*/ 495047 w 3044273"/>
              <a:gd name="GluePoint1750Y" fmla="*/ 1765517 h 3047670"/>
              <a:gd name="GluePoint1751X" fmla="*/ 511880 w 3044273"/>
              <a:gd name="GluePoint1751Y" fmla="*/ 1782224 h 3047670"/>
              <a:gd name="GluePoint1752X" fmla="*/ 495173 w 3044273"/>
              <a:gd name="GluePoint1752Y" fmla="*/ 1799057 h 3047670"/>
              <a:gd name="GluePoint1753X" fmla="*/ 478340 w 3044273"/>
              <a:gd name="GluePoint1753Y" fmla="*/ 1782350 h 3047670"/>
              <a:gd name="GluePoint1754X" fmla="*/ 495047 w 3044273"/>
              <a:gd name="GluePoint1754Y" fmla="*/ 1765517 h 3047670"/>
              <a:gd name="GluePoint1755X" fmla="*/ 11932 w 3044273"/>
              <a:gd name="GluePoint1755Y" fmla="*/ 1762126 h 3047670"/>
              <a:gd name="GluePoint1756X" fmla="*/ 13313 w 3044273"/>
              <a:gd name="GluePoint1756Y" fmla="*/ 1763508 h 3047670"/>
              <a:gd name="GluePoint1757X" fmla="*/ 11932 w 3044273"/>
              <a:gd name="GluePoint1757Y" fmla="*/ 1764890 h 3047670"/>
              <a:gd name="GluePoint1758X" fmla="*/ 10550 w 3044273"/>
              <a:gd name="GluePoint1758Y" fmla="*/ 1763508 h 3047670"/>
              <a:gd name="GluePoint1759X" fmla="*/ 11932 w 3044273"/>
              <a:gd name="GluePoint1759Y" fmla="*/ 1762126 h 3047670"/>
              <a:gd name="GluePoint1760X" fmla="*/ 2160324 w 3044273"/>
              <a:gd name="GluePoint1760Y" fmla="*/ 1761750 h 3047670"/>
              <a:gd name="GluePoint1761X" fmla="*/ 2173388 w 3044273"/>
              <a:gd name="GluePoint1761Y" fmla="*/ 1774814 h 3047670"/>
              <a:gd name="GluePoint1762X" fmla="*/ 2160324 w 3044273"/>
              <a:gd name="GluePoint1762Y" fmla="*/ 1787878 h 3047670"/>
              <a:gd name="GluePoint1763X" fmla="*/ 2147260 w 3044273"/>
              <a:gd name="GluePoint1763Y" fmla="*/ 1774814 h 3047670"/>
              <a:gd name="GluePoint1764X" fmla="*/ 2160324 w 3044273"/>
              <a:gd name="GluePoint1764Y" fmla="*/ 1761750 h 3047670"/>
              <a:gd name="GluePoint1765X" fmla="*/ 884955 w 3044273"/>
              <a:gd name="GluePoint1765Y" fmla="*/ 1759866 h 3047670"/>
              <a:gd name="GluePoint1766X" fmla="*/ 904550 w 3044273"/>
              <a:gd name="GluePoint1766Y" fmla="*/ 1779211 h 3047670"/>
              <a:gd name="GluePoint1767X" fmla="*/ 885207 w 3044273"/>
              <a:gd name="GluePoint1767Y" fmla="*/ 1798808 h 3047670"/>
              <a:gd name="GluePoint1768X" fmla="*/ 865611 w 3044273"/>
              <a:gd name="GluePoint1768Y" fmla="*/ 1779463 h 3047670"/>
              <a:gd name="GluePoint1769X" fmla="*/ 884955 w 3044273"/>
              <a:gd name="GluePoint1769Y" fmla="*/ 1759866 h 3047670"/>
              <a:gd name="GluePoint1770X" fmla="*/ 1180277 w 3044273"/>
              <a:gd name="GluePoint1770Y" fmla="*/ 1753710 h 3047670"/>
              <a:gd name="GluePoint1771X" fmla="*/ 1180528 w 3044273"/>
              <a:gd name="GluePoint1771Y" fmla="*/ 1753962 h 3047670"/>
              <a:gd name="GluePoint1772X" fmla="*/ 1180277 w 3044273"/>
              <a:gd name="GluePoint1772Y" fmla="*/ 1754212 h 3047670"/>
              <a:gd name="GluePoint1773X" fmla="*/ 1180026 w 3044273"/>
              <a:gd name="GluePoint1773Y" fmla="*/ 1753962 h 3047670"/>
              <a:gd name="GluePoint1774X" fmla="*/ 1180277 w 3044273"/>
              <a:gd name="GluePoint1774Y" fmla="*/ 1753710 h 3047670"/>
              <a:gd name="GluePoint1775X" fmla="*/ 395184 w 3044273"/>
              <a:gd name="GluePoint1775Y" fmla="*/ 1750821 h 3047670"/>
              <a:gd name="GluePoint1776X" fmla="*/ 406238 w 3044273"/>
              <a:gd name="GluePoint1776Y" fmla="*/ 1761875 h 3047670"/>
              <a:gd name="GluePoint1777X" fmla="*/ 395184 w 3044273"/>
              <a:gd name="GluePoint1777Y" fmla="*/ 1772929 h 3047670"/>
              <a:gd name="GluePoint1778X" fmla="*/ 384130 w 3044273"/>
              <a:gd name="GluePoint1778Y" fmla="*/ 1761875 h 3047670"/>
              <a:gd name="GluePoint1779X" fmla="*/ 395184 w 3044273"/>
              <a:gd name="GluePoint1779Y" fmla="*/ 1750821 h 3047670"/>
              <a:gd name="GluePoint1780X" fmla="*/ 2550108 w 3044273"/>
              <a:gd name="GluePoint1780Y" fmla="*/ 1750695 h 3047670"/>
              <a:gd name="GluePoint1781X" fmla="*/ 2574351 w 3044273"/>
              <a:gd name="GluePoint1781Y" fmla="*/ 1774688 h 3047670"/>
              <a:gd name="GluePoint1782X" fmla="*/ 2550359 w 3044273"/>
              <a:gd name="GluePoint1782Y" fmla="*/ 1798931 h 3047670"/>
              <a:gd name="GluePoint1783X" fmla="*/ 2526115 w 3044273"/>
              <a:gd name="GluePoint1783Y" fmla="*/ 1774939 h 3047670"/>
              <a:gd name="GluePoint1784X" fmla="*/ 2550108 w 3044273"/>
              <a:gd name="GluePoint1784Y" fmla="*/ 1750695 h 3047670"/>
              <a:gd name="GluePoint1785X" fmla="*/ 3033348 w 3044273"/>
              <a:gd name="GluePoint1785Y" fmla="*/ 1750570 h 3047670"/>
              <a:gd name="GluePoint1786X" fmla="*/ 3035358 w 3044273"/>
              <a:gd name="GluePoint1786Y" fmla="*/ 1752580 h 3047670"/>
              <a:gd name="GluePoint1787X" fmla="*/ 3033348 w 3044273"/>
              <a:gd name="GluePoint1787Y" fmla="*/ 1754590 h 3047670"/>
              <a:gd name="GluePoint1788X" fmla="*/ 3031338 w 3044273"/>
              <a:gd name="GluePoint1788Y" fmla="*/ 1752580 h 3047670"/>
              <a:gd name="GluePoint1789X" fmla="*/ 3033348 w 3044273"/>
              <a:gd name="GluePoint1789Y" fmla="*/ 1750570 h 3047670"/>
              <a:gd name="GluePoint1790X" fmla="*/ 781324 w 3044273"/>
              <a:gd name="GluePoint1790Y" fmla="*/ 1734366 h 3047670"/>
              <a:gd name="GluePoint1791X" fmla="*/ 806697 w 3044273"/>
              <a:gd name="GluePoint1791Y" fmla="*/ 1759489 h 3047670"/>
              <a:gd name="GluePoint1792X" fmla="*/ 781574 w 3044273"/>
              <a:gd name="GluePoint1792Y" fmla="*/ 1784862 h 3047670"/>
              <a:gd name="GluePoint1793X" fmla="*/ 756326 w 3044273"/>
              <a:gd name="GluePoint1793Y" fmla="*/ 1759739 h 3047670"/>
              <a:gd name="GluePoint1794X" fmla="*/ 781324 w 3044273"/>
              <a:gd name="GluePoint1794Y" fmla="*/ 1734366 h 3047670"/>
              <a:gd name="GluePoint1795X" fmla="*/ 1070741 w 3044273"/>
              <a:gd name="GluePoint1795Y" fmla="*/ 1733360 h 3047670"/>
              <a:gd name="GluePoint1796X" fmla="*/ 1073630 w 3044273"/>
              <a:gd name="GluePoint1796Y" fmla="*/ 1736250 h 3047670"/>
              <a:gd name="GluePoint1797X" fmla="*/ 1070741 w 3044273"/>
              <a:gd name="GluePoint1797Y" fmla="*/ 1739138 h 3047670"/>
              <a:gd name="GluePoint1798X" fmla="*/ 1067852 w 3044273"/>
              <a:gd name="GluePoint1798Y" fmla="*/ 1736250 h 3047670"/>
              <a:gd name="GluePoint1799X" fmla="*/ 1070741 w 3044273"/>
              <a:gd name="GluePoint1799Y" fmla="*/ 1733360 h 3047670"/>
              <a:gd name="GluePoint1800X" fmla="*/ 296325 w 3044273"/>
              <a:gd name="GluePoint1800Y" fmla="*/ 1733235 h 3047670"/>
              <a:gd name="GluePoint1801X" fmla="*/ 304114 w 3044273"/>
              <a:gd name="GluePoint1801Y" fmla="*/ 1741024 h 3047670"/>
              <a:gd name="GluePoint1802X" fmla="*/ 296452 w 3044273"/>
              <a:gd name="GluePoint1802Y" fmla="*/ 1748811 h 3047670"/>
              <a:gd name="GluePoint1803X" fmla="*/ 288663 w 3044273"/>
              <a:gd name="GluePoint1803Y" fmla="*/ 1741149 h 3047670"/>
              <a:gd name="GluePoint1804X" fmla="*/ 296325 w 3044273"/>
              <a:gd name="GluePoint1804Y" fmla="*/ 1733235 h 3047670"/>
              <a:gd name="GluePoint1805X" fmla="*/ 1974415 w 3044273"/>
              <a:gd name="GluePoint1805Y" fmla="*/ 1732606 h 3047670"/>
              <a:gd name="GluePoint1806X" fmla="*/ 1974917 w 3044273"/>
              <a:gd name="GluePoint1806Y" fmla="*/ 1732983 h 3047670"/>
              <a:gd name="GluePoint1807X" fmla="*/ 1974415 w 3044273"/>
              <a:gd name="GluePoint1807Y" fmla="*/ 1733486 h 3047670"/>
              <a:gd name="GluePoint1808X" fmla="*/ 1973912 w 3044273"/>
              <a:gd name="GluePoint1808Y" fmla="*/ 1732983 h 3047670"/>
              <a:gd name="GluePoint1809X" fmla="*/ 1974415 w 3044273"/>
              <a:gd name="GluePoint1809Y" fmla="*/ 1732606 h 3047670"/>
              <a:gd name="GluePoint1810X" fmla="*/ 2263580 w 3044273"/>
              <a:gd name="GluePoint1810Y" fmla="*/ 1730973 h 3047670"/>
              <a:gd name="GluePoint1811X" fmla="*/ 2286944 w 3044273"/>
              <a:gd name="GluePoint1811Y" fmla="*/ 1754087 h 3047670"/>
              <a:gd name="GluePoint1812X" fmla="*/ 2263831 w 3044273"/>
              <a:gd name="GluePoint1812Y" fmla="*/ 1777452 h 3047670"/>
              <a:gd name="GluePoint1813X" fmla="*/ 2240468 w 3044273"/>
              <a:gd name="GluePoint1813Y" fmla="*/ 1754338 h 3047670"/>
              <a:gd name="GluePoint1814X" fmla="*/ 2263580 w 3044273"/>
              <a:gd name="GluePoint1814Y" fmla="*/ 1730973 h 3047670"/>
              <a:gd name="GluePoint1815X" fmla="*/ 2649971 w 3044273"/>
              <a:gd name="GluePoint1815Y" fmla="*/ 1730848 h 3047670"/>
              <a:gd name="GluePoint1816X" fmla="*/ 2672834 w 3044273"/>
              <a:gd name="GluePoint1816Y" fmla="*/ 1753584 h 3047670"/>
              <a:gd name="GluePoint1817X" fmla="*/ 2650098 w 3044273"/>
              <a:gd name="GluePoint1817Y" fmla="*/ 1776446 h 3047670"/>
              <a:gd name="GluePoint1818X" fmla="*/ 2627235 w 3044273"/>
              <a:gd name="GluePoint1818Y" fmla="*/ 1753711 h 3047670"/>
              <a:gd name="GluePoint1819X" fmla="*/ 2649971 w 3044273"/>
              <a:gd name="GluePoint1819Y" fmla="*/ 1730848 h 3047670"/>
              <a:gd name="GluePoint1820X" fmla="*/ 198346 w 3044273"/>
              <a:gd name="GluePoint1820Y" fmla="*/ 1715397 h 3047670"/>
              <a:gd name="GluePoint1821X" fmla="*/ 203244 w 3044273"/>
              <a:gd name="GluePoint1821Y" fmla="*/ 1720296 h 3047670"/>
              <a:gd name="GluePoint1822X" fmla="*/ 198471 w 3044273"/>
              <a:gd name="GluePoint1822Y" fmla="*/ 1725194 h 3047670"/>
              <a:gd name="GluePoint1823X" fmla="*/ 193572 w 3044273"/>
              <a:gd name="GluePoint1823Y" fmla="*/ 1720296 h 3047670"/>
              <a:gd name="GluePoint1824X" fmla="*/ 198346 w 3044273"/>
              <a:gd name="GluePoint1824Y" fmla="*/ 1715397 h 3047670"/>
              <a:gd name="GluePoint1825X" fmla="*/ 680330 w 3044273"/>
              <a:gd name="GluePoint1825Y" fmla="*/ 1713136 h 3047670"/>
              <a:gd name="GluePoint1826X" fmla="*/ 706583 w 3044273"/>
              <a:gd name="GluePoint1826Y" fmla="*/ 1739137 h 3047670"/>
              <a:gd name="GluePoint1827X" fmla="*/ 680580 w 3044273"/>
              <a:gd name="GluePoint1827Y" fmla="*/ 1765391 h 3047670"/>
              <a:gd name="GluePoint1828X" fmla="*/ 654327 w 3044273"/>
              <a:gd name="GluePoint1828Y" fmla="*/ 1739389 h 3047670"/>
              <a:gd name="GluePoint1829X" fmla="*/ 680330 w 3044273"/>
              <a:gd name="GluePoint1829Y" fmla="*/ 1713136 h 3047670"/>
              <a:gd name="GluePoint1830X" fmla="*/ 2748578 w 3044273"/>
              <a:gd name="GluePoint1830Y" fmla="*/ 1710876 h 3047670"/>
              <a:gd name="GluePoint1831X" fmla="*/ 2770184 w 3044273"/>
              <a:gd name="GluePoint1831Y" fmla="*/ 1732230 h 3047670"/>
              <a:gd name="GluePoint1832X" fmla="*/ 2748830 w 3044273"/>
              <a:gd name="GluePoint1832Y" fmla="*/ 1753711 h 3047670"/>
              <a:gd name="GluePoint1833X" fmla="*/ 2727224 w 3044273"/>
              <a:gd name="GluePoint1833Y" fmla="*/ 1732357 h 3047670"/>
              <a:gd name="GluePoint1834X" fmla="*/ 2748578 w 3044273"/>
              <a:gd name="GluePoint1834Y" fmla="*/ 1710876 h 3047670"/>
              <a:gd name="GluePoint1835X" fmla="*/ 2078046 w 3044273"/>
              <a:gd name="GluePoint1835Y" fmla="*/ 1708364 h 3047670"/>
              <a:gd name="GluePoint1836X" fmla="*/ 2082318 w 3044273"/>
              <a:gd name="GluePoint1836Y" fmla="*/ 1712509 h 3047670"/>
              <a:gd name="GluePoint1837X" fmla="*/ 2078172 w 3044273"/>
              <a:gd name="GluePoint1837Y" fmla="*/ 1716781 h 3047670"/>
              <a:gd name="GluePoint1838X" fmla="*/ 2074027 w 3044273"/>
              <a:gd name="GluePoint1838Y" fmla="*/ 1712635 h 3047670"/>
              <a:gd name="GluePoint1839X" fmla="*/ 2078046 w 3044273"/>
              <a:gd name="GluePoint1839Y" fmla="*/ 1708364 h 3047670"/>
              <a:gd name="GluePoint1840X" fmla="*/ 966606 w 3044273"/>
              <a:gd name="GluePoint1840Y" fmla="*/ 1706856 h 3047670"/>
              <a:gd name="GluePoint1841X" fmla="*/ 976404 w 3044273"/>
              <a:gd name="GluePoint1841Y" fmla="*/ 1716527 h 3047670"/>
              <a:gd name="GluePoint1842X" fmla="*/ 966731 w 3044273"/>
              <a:gd name="GluePoint1842Y" fmla="*/ 1726325 h 3047670"/>
              <a:gd name="GluePoint1843X" fmla="*/ 956934 w 3044273"/>
              <a:gd name="GluePoint1843Y" fmla="*/ 1716653 h 3047670"/>
              <a:gd name="GluePoint1844X" fmla="*/ 966606 w 3044273"/>
              <a:gd name="GluePoint1844Y" fmla="*/ 1706856 h 3047670"/>
              <a:gd name="GluePoint1845X" fmla="*/ 2364575 w 3044273"/>
              <a:gd name="GluePoint1845Y" fmla="*/ 1704469 h 3047670"/>
              <a:gd name="GluePoint1846X" fmla="*/ 2393465 w 3044273"/>
              <a:gd name="GluePoint1846Y" fmla="*/ 1733109 h 3047670"/>
              <a:gd name="GluePoint1847X" fmla="*/ 2364825 w 3044273"/>
              <a:gd name="GluePoint1847Y" fmla="*/ 1762000 h 3047670"/>
              <a:gd name="GluePoint1848X" fmla="*/ 2335935 w 3044273"/>
              <a:gd name="GluePoint1848Y" fmla="*/ 1733360 h 3047670"/>
              <a:gd name="GluePoint1849X" fmla="*/ 2364575 w 3044273"/>
              <a:gd name="GluePoint1849Y" fmla="*/ 1704469 h 3047670"/>
              <a:gd name="GluePoint1850X" fmla="*/ 580843 w 3044273"/>
              <a:gd name="GluePoint1850Y" fmla="*/ 1696680 h 3047670"/>
              <a:gd name="GluePoint1851X" fmla="*/ 603077 w 3044273"/>
              <a:gd name="GluePoint1851Y" fmla="*/ 1718662 h 3047670"/>
              <a:gd name="GluePoint1852X" fmla="*/ 580968 w 3044273"/>
              <a:gd name="GluePoint1852Y" fmla="*/ 1740895 h 3047670"/>
              <a:gd name="GluePoint1853X" fmla="*/ 558735 w 3044273"/>
              <a:gd name="GluePoint1853Y" fmla="*/ 1718788 h 3047670"/>
              <a:gd name="GluePoint1854X" fmla="*/ 580843 w 3044273"/>
              <a:gd name="GluePoint1854Y" fmla="*/ 1696680 h 3047670"/>
              <a:gd name="GluePoint1855X" fmla="*/ 101243 w 3044273"/>
              <a:gd name="GluePoint1855Y" fmla="*/ 1695425 h 3047670"/>
              <a:gd name="GluePoint1856X" fmla="*/ 105263 w 3044273"/>
              <a:gd name="GluePoint1856Y" fmla="*/ 1699445 h 3047670"/>
              <a:gd name="GluePoint1857X" fmla="*/ 101243 w 3044273"/>
              <a:gd name="GluePoint1857Y" fmla="*/ 1703464 h 3047670"/>
              <a:gd name="GluePoint1858X" fmla="*/ 97224 w 3044273"/>
              <a:gd name="GluePoint1858Y" fmla="*/ 1699445 h 3047670"/>
              <a:gd name="GluePoint1859X" fmla="*/ 101243 w 3044273"/>
              <a:gd name="GluePoint1859Y" fmla="*/ 1695425 h 3047670"/>
              <a:gd name="GluePoint1860X" fmla="*/ 2846435 w 3044273"/>
              <a:gd name="GluePoint1860Y" fmla="*/ 1694043 h 3047670"/>
              <a:gd name="GluePoint1861X" fmla="*/ 2863142 w 3044273"/>
              <a:gd name="GluePoint1861Y" fmla="*/ 1710624 h 3047670"/>
              <a:gd name="GluePoint1862X" fmla="*/ 2846560 w 3044273"/>
              <a:gd name="GluePoint1862Y" fmla="*/ 1727331 h 3047670"/>
              <a:gd name="GluePoint1863X" fmla="*/ 2829979 w 3044273"/>
              <a:gd name="GluePoint1863Y" fmla="*/ 1710750 h 3047670"/>
              <a:gd name="GluePoint1864X" fmla="*/ 2846435 w 3044273"/>
              <a:gd name="GluePoint1864Y" fmla="*/ 1694043 h 3047670"/>
              <a:gd name="GluePoint1865X" fmla="*/ 2463935 w 3044273"/>
              <a:gd name="GluePoint1865Y" fmla="*/ 1683993 h 3047670"/>
              <a:gd name="GluePoint1866X" fmla="*/ 2491947 w 3044273"/>
              <a:gd name="GluePoint1866Y" fmla="*/ 1711754 h 3047670"/>
              <a:gd name="GluePoint1867X" fmla="*/ 2464186 w 3044273"/>
              <a:gd name="GluePoint1867Y" fmla="*/ 1739766 h 3047670"/>
              <a:gd name="GluePoint1868X" fmla="*/ 2436175 w 3044273"/>
              <a:gd name="GluePoint1868Y" fmla="*/ 1712004 h 3047670"/>
              <a:gd name="GluePoint1869X" fmla="*/ 2463935 w 3044273"/>
              <a:gd name="GluePoint1869Y" fmla="*/ 1683993 h 3047670"/>
              <a:gd name="GluePoint1870X" fmla="*/ 2178916 w 3044273"/>
              <a:gd name="GluePoint1870Y" fmla="*/ 1681482 h 3047670"/>
              <a:gd name="GluePoint1871X" fmla="*/ 2189092 w 3044273"/>
              <a:gd name="GluePoint1871Y" fmla="*/ 1691656 h 3047670"/>
              <a:gd name="GluePoint1872X" fmla="*/ 2178916 w 3044273"/>
              <a:gd name="GluePoint1872Y" fmla="*/ 1701831 h 3047670"/>
              <a:gd name="GluePoint1873X" fmla="*/ 2168741 w 3044273"/>
              <a:gd name="GluePoint1873Y" fmla="*/ 1691656 h 3047670"/>
              <a:gd name="GluePoint1874X" fmla="*/ 2178916 w 3044273"/>
              <a:gd name="GluePoint1874Y" fmla="*/ 1681482 h 3047670"/>
              <a:gd name="GluePoint1875X" fmla="*/ 2943534 w 3044273"/>
              <a:gd name="GluePoint1875Y" fmla="*/ 1681356 h 3047670"/>
              <a:gd name="GluePoint1876X" fmla="*/ 2951323 w 3044273"/>
              <a:gd name="GluePoint1876Y" fmla="*/ 1689143 h 3047670"/>
              <a:gd name="GluePoint1877X" fmla="*/ 2943659 w 3044273"/>
              <a:gd name="GluePoint1877Y" fmla="*/ 1696932 h 3047670"/>
              <a:gd name="GluePoint1878X" fmla="*/ 2935871 w 3044273"/>
              <a:gd name="GluePoint1878Y" fmla="*/ 1689143 h 3047670"/>
              <a:gd name="GluePoint1879X" fmla="*/ 2943534 w 3044273"/>
              <a:gd name="GluePoint1879Y" fmla="*/ 1681356 h 3047670"/>
              <a:gd name="GluePoint1880X" fmla="*/ 865736 w 3044273"/>
              <a:gd name="GluePoint1880Y" fmla="*/ 1677964 h 3047670"/>
              <a:gd name="GluePoint1881X" fmla="*/ 884202 w 3044273"/>
              <a:gd name="GluePoint1881Y" fmla="*/ 1696303 h 3047670"/>
              <a:gd name="GluePoint1882X" fmla="*/ 865863 w 3044273"/>
              <a:gd name="GluePoint1882Y" fmla="*/ 1714769 h 3047670"/>
              <a:gd name="GluePoint1883X" fmla="*/ 847397 w 3044273"/>
              <a:gd name="GluePoint1883Y" fmla="*/ 1696430 h 3047670"/>
              <a:gd name="GluePoint1884X" fmla="*/ 865736 w 3044273"/>
              <a:gd name="GluePoint1884Y" fmla="*/ 1677964 h 3047670"/>
              <a:gd name="GluePoint1885X" fmla="*/ 482611 w 3044273"/>
              <a:gd name="GluePoint1885Y" fmla="*/ 1677839 h 3047670"/>
              <a:gd name="GluePoint1886X" fmla="*/ 502835 w 3044273"/>
              <a:gd name="GluePoint1886Y" fmla="*/ 1697937 h 3047670"/>
              <a:gd name="GluePoint1887X" fmla="*/ 482736 w 3044273"/>
              <a:gd name="GluePoint1887Y" fmla="*/ 1718161 h 3047670"/>
              <a:gd name="GluePoint1888X" fmla="*/ 462513 w 3044273"/>
              <a:gd name="GluePoint1888Y" fmla="*/ 1698063 h 3047670"/>
              <a:gd name="GluePoint1889X" fmla="*/ 482611 w 3044273"/>
              <a:gd name="GluePoint1889Y" fmla="*/ 1677839 h 3047670"/>
              <a:gd name="GluePoint1890X" fmla="*/ 4520 w 3044273"/>
              <a:gd name="GluePoint1890Y" fmla="*/ 1677084 h 3047670"/>
              <a:gd name="GluePoint1891X" fmla="*/ 6028 w 3044273"/>
              <a:gd name="GluePoint1891Y" fmla="*/ 1678593 h 3047670"/>
              <a:gd name="GluePoint1892X" fmla="*/ 4395 w 3044273"/>
              <a:gd name="GluePoint1892Y" fmla="*/ 1680099 h 3047670"/>
              <a:gd name="GluePoint1893X" fmla="*/ 2888 w 3044273"/>
              <a:gd name="GluePoint1893Y" fmla="*/ 1678593 h 3047670"/>
              <a:gd name="GluePoint1894X" fmla="*/ 4520 w 3044273"/>
              <a:gd name="GluePoint1894Y" fmla="*/ 1677084 h 3047670"/>
              <a:gd name="GluePoint1895X" fmla="*/ 1151762 w 3044273"/>
              <a:gd name="GluePoint1895Y" fmla="*/ 1673442 h 3047670"/>
              <a:gd name="GluePoint1896X" fmla="*/ 1152013 w 3044273"/>
              <a:gd name="GluePoint1896Y" fmla="*/ 1673694 h 3047670"/>
              <a:gd name="GluePoint1897X" fmla="*/ 1151762 w 3044273"/>
              <a:gd name="GluePoint1897Y" fmla="*/ 1673944 h 3047670"/>
              <a:gd name="GluePoint1898X" fmla="*/ 1151511 w 3044273"/>
              <a:gd name="GluePoint1898Y" fmla="*/ 1673694 h 3047670"/>
              <a:gd name="GluePoint1899X" fmla="*/ 1151762 w 3044273"/>
              <a:gd name="GluePoint1899Y" fmla="*/ 1673442 h 3047670"/>
              <a:gd name="GluePoint1900X" fmla="*/ 3040131 w 3044273"/>
              <a:gd name="GluePoint1900Y" fmla="*/ 1665527 h 3047670"/>
              <a:gd name="GluePoint1901X" fmla="*/ 3042141 w 3044273"/>
              <a:gd name="GluePoint1901Y" fmla="*/ 1667537 h 3047670"/>
              <a:gd name="GluePoint1902X" fmla="*/ 3040131 w 3044273"/>
              <a:gd name="GluePoint1902Y" fmla="*/ 1669547 h 3047670"/>
              <a:gd name="GluePoint1903X" fmla="*/ 3038121 w 3044273"/>
              <a:gd name="GluePoint1903Y" fmla="*/ 1667537 h 3047670"/>
              <a:gd name="GluePoint1904X" fmla="*/ 3040131 w 3044273"/>
              <a:gd name="GluePoint1904Y" fmla="*/ 1665527 h 3047670"/>
              <a:gd name="GluePoint1905X" fmla="*/ 2562042 w 3044273"/>
              <a:gd name="GluePoint1905Y" fmla="*/ 1665026 h 3047670"/>
              <a:gd name="GluePoint1906X" fmla="*/ 2587541 w 3044273"/>
              <a:gd name="GluePoint1906Y" fmla="*/ 1690401 h 3047670"/>
              <a:gd name="GluePoint1907X" fmla="*/ 2562168 w 3044273"/>
              <a:gd name="GluePoint1907Y" fmla="*/ 1715900 h 3047670"/>
              <a:gd name="GluePoint1908X" fmla="*/ 2536667 w 3044273"/>
              <a:gd name="GluePoint1908Y" fmla="*/ 1690526 h 3047670"/>
              <a:gd name="GluePoint1909X" fmla="*/ 2562042 w 3044273"/>
              <a:gd name="GluePoint1909Y" fmla="*/ 1665026 h 3047670"/>
              <a:gd name="GluePoint1910X" fmla="*/ 385259 w 3044273"/>
              <a:gd name="GluePoint1910Y" fmla="*/ 1663015 h 3047670"/>
              <a:gd name="GluePoint1911X" fmla="*/ 399453 w 3044273"/>
              <a:gd name="GluePoint1911Y" fmla="*/ 1677084 h 3047670"/>
              <a:gd name="GluePoint1912X" fmla="*/ 385385 w 3044273"/>
              <a:gd name="GluePoint1912Y" fmla="*/ 1691280 h 3047670"/>
              <a:gd name="GluePoint1913X" fmla="*/ 371191 w 3044273"/>
              <a:gd name="GluePoint1913Y" fmla="*/ 1677211 h 3047670"/>
              <a:gd name="GluePoint1914X" fmla="*/ 385259 w 3044273"/>
              <a:gd name="GluePoint1914Y" fmla="*/ 1663015 h 3047670"/>
              <a:gd name="GluePoint1915X" fmla="*/ 1051394 w 3044273"/>
              <a:gd name="GluePoint1915Y" fmla="*/ 1650831 h 3047670"/>
              <a:gd name="GluePoint1916X" fmla="*/ 1053906 w 3044273"/>
              <a:gd name="GluePoint1916Y" fmla="*/ 1653218 h 3047670"/>
              <a:gd name="GluePoint1917X" fmla="*/ 1051520 w 3044273"/>
              <a:gd name="GluePoint1917Y" fmla="*/ 1655605 h 3047670"/>
              <a:gd name="GluePoint1918X" fmla="*/ 1049008 w 3044273"/>
              <a:gd name="GluePoint1918Y" fmla="*/ 1653218 h 3047670"/>
              <a:gd name="GluePoint1919X" fmla="*/ 1051394 w 3044273"/>
              <a:gd name="GluePoint1919Y" fmla="*/ 1650831 h 3047670"/>
              <a:gd name="GluePoint1920X" fmla="*/ 767002 w 3044273"/>
              <a:gd name="GluePoint1920Y" fmla="*/ 1650831 h 3047670"/>
              <a:gd name="GluePoint1921X" fmla="*/ 791874 w 3044273"/>
              <a:gd name="GluePoint1921Y" fmla="*/ 1675576 h 3047670"/>
              <a:gd name="GluePoint1922X" fmla="*/ 767128 w 3044273"/>
              <a:gd name="GluePoint1922Y" fmla="*/ 1700448 h 3047670"/>
              <a:gd name="GluePoint1923X" fmla="*/ 742257 w 3044273"/>
              <a:gd name="GluePoint1923Y" fmla="*/ 1675702 h 3047670"/>
              <a:gd name="GluePoint1924X" fmla="*/ 767002 w 3044273"/>
              <a:gd name="GluePoint1924Y" fmla="*/ 1650831 h 3047670"/>
              <a:gd name="GluePoint1925X" fmla="*/ 1992878 w 3044273"/>
              <a:gd name="GluePoint1925Y" fmla="*/ 1649576 h 3047670"/>
              <a:gd name="GluePoint1926X" fmla="*/ 1993130 w 3044273"/>
              <a:gd name="GluePoint1926Y" fmla="*/ 1649826 h 3047670"/>
              <a:gd name="GluePoint1927X" fmla="*/ 1993005 w 3044273"/>
              <a:gd name="GluePoint1927Y" fmla="*/ 1650078 h 3047670"/>
              <a:gd name="GluePoint1928X" fmla="*/ 1992753 w 3044273"/>
              <a:gd name="GluePoint1928Y" fmla="*/ 1649826 h 3047670"/>
              <a:gd name="GluePoint1929X" fmla="*/ 1992878 w 3044273"/>
              <a:gd name="GluePoint1929Y" fmla="*/ 1649576 h 3047670"/>
              <a:gd name="GluePoint1930X" fmla="*/ 2277398 w 3044273"/>
              <a:gd name="GluePoint1930Y" fmla="*/ 1648696 h 3047670"/>
              <a:gd name="GluePoint1931X" fmla="*/ 2299004 w 3044273"/>
              <a:gd name="GluePoint1931Y" fmla="*/ 1670050 h 3047670"/>
              <a:gd name="GluePoint1932X" fmla="*/ 2277650 w 3044273"/>
              <a:gd name="GluePoint1932Y" fmla="*/ 1691531 h 3047670"/>
              <a:gd name="GluePoint1933X" fmla="*/ 2256169 w 3044273"/>
              <a:gd name="GluePoint1933Y" fmla="*/ 1670177 h 3047670"/>
              <a:gd name="GluePoint1934X" fmla="*/ 2277398 w 3044273"/>
              <a:gd name="GluePoint1934Y" fmla="*/ 1648696 h 3047670"/>
              <a:gd name="GluePoint1935X" fmla="*/ 288789 w 3044273"/>
              <a:gd name="GluePoint1935Y" fmla="*/ 1645807 h 3047670"/>
              <a:gd name="GluePoint1936X" fmla="*/ 299214 w 3044273"/>
              <a:gd name="GluePoint1936Y" fmla="*/ 1656233 h 3047670"/>
              <a:gd name="GluePoint1937X" fmla="*/ 288789 w 3044273"/>
              <a:gd name="GluePoint1937Y" fmla="*/ 1666658 h 3047670"/>
              <a:gd name="GluePoint1938X" fmla="*/ 278362 w 3044273"/>
              <a:gd name="GluePoint1938Y" fmla="*/ 1656233 h 3047670"/>
              <a:gd name="GluePoint1939X" fmla="*/ 288789 w 3044273"/>
              <a:gd name="GluePoint1939Y" fmla="*/ 1645807 h 3047670"/>
              <a:gd name="GluePoint1940X" fmla="*/ 2659266 w 3044273"/>
              <a:gd name="GluePoint1940Y" fmla="*/ 1644927 h 3047670"/>
              <a:gd name="GluePoint1941X" fmla="*/ 2683259 w 3044273"/>
              <a:gd name="GluePoint1941Y" fmla="*/ 1668794 h 3047670"/>
              <a:gd name="GluePoint1942X" fmla="*/ 2659393 w 3044273"/>
              <a:gd name="GluePoint1942Y" fmla="*/ 1692786 h 3047670"/>
              <a:gd name="GluePoint1943X" fmla="*/ 2635400 w 3044273"/>
              <a:gd name="GluePoint1943Y" fmla="*/ 1668920 h 3047670"/>
              <a:gd name="GluePoint1944X" fmla="*/ 2659266 w 3044273"/>
              <a:gd name="GluePoint1944Y" fmla="*/ 1644927 h 3047670"/>
              <a:gd name="GluePoint1945X" fmla="*/ 192694 w 3044273"/>
              <a:gd name="GluePoint1945Y" fmla="*/ 1627970 h 3047670"/>
              <a:gd name="GluePoint1946X" fmla="*/ 199980 w 3044273"/>
              <a:gd name="GluePoint1946Y" fmla="*/ 1635255 h 3047670"/>
              <a:gd name="GluePoint1947X" fmla="*/ 192694 w 3044273"/>
              <a:gd name="GluePoint1947Y" fmla="*/ 1642541 h 3047670"/>
              <a:gd name="GluePoint1948X" fmla="*/ 185282 w 3044273"/>
              <a:gd name="GluePoint1948Y" fmla="*/ 1635255 h 3047670"/>
              <a:gd name="GluePoint1949X" fmla="*/ 192694 w 3044273"/>
              <a:gd name="GluePoint1949Y" fmla="*/ 1627970 h 3047670"/>
              <a:gd name="GluePoint1950X" fmla="*/ 669401 w 3044273"/>
              <a:gd name="GluePoint1950Y" fmla="*/ 1627718 h 3047670"/>
              <a:gd name="GluePoint1951X" fmla="*/ 696534 w 3044273"/>
              <a:gd name="GluePoint1951Y" fmla="*/ 1654599 h 3047670"/>
              <a:gd name="GluePoint1952X" fmla="*/ 669653 w 3044273"/>
              <a:gd name="GluePoint1952Y" fmla="*/ 1681732 h 3047670"/>
              <a:gd name="GluePoint1953X" fmla="*/ 642520 w 3044273"/>
              <a:gd name="GluePoint1953Y" fmla="*/ 1654851 h 3047670"/>
              <a:gd name="GluePoint1954X" fmla="*/ 669401 w 3044273"/>
              <a:gd name="GluePoint1954Y" fmla="*/ 1627718 h 3047670"/>
              <a:gd name="GluePoint1955X" fmla="*/ 2090607 w 3044273"/>
              <a:gd name="GluePoint1955Y" fmla="*/ 1625708 h 3047670"/>
              <a:gd name="GluePoint1956X" fmla="*/ 2093244 w 3044273"/>
              <a:gd name="GluePoint1956Y" fmla="*/ 1628345 h 3047670"/>
              <a:gd name="GluePoint1957X" fmla="*/ 2090607 w 3044273"/>
              <a:gd name="GluePoint1957Y" fmla="*/ 1630982 h 3047670"/>
              <a:gd name="GluePoint1958X" fmla="*/ 2087970 w 3044273"/>
              <a:gd name="GluePoint1958Y" fmla="*/ 1628345 h 3047670"/>
              <a:gd name="GluePoint1959X" fmla="*/ 2090607 w 3044273"/>
              <a:gd name="GluePoint1959Y" fmla="*/ 1625708 h 3047670"/>
              <a:gd name="GluePoint1960X" fmla="*/ 2755740 w 3044273"/>
              <a:gd name="GluePoint1960Y" fmla="*/ 1624453 h 3047670"/>
              <a:gd name="GluePoint1961X" fmla="*/ 2778603 w 3044273"/>
              <a:gd name="GluePoint1961Y" fmla="*/ 1647189 h 3047670"/>
              <a:gd name="GluePoint1962X" fmla="*/ 2755865 w 3044273"/>
              <a:gd name="GluePoint1962Y" fmla="*/ 1670051 h 3047670"/>
              <a:gd name="GluePoint1963X" fmla="*/ 2733004 w 3044273"/>
              <a:gd name="GluePoint1963Y" fmla="*/ 1647314 h 3047670"/>
              <a:gd name="GluePoint1964X" fmla="*/ 2755740 w 3044273"/>
              <a:gd name="GluePoint1964Y" fmla="*/ 1624453 h 3047670"/>
              <a:gd name="GluePoint1965X" fmla="*/ 953541 w 3044273"/>
              <a:gd name="GluePoint1965Y" fmla="*/ 1623824 h 3047670"/>
              <a:gd name="GluePoint1966X" fmla="*/ 962208 w 3044273"/>
              <a:gd name="GluePoint1966Y" fmla="*/ 1632365 h 3047670"/>
              <a:gd name="GluePoint1967X" fmla="*/ 953667 w 3044273"/>
              <a:gd name="GluePoint1967Y" fmla="*/ 1641032 h 3047670"/>
              <a:gd name="GluePoint1968X" fmla="*/ 945000 w 3044273"/>
              <a:gd name="GluePoint1968Y" fmla="*/ 1632492 h 3047670"/>
              <a:gd name="GluePoint1969X" fmla="*/ 953541 w 3044273"/>
              <a:gd name="GluePoint1969Y" fmla="*/ 1623824 h 3047670"/>
              <a:gd name="GluePoint1970X" fmla="*/ 2374875 w 3044273"/>
              <a:gd name="GluePoint1970Y" fmla="*/ 1619427 h 3047670"/>
              <a:gd name="GluePoint1971X" fmla="*/ 2404142 w 3044273"/>
              <a:gd name="GluePoint1971Y" fmla="*/ 1648570 h 3047670"/>
              <a:gd name="GluePoint1972X" fmla="*/ 2375000 w 3044273"/>
              <a:gd name="GluePoint1972Y" fmla="*/ 1677838 h 3047670"/>
              <a:gd name="GluePoint1973X" fmla="*/ 2345732 w 3044273"/>
              <a:gd name="GluePoint1973Y" fmla="*/ 1648695 h 3047670"/>
              <a:gd name="GluePoint1974X" fmla="*/ 2374875 w 3044273"/>
              <a:gd name="GluePoint1974Y" fmla="*/ 1619427 h 3047670"/>
              <a:gd name="GluePoint1975X" fmla="*/ 96973 w 3044273"/>
              <a:gd name="GluePoint1975Y" fmla="*/ 1609630 h 3047670"/>
              <a:gd name="GluePoint1976X" fmla="*/ 101622 w 3044273"/>
              <a:gd name="GluePoint1976Y" fmla="*/ 1614278 h 3047670"/>
              <a:gd name="GluePoint1977X" fmla="*/ 96973 w 3044273"/>
              <a:gd name="GluePoint1977Y" fmla="*/ 1618927 h 3047670"/>
              <a:gd name="GluePoint1978X" fmla="*/ 92326 w 3044273"/>
              <a:gd name="GluePoint1978Y" fmla="*/ 1614278 h 3047670"/>
              <a:gd name="GluePoint1979X" fmla="*/ 96973 w 3044273"/>
              <a:gd name="GluePoint1979Y" fmla="*/ 1609630 h 3047670"/>
              <a:gd name="GluePoint1980X" fmla="*/ 572928 w 3044273"/>
              <a:gd name="GluePoint1980Y" fmla="*/ 1609127 h 3047670"/>
              <a:gd name="GluePoint1981X" fmla="*/ 597800 w 3044273"/>
              <a:gd name="GluePoint1981Y" fmla="*/ 1633872 h 3047670"/>
              <a:gd name="GluePoint1982X" fmla="*/ 573053 w 3044273"/>
              <a:gd name="GluePoint1982Y" fmla="*/ 1658744 h 3047670"/>
              <a:gd name="GluePoint1983X" fmla="*/ 548182 w 3044273"/>
              <a:gd name="GluePoint1983Y" fmla="*/ 1633998 h 3047670"/>
              <a:gd name="GluePoint1984X" fmla="*/ 572928 w 3044273"/>
              <a:gd name="GluePoint1984Y" fmla="*/ 1609127 h 3047670"/>
              <a:gd name="GluePoint1985X" fmla="*/ 2851582 w 3044273"/>
              <a:gd name="GluePoint1985Y" fmla="*/ 1607495 h 3047670"/>
              <a:gd name="GluePoint1986X" fmla="*/ 2869795 w 3044273"/>
              <a:gd name="GluePoint1986Y" fmla="*/ 1625583 h 3047670"/>
              <a:gd name="GluePoint1987X" fmla="*/ 2851707 w 3044273"/>
              <a:gd name="GluePoint1987Y" fmla="*/ 1643797 h 3047670"/>
              <a:gd name="GluePoint1988X" fmla="*/ 2833494 w 3044273"/>
              <a:gd name="GluePoint1988Y" fmla="*/ 1625709 h 3047670"/>
              <a:gd name="GluePoint1989X" fmla="*/ 2851582 w 3044273"/>
              <a:gd name="GluePoint1989Y" fmla="*/ 1607495 h 3047670"/>
              <a:gd name="GluePoint1990X" fmla="*/ 2186829 w 3044273"/>
              <a:gd name="GluePoint1990Y" fmla="*/ 1597696 h 3047670"/>
              <a:gd name="GluePoint1991X" fmla="*/ 2195998 w 3044273"/>
              <a:gd name="GluePoint1991Y" fmla="*/ 1606740 h 3047670"/>
              <a:gd name="GluePoint1992X" fmla="*/ 2186954 w 3044273"/>
              <a:gd name="GluePoint1992Y" fmla="*/ 1615785 h 3047670"/>
              <a:gd name="GluePoint1993X" fmla="*/ 2177785 w 3044273"/>
              <a:gd name="GluePoint1993Y" fmla="*/ 1606740 h 3047670"/>
              <a:gd name="GluePoint1994X" fmla="*/ 2186829 w 3044273"/>
              <a:gd name="GluePoint1994Y" fmla="*/ 1597696 h 3047670"/>
              <a:gd name="GluePoint1995X" fmla="*/ 2471347 w 3044273"/>
              <a:gd name="GluePoint1995Y" fmla="*/ 1597445 h 3047670"/>
              <a:gd name="GluePoint1996X" fmla="*/ 2500867 w 3044273"/>
              <a:gd name="GluePoint1996Y" fmla="*/ 1626838 h 3047670"/>
              <a:gd name="GluePoint1997X" fmla="*/ 2471472 w 3044273"/>
              <a:gd name="GluePoint1997Y" fmla="*/ 1656358 h 3047670"/>
              <a:gd name="GluePoint1998X" fmla="*/ 2441954 w 3044273"/>
              <a:gd name="GluePoint1998Y" fmla="*/ 1627090 h 3047670"/>
              <a:gd name="GluePoint1999X" fmla="*/ 2471347 w 3044273"/>
              <a:gd name="GluePoint1999Y" fmla="*/ 1597445 h 3047670"/>
              <a:gd name="GluePoint2000X" fmla="*/ 2947175 w 3044273"/>
              <a:gd name="GluePoint2000Y" fmla="*/ 1596440 h 3047670"/>
              <a:gd name="GluePoint2001X" fmla="*/ 2954712 w 3044273"/>
              <a:gd name="GluePoint2001Y" fmla="*/ 1603976 h 3047670"/>
              <a:gd name="GluePoint2002X" fmla="*/ 2947175 w 3044273"/>
              <a:gd name="GluePoint2002Y" fmla="*/ 1611512 h 3047670"/>
              <a:gd name="GluePoint2003X" fmla="*/ 2939638 w 3044273"/>
              <a:gd name="GluePoint2003Y" fmla="*/ 1603976 h 3047670"/>
              <a:gd name="GluePoint2004X" fmla="*/ 2947175 w 3044273"/>
              <a:gd name="GluePoint2004Y" fmla="*/ 1596440 h 3047670"/>
              <a:gd name="GluePoint2005X" fmla="*/ 857196 w 3044273"/>
              <a:gd name="GluePoint2005Y" fmla="*/ 1594556 h 3047670"/>
              <a:gd name="GluePoint2006X" fmla="*/ 874280 w 3044273"/>
              <a:gd name="GluePoint2006Y" fmla="*/ 1611515 h 3047670"/>
              <a:gd name="GluePoint2007X" fmla="*/ 857322 w 3044273"/>
              <a:gd name="GluePoint2007Y" fmla="*/ 1628598 h 3047670"/>
              <a:gd name="GluePoint2008X" fmla="*/ 840238 w 3044273"/>
              <a:gd name="GluePoint2008Y" fmla="*/ 1611640 h 3047670"/>
              <a:gd name="GluePoint2009X" fmla="*/ 857196 w 3044273"/>
              <a:gd name="GluePoint2009Y" fmla="*/ 1594556 h 3047670"/>
              <a:gd name="GluePoint2010X" fmla="*/ 477084 w 3044273"/>
              <a:gd name="GluePoint2010Y" fmla="*/ 1591541 h 3047670"/>
              <a:gd name="GluePoint2011X" fmla="*/ 498565 w 3044273"/>
              <a:gd name="GluePoint2011Y" fmla="*/ 1612895 h 3047670"/>
              <a:gd name="GluePoint2012X" fmla="*/ 477211 w 3044273"/>
              <a:gd name="GluePoint2012Y" fmla="*/ 1634376 h 3047670"/>
              <a:gd name="GluePoint2013X" fmla="*/ 455730 w 3044273"/>
              <a:gd name="GluePoint2013Y" fmla="*/ 1613022 h 3047670"/>
              <a:gd name="GluePoint2014X" fmla="*/ 477084 w 3044273"/>
              <a:gd name="GluePoint2014Y" fmla="*/ 1591541 h 3047670"/>
              <a:gd name="GluePoint2015X" fmla="*/ 1759 w 3044273"/>
              <a:gd name="GluePoint2015Y" fmla="*/ 1591541 h 3047670"/>
              <a:gd name="GluePoint2016X" fmla="*/ 3517 w 3044273"/>
              <a:gd name="GluePoint2016Y" fmla="*/ 1593299 h 3047670"/>
              <a:gd name="GluePoint2017X" fmla="*/ 1759 w 3044273"/>
              <a:gd name="GluePoint2017Y" fmla="*/ 1595058 h 3047670"/>
              <a:gd name="GluePoint2018X" fmla="*/ 0 w 3044273"/>
              <a:gd name="GluePoint2018Y" fmla="*/ 1593299 h 3047670"/>
              <a:gd name="GluePoint2019X" fmla="*/ 1759 w 3044273"/>
              <a:gd name="GluePoint2019Y" fmla="*/ 1591541 h 3047670"/>
              <a:gd name="GluePoint2020X" fmla="*/ 3042264 w 3044273"/>
              <a:gd name="GluePoint2020Y" fmla="*/ 1580236 h 3047670"/>
              <a:gd name="GluePoint2021X" fmla="*/ 3044273 w 3044273"/>
              <a:gd name="GluePoint2021Y" fmla="*/ 1582246 h 3047670"/>
              <a:gd name="GluePoint2022X" fmla="*/ 3042264 w 3044273"/>
              <a:gd name="GluePoint2022Y" fmla="*/ 1584256 h 3047670"/>
              <a:gd name="GluePoint2023X" fmla="*/ 3040254 w 3044273"/>
              <a:gd name="GluePoint2023Y" fmla="*/ 1582246 h 3047670"/>
              <a:gd name="GluePoint2024X" fmla="*/ 3042264 w 3044273"/>
              <a:gd name="GluePoint2024Y" fmla="*/ 1580236 h 3047670"/>
              <a:gd name="GluePoint2025X" fmla="*/ 2566942 w 3044273"/>
              <a:gd name="GluePoint2025Y" fmla="*/ 1578729 h 3047670"/>
              <a:gd name="GluePoint2026X" fmla="*/ 2593573 w 3044273"/>
              <a:gd name="GluePoint2026Y" fmla="*/ 1605234 h 3047670"/>
              <a:gd name="GluePoint2027X" fmla="*/ 2567067 w 3044273"/>
              <a:gd name="GluePoint2027Y" fmla="*/ 1631864 h 3047670"/>
              <a:gd name="GluePoint2028X" fmla="*/ 2540436 w 3044273"/>
              <a:gd name="GluePoint2028Y" fmla="*/ 1605359 h 3047670"/>
              <a:gd name="GluePoint2029X" fmla="*/ 2566942 w 3044273"/>
              <a:gd name="GluePoint2029Y" fmla="*/ 1578729 h 3047670"/>
              <a:gd name="GluePoint2030X" fmla="*/ 381618 w 3044273"/>
              <a:gd name="GluePoint2030Y" fmla="*/ 1575964 h 3047670"/>
              <a:gd name="GluePoint2031X" fmla="*/ 397696 w 3044273"/>
              <a:gd name="GluePoint2031Y" fmla="*/ 1591792 h 3047670"/>
              <a:gd name="GluePoint2032X" fmla="*/ 381869 w 3044273"/>
              <a:gd name="GluePoint2032Y" fmla="*/ 1607745 h 3047670"/>
              <a:gd name="GluePoint2033X" fmla="*/ 365916 w 3044273"/>
              <a:gd name="GluePoint2033Y" fmla="*/ 1591918 h 3047670"/>
              <a:gd name="GluePoint2034X" fmla="*/ 381618 w 3044273"/>
              <a:gd name="GluePoint2034Y" fmla="*/ 1575964 h 3047670"/>
              <a:gd name="GluePoint2035X" fmla="*/ 1047251 w 3044273"/>
              <a:gd name="GluePoint2035Y" fmla="*/ 1566670 h 3047670"/>
              <a:gd name="GluePoint2036X" fmla="*/ 1048759 w 3044273"/>
              <a:gd name="GluePoint2036Y" fmla="*/ 1568177 h 3047670"/>
              <a:gd name="GluePoint2037X" fmla="*/ 1047251 w 3044273"/>
              <a:gd name="GluePoint2037Y" fmla="*/ 1569684 h 3047670"/>
              <a:gd name="GluePoint2038X" fmla="*/ 1045744 w 3044273"/>
              <a:gd name="GluePoint2038Y" fmla="*/ 1568177 h 3047670"/>
              <a:gd name="GluePoint2039X" fmla="*/ 1047251 w 3044273"/>
              <a:gd name="GluePoint2039Y" fmla="*/ 1566670 h 3047670"/>
              <a:gd name="GluePoint2040X" fmla="*/ 761728 w 3044273"/>
              <a:gd name="GluePoint2040Y" fmla="*/ 1566418 h 3047670"/>
              <a:gd name="GluePoint2041X" fmla="*/ 785972 w 3044273"/>
              <a:gd name="GluePoint2041Y" fmla="*/ 1590411 h 3047670"/>
              <a:gd name="GluePoint2042X" fmla="*/ 761979 w 3044273"/>
              <a:gd name="GluePoint2042Y" fmla="*/ 1614654 h 3047670"/>
              <a:gd name="GluePoint2043X" fmla="*/ 737736 w 3044273"/>
              <a:gd name="GluePoint2043Y" fmla="*/ 1590661 h 3047670"/>
              <a:gd name="GluePoint2044X" fmla="*/ 761728 w 3044273"/>
              <a:gd name="GluePoint2044Y" fmla="*/ 1566418 h 3047670"/>
              <a:gd name="GluePoint2045X" fmla="*/ 2282046 w 3044273"/>
              <a:gd name="GluePoint2045Y" fmla="*/ 1564283 h 3047670"/>
              <a:gd name="GluePoint2046X" fmla="*/ 2302900 w 3044273"/>
              <a:gd name="GluePoint2046Y" fmla="*/ 1585009 h 3047670"/>
              <a:gd name="GluePoint2047X" fmla="*/ 2282171 w 3044273"/>
              <a:gd name="GluePoint2047Y" fmla="*/ 1605862 h 3047670"/>
              <a:gd name="GluePoint2048X" fmla="*/ 2261319 w 3044273"/>
              <a:gd name="GluePoint2048Y" fmla="*/ 1585136 h 3047670"/>
              <a:gd name="GluePoint2049X" fmla="*/ 2282046 w 3044273"/>
              <a:gd name="GluePoint2049Y" fmla="*/ 1564283 h 3047670"/>
              <a:gd name="GluePoint2050X" fmla="*/ 286904 w 3044273"/>
              <a:gd name="GluePoint2050Y" fmla="*/ 1559007 h 3047670"/>
              <a:gd name="GluePoint2051X" fmla="*/ 298838 w 3044273"/>
              <a:gd name="GluePoint2051Y" fmla="*/ 1570941 h 3047670"/>
              <a:gd name="GluePoint2052X" fmla="*/ 286904 w 3044273"/>
              <a:gd name="GluePoint2052Y" fmla="*/ 1582874 h 3047670"/>
              <a:gd name="GluePoint2053X" fmla="*/ 274971 w 3044273"/>
              <a:gd name="GluePoint2053Y" fmla="*/ 1570941 h 3047670"/>
              <a:gd name="GluePoint2054X" fmla="*/ 286904 w 3044273"/>
              <a:gd name="GluePoint2054Y" fmla="*/ 1559007 h 3047670"/>
              <a:gd name="GluePoint2055X" fmla="*/ 2662031 w 3044273"/>
              <a:gd name="GluePoint2055Y" fmla="*/ 1558881 h 3047670"/>
              <a:gd name="GluePoint2056X" fmla="*/ 2686903 w 3044273"/>
              <a:gd name="GluePoint2056Y" fmla="*/ 1583626 h 3047670"/>
              <a:gd name="GluePoint2057X" fmla="*/ 2662282 w 3044273"/>
              <a:gd name="GluePoint2057Y" fmla="*/ 1608498 h 3047670"/>
              <a:gd name="GluePoint2058X" fmla="*/ 2637410 w 3044273"/>
              <a:gd name="GluePoint2058Y" fmla="*/ 1583753 h 3047670"/>
              <a:gd name="GluePoint2059X" fmla="*/ 2662031 w 3044273"/>
              <a:gd name="GluePoint2059Y" fmla="*/ 1558881 h 3047670"/>
              <a:gd name="GluePoint2060X" fmla="*/ 667014 w 3044273"/>
              <a:gd name="GluePoint2060Y" fmla="*/ 1542426 h 3047670"/>
              <a:gd name="GluePoint2061X" fmla="*/ 694272 w 3044273"/>
              <a:gd name="GluePoint2061Y" fmla="*/ 1569559 h 3047670"/>
              <a:gd name="GluePoint2062X" fmla="*/ 667139 w 3044273"/>
              <a:gd name="GluePoint2062Y" fmla="*/ 1596817 h 3047670"/>
              <a:gd name="GluePoint2063X" fmla="*/ 639881 w 3044273"/>
              <a:gd name="GluePoint2063Y" fmla="*/ 1569684 h 3047670"/>
              <a:gd name="GluePoint2064X" fmla="*/ 667014 w 3044273"/>
              <a:gd name="GluePoint2064Y" fmla="*/ 1542426 h 3047670"/>
              <a:gd name="GluePoint2065X" fmla="*/ 192316 w 3044273"/>
              <a:gd name="GluePoint2065Y" fmla="*/ 1541672 h 3047670"/>
              <a:gd name="GluePoint2066X" fmla="*/ 200482 w 3044273"/>
              <a:gd name="GluePoint2066Y" fmla="*/ 1549837 h 3047670"/>
              <a:gd name="GluePoint2067X" fmla="*/ 192316 w 3044273"/>
              <a:gd name="GluePoint2067Y" fmla="*/ 1558128 h 3047670"/>
              <a:gd name="GluePoint2068X" fmla="*/ 184151 w 3044273"/>
              <a:gd name="GluePoint2068Y" fmla="*/ 1549962 h 3047670"/>
              <a:gd name="GluePoint2069X" fmla="*/ 192316 w 3044273"/>
              <a:gd name="GluePoint2069Y" fmla="*/ 1541672 h 3047670"/>
              <a:gd name="GluePoint2070X" fmla="*/ 2090357 w 3044273"/>
              <a:gd name="GluePoint2070Y" fmla="*/ 1540918 h 3047670"/>
              <a:gd name="GluePoint2071X" fmla="*/ 2092617 w 3044273"/>
              <a:gd name="GluePoint2071Y" fmla="*/ 1543180 h 3047670"/>
              <a:gd name="GluePoint2072X" fmla="*/ 2090357 w 3044273"/>
              <a:gd name="GluePoint2072Y" fmla="*/ 1545440 h 3047670"/>
              <a:gd name="GluePoint2073X" fmla="*/ 2088095 w 3044273"/>
              <a:gd name="GluePoint2073Y" fmla="*/ 1543180 h 3047670"/>
              <a:gd name="GluePoint2074X" fmla="*/ 2090357 w 3044273"/>
              <a:gd name="GluePoint2074Y" fmla="*/ 1540918 h 3047670"/>
              <a:gd name="GluePoint2075X" fmla="*/ 953292 w 3044273"/>
              <a:gd name="GluePoint2075Y" fmla="*/ 1540290 h 3047670"/>
              <a:gd name="GluePoint2076X" fmla="*/ 960452 w 3044273"/>
              <a:gd name="GluePoint2076Y" fmla="*/ 1547324 h 3047670"/>
              <a:gd name="GluePoint2077X" fmla="*/ 953417 w 3044273"/>
              <a:gd name="GluePoint2077Y" fmla="*/ 1554358 h 3047670"/>
              <a:gd name="GluePoint2078X" fmla="*/ 946258 w 3044273"/>
              <a:gd name="GluePoint2078Y" fmla="*/ 1547324 h 3047670"/>
              <a:gd name="GluePoint2079X" fmla="*/ 953292 w 3044273"/>
              <a:gd name="GluePoint2079Y" fmla="*/ 1540290 h 3047670"/>
              <a:gd name="GluePoint2080X" fmla="*/ 2756996 w 3044273"/>
              <a:gd name="GluePoint2080Y" fmla="*/ 1538657 h 3047670"/>
              <a:gd name="GluePoint2081X" fmla="*/ 2780485 w 3044273"/>
              <a:gd name="GluePoint2081Y" fmla="*/ 1562021 h 3047670"/>
              <a:gd name="GluePoint2082X" fmla="*/ 2757121 w 3044273"/>
              <a:gd name="GluePoint2082Y" fmla="*/ 1585511 h 3047670"/>
              <a:gd name="GluePoint2083X" fmla="*/ 2733506 w 3044273"/>
              <a:gd name="GluePoint2083Y" fmla="*/ 1562147 h 3047670"/>
              <a:gd name="GluePoint2084X" fmla="*/ 2756996 w 3044273"/>
              <a:gd name="GluePoint2084Y" fmla="*/ 1538657 h 3047670"/>
              <a:gd name="GluePoint2085X" fmla="*/ 2376632 w 3044273"/>
              <a:gd name="GluePoint2085Y" fmla="*/ 1534261 h 3047670"/>
              <a:gd name="GluePoint2086X" fmla="*/ 2406027 w 3044273"/>
              <a:gd name="GluePoint2086Y" fmla="*/ 1563404 h 3047670"/>
              <a:gd name="GluePoint2087X" fmla="*/ 2376884 w 3044273"/>
              <a:gd name="GluePoint2087Y" fmla="*/ 1592672 h 3047670"/>
              <a:gd name="GluePoint2088X" fmla="*/ 2347617 w 3044273"/>
              <a:gd name="GluePoint2088Y" fmla="*/ 1563529 h 3047670"/>
              <a:gd name="GluePoint2089X" fmla="*/ 2376632 w 3044273"/>
              <a:gd name="GluePoint2089Y" fmla="*/ 1534261 h 3047670"/>
              <a:gd name="GluePoint2090X" fmla="*/ 97979 w 3044273"/>
              <a:gd name="GluePoint2090Y" fmla="*/ 1524338 h 3047670"/>
              <a:gd name="GluePoint2091X" fmla="*/ 102628 w 3044273"/>
              <a:gd name="GluePoint2091Y" fmla="*/ 1528986 h 3047670"/>
              <a:gd name="GluePoint2092X" fmla="*/ 97979 w 3044273"/>
              <a:gd name="GluePoint2092Y" fmla="*/ 1533634 h 3047670"/>
              <a:gd name="GluePoint2093X" fmla="*/ 93332 w 3044273"/>
              <a:gd name="GluePoint2093Y" fmla="*/ 1528986 h 3047670"/>
              <a:gd name="GluePoint2094X" fmla="*/ 97979 w 3044273"/>
              <a:gd name="GluePoint2094Y" fmla="*/ 1524338 h 3047670"/>
              <a:gd name="GluePoint2095X" fmla="*/ 572677 w 3044273"/>
              <a:gd name="GluePoint2095Y" fmla="*/ 1522955 h 3047670"/>
              <a:gd name="GluePoint2096X" fmla="*/ 598428 w 3044273"/>
              <a:gd name="GluePoint2096Y" fmla="*/ 1548580 h 3047670"/>
              <a:gd name="GluePoint2097X" fmla="*/ 572803 w 3044273"/>
              <a:gd name="GluePoint2097Y" fmla="*/ 1574331 h 3047670"/>
              <a:gd name="GluePoint2098X" fmla="*/ 547052 w 3044273"/>
              <a:gd name="GluePoint2098Y" fmla="*/ 1548706 h 3047670"/>
              <a:gd name="GluePoint2099X" fmla="*/ 572677 w 3044273"/>
              <a:gd name="GluePoint2099Y" fmla="*/ 1522955 h 3047670"/>
              <a:gd name="GluePoint2100X" fmla="*/ 2851331 w 3044273"/>
              <a:gd name="GluePoint2100Y" fmla="*/ 1522202 h 3047670"/>
              <a:gd name="GluePoint2101X" fmla="*/ 2869544 w 3044273"/>
              <a:gd name="GluePoint2101Y" fmla="*/ 1540290 h 3047670"/>
              <a:gd name="GluePoint2102X" fmla="*/ 2851456 w 3044273"/>
              <a:gd name="GluePoint2102Y" fmla="*/ 1558504 h 3047670"/>
              <a:gd name="GluePoint2103X" fmla="*/ 2833243 w 3044273"/>
              <a:gd name="GluePoint2103Y" fmla="*/ 1540416 h 3047670"/>
              <a:gd name="GluePoint2104X" fmla="*/ 2851331 w 3044273"/>
              <a:gd name="GluePoint2104Y" fmla="*/ 1522202 h 3047670"/>
              <a:gd name="GluePoint2105X" fmla="*/ 2183939 w 3044273"/>
              <a:gd name="GluePoint2105Y" fmla="*/ 1512530 h 3047670"/>
              <a:gd name="GluePoint2106X" fmla="*/ 2192983 w 3044273"/>
              <a:gd name="GluePoint2106Y" fmla="*/ 1521574 h 3047670"/>
              <a:gd name="GluePoint2107X" fmla="*/ 2183939 w 3044273"/>
              <a:gd name="GluePoint2107Y" fmla="*/ 1530618 h 3047670"/>
              <a:gd name="GluePoint2108X" fmla="*/ 2174770 w 3044273"/>
              <a:gd name="GluePoint2108Y" fmla="*/ 1521574 h 3047670"/>
              <a:gd name="GluePoint2109X" fmla="*/ 2183939 w 3044273"/>
              <a:gd name="GluePoint2109Y" fmla="*/ 1512530 h 3047670"/>
              <a:gd name="GluePoint2110X" fmla="*/ 2470970 w 3044273"/>
              <a:gd name="GluePoint2110Y" fmla="*/ 1511398 h 3047670"/>
              <a:gd name="GluePoint2111X" fmla="*/ 2501370 w 3044273"/>
              <a:gd name="GluePoint2111Y" fmla="*/ 1541671 h 3047670"/>
              <a:gd name="GluePoint2112X" fmla="*/ 2471095 w 3044273"/>
              <a:gd name="GluePoint2112Y" fmla="*/ 1572070 h 3047670"/>
              <a:gd name="GluePoint2113X" fmla="*/ 2440697 w 3044273"/>
              <a:gd name="GluePoint2113Y" fmla="*/ 1541796 h 3047670"/>
              <a:gd name="GluePoint2114X" fmla="*/ 2470970 w 3044273"/>
              <a:gd name="GluePoint2114Y" fmla="*/ 1511398 h 3047670"/>
              <a:gd name="GluePoint2115X" fmla="*/ 2945543 w 3044273"/>
              <a:gd name="GluePoint2115Y" fmla="*/ 1511148 h 3047670"/>
              <a:gd name="GluePoint2116X" fmla="*/ 2953080 w 3044273"/>
              <a:gd name="GluePoint2116Y" fmla="*/ 1518684 h 3047670"/>
              <a:gd name="GluePoint2117X" fmla="*/ 2945543 w 3044273"/>
              <a:gd name="GluePoint2117Y" fmla="*/ 1526220 h 3047670"/>
              <a:gd name="GluePoint2118X" fmla="*/ 2938006 w 3044273"/>
              <a:gd name="GluePoint2118Y" fmla="*/ 1518684 h 3047670"/>
              <a:gd name="GluePoint2119X" fmla="*/ 2945543 w 3044273"/>
              <a:gd name="GluePoint2119Y" fmla="*/ 1511148 h 3047670"/>
              <a:gd name="GluePoint2120X" fmla="*/ 859709 w 3044273"/>
              <a:gd name="GluePoint2120Y" fmla="*/ 1509263 h 3047670"/>
              <a:gd name="GluePoint2121X" fmla="*/ 876792 w 3044273"/>
              <a:gd name="GluePoint2121Y" fmla="*/ 1526222 h 3047670"/>
              <a:gd name="GluePoint2122X" fmla="*/ 859834 w 3044273"/>
              <a:gd name="GluePoint2122Y" fmla="*/ 1543305 h 3047670"/>
              <a:gd name="GluePoint2123X" fmla="*/ 842750 w 3044273"/>
              <a:gd name="GluePoint2123Y" fmla="*/ 1526347 h 3047670"/>
              <a:gd name="GluePoint2124X" fmla="*/ 859709 w 3044273"/>
              <a:gd name="GluePoint2124Y" fmla="*/ 1509263 h 3047670"/>
              <a:gd name="GluePoint2125X" fmla="*/ 3895 w 3044273"/>
              <a:gd name="GluePoint2125Y" fmla="*/ 1506248 h 3047670"/>
              <a:gd name="GluePoint2126X" fmla="*/ 5653 w 3044273"/>
              <a:gd name="GluePoint2126Y" fmla="*/ 1508006 h 3047670"/>
              <a:gd name="GluePoint2127X" fmla="*/ 3895 w 3044273"/>
              <a:gd name="GluePoint2127Y" fmla="*/ 1509765 h 3047670"/>
              <a:gd name="GluePoint2128X" fmla="*/ 2136 w 3044273"/>
              <a:gd name="GluePoint2128Y" fmla="*/ 1508006 h 3047670"/>
              <a:gd name="GluePoint2129X" fmla="*/ 3895 w 3044273"/>
              <a:gd name="GluePoint2129Y" fmla="*/ 1506248 h 3047670"/>
              <a:gd name="GluePoint2130X" fmla="*/ 478467 w 3044273"/>
              <a:gd name="GluePoint2130Y" fmla="*/ 1506247 h 3047670"/>
              <a:gd name="GluePoint2131X" fmla="*/ 500073 w 3044273"/>
              <a:gd name="GluePoint2131Y" fmla="*/ 1527601 h 3047670"/>
              <a:gd name="GluePoint2132X" fmla="*/ 478718 w 3044273"/>
              <a:gd name="GluePoint2132Y" fmla="*/ 1549082 h 3047670"/>
              <a:gd name="GluePoint2133X" fmla="*/ 457112 w 3044273"/>
              <a:gd name="GluePoint2133Y" fmla="*/ 1527728 h 3047670"/>
              <a:gd name="GluePoint2134X" fmla="*/ 478467 w 3044273"/>
              <a:gd name="GluePoint2134Y" fmla="*/ 1506247 h 3047670"/>
              <a:gd name="GluePoint2135X" fmla="*/ 3039502 w 3044273"/>
              <a:gd name="GluePoint2135Y" fmla="*/ 1495322 h 3047670"/>
              <a:gd name="GluePoint2136X" fmla="*/ 3041262 w 3044273"/>
              <a:gd name="GluePoint2136Y" fmla="*/ 1497080 h 3047670"/>
              <a:gd name="GluePoint2137X" fmla="*/ 3039502 w 3044273"/>
              <a:gd name="GluePoint2137Y" fmla="*/ 1498839 h 3047670"/>
              <a:gd name="GluePoint2138X" fmla="*/ 3037744 w 3044273"/>
              <a:gd name="GluePoint2138Y" fmla="*/ 1497080 h 3047670"/>
              <a:gd name="GluePoint2139X" fmla="*/ 3039502 w 3044273"/>
              <a:gd name="GluePoint2139Y" fmla="*/ 1495322 h 3047670"/>
              <a:gd name="GluePoint2140X" fmla="*/ 2564930 w 3044273"/>
              <a:gd name="GluePoint2140Y" fmla="*/ 1493560 h 3047670"/>
              <a:gd name="GluePoint2141X" fmla="*/ 2591559 w 3044273"/>
              <a:gd name="GluePoint2141Y" fmla="*/ 1520065 h 3047670"/>
              <a:gd name="GluePoint2142X" fmla="*/ 2565056 w 3044273"/>
              <a:gd name="GluePoint2142Y" fmla="*/ 1546695 h 3047670"/>
              <a:gd name="GluePoint2143X" fmla="*/ 2538426 w 3044273"/>
              <a:gd name="GluePoint2143Y" fmla="*/ 1520190 h 3047670"/>
              <a:gd name="GluePoint2144X" fmla="*/ 2564930 w 3044273"/>
              <a:gd name="GluePoint2144Y" fmla="*/ 1493560 h 3047670"/>
              <a:gd name="GluePoint2145X" fmla="*/ 384632 w 3044273"/>
              <a:gd name="GluePoint2145Y" fmla="*/ 1490547 h 3047670"/>
              <a:gd name="GluePoint2146X" fmla="*/ 400836 w 3044273"/>
              <a:gd name="GluePoint2146Y" fmla="*/ 1506626 h 3047670"/>
              <a:gd name="GluePoint2147X" fmla="*/ 384757 w 3044273"/>
              <a:gd name="GluePoint2147Y" fmla="*/ 1522830 h 3047670"/>
              <a:gd name="GluePoint2148X" fmla="*/ 368553 w 3044273"/>
              <a:gd name="GluePoint2148Y" fmla="*/ 1506751 h 3047670"/>
              <a:gd name="GluePoint2149X" fmla="*/ 384632 w 3044273"/>
              <a:gd name="GluePoint2149Y" fmla="*/ 1490547 h 3047670"/>
              <a:gd name="GluePoint2150X" fmla="*/ 1058430 w 3044273"/>
              <a:gd name="GluePoint2150Y" fmla="*/ 1482633 h 3047670"/>
              <a:gd name="GluePoint2151X" fmla="*/ 1059561 w 3044273"/>
              <a:gd name="GluePoint2151Y" fmla="*/ 1483763 h 3047670"/>
              <a:gd name="GluePoint2152X" fmla="*/ 1058430 w 3044273"/>
              <a:gd name="GluePoint2152Y" fmla="*/ 1484894 h 3047670"/>
              <a:gd name="GluePoint2153X" fmla="*/ 1057300 w 3044273"/>
              <a:gd name="GluePoint2153Y" fmla="*/ 1483763 h 3047670"/>
              <a:gd name="GluePoint2154X" fmla="*/ 1058430 w 3044273"/>
              <a:gd name="GluePoint2154Y" fmla="*/ 1482633 h 3047670"/>
              <a:gd name="GluePoint2155X" fmla="*/ 766249 w 3044273"/>
              <a:gd name="GluePoint2155Y" fmla="*/ 1481001 h 3047670"/>
              <a:gd name="GluePoint2156X" fmla="*/ 790745 w 3044273"/>
              <a:gd name="GluePoint2156Y" fmla="*/ 1505245 h 3047670"/>
              <a:gd name="GluePoint2157X" fmla="*/ 766501 w 3044273"/>
              <a:gd name="GluePoint2157Y" fmla="*/ 1529740 h 3047670"/>
              <a:gd name="GluePoint2158X" fmla="*/ 742006 w 3044273"/>
              <a:gd name="GluePoint2158Y" fmla="*/ 1505496 h 3047670"/>
              <a:gd name="GluePoint2159X" fmla="*/ 766249 w 3044273"/>
              <a:gd name="GluePoint2159Y" fmla="*/ 1481001 h 3047670"/>
              <a:gd name="GluePoint2160X" fmla="*/ 1984840 w 3044273"/>
              <a:gd name="GluePoint2160Y" fmla="*/ 1480120 h 3047670"/>
              <a:gd name="GluePoint2161X" fmla="*/ 1985092 w 3044273"/>
              <a:gd name="GluePoint2161Y" fmla="*/ 1480371 h 3047670"/>
              <a:gd name="GluePoint2162X" fmla="*/ 1984840 w 3044273"/>
              <a:gd name="GluePoint2162Y" fmla="*/ 1480623 h 3047670"/>
              <a:gd name="GluePoint2163X" fmla="*/ 1984589 w 3044273"/>
              <a:gd name="GluePoint2163Y" fmla="*/ 1480371 h 3047670"/>
              <a:gd name="GluePoint2164X" fmla="*/ 1984840 w 3044273"/>
              <a:gd name="GluePoint2164Y" fmla="*/ 1480120 h 3047670"/>
              <a:gd name="GluePoint2165X" fmla="*/ 2277022 w 3044273"/>
              <a:gd name="GluePoint2165Y" fmla="*/ 1478487 h 3047670"/>
              <a:gd name="GluePoint2166X" fmla="*/ 2298501 w 3044273"/>
              <a:gd name="GluePoint2166Y" fmla="*/ 1499841 h 3047670"/>
              <a:gd name="GluePoint2167X" fmla="*/ 2277147 w 3044273"/>
              <a:gd name="GluePoint2167Y" fmla="*/ 1521322 h 3047670"/>
              <a:gd name="GluePoint2168X" fmla="*/ 2255541 w 3044273"/>
              <a:gd name="GluePoint2168Y" fmla="*/ 1499968 h 3047670"/>
              <a:gd name="GluePoint2169X" fmla="*/ 2277022 w 3044273"/>
              <a:gd name="GluePoint2169Y" fmla="*/ 1478487 h 3047670"/>
              <a:gd name="GluePoint2170X" fmla="*/ 291049 w 3044273"/>
              <a:gd name="GluePoint2170Y" fmla="*/ 1473087 h 3047670"/>
              <a:gd name="GluePoint2171X" fmla="*/ 303736 w 3044273"/>
              <a:gd name="GluePoint2171Y" fmla="*/ 1485648 h 3047670"/>
              <a:gd name="GluePoint2172X" fmla="*/ 291174 w 3044273"/>
              <a:gd name="GluePoint2172Y" fmla="*/ 1498335 h 3047670"/>
              <a:gd name="GluePoint2173X" fmla="*/ 278487 w 3044273"/>
              <a:gd name="GluePoint2173Y" fmla="*/ 1485774 h 3047670"/>
              <a:gd name="GluePoint2174X" fmla="*/ 291049 w 3044273"/>
              <a:gd name="GluePoint2174Y" fmla="*/ 1473087 h 3047670"/>
              <a:gd name="GluePoint2175X" fmla="*/ 2658514 w 3044273"/>
              <a:gd name="GluePoint2175Y" fmla="*/ 1472584 h 3047670"/>
              <a:gd name="GluePoint2176X" fmla="*/ 2684516 w 3044273"/>
              <a:gd name="GluePoint2176Y" fmla="*/ 1498335 h 3047670"/>
              <a:gd name="GluePoint2177X" fmla="*/ 2658766 w 3044273"/>
              <a:gd name="GluePoint2177Y" fmla="*/ 1524338 h 3047670"/>
              <a:gd name="GluePoint2178X" fmla="*/ 2632763 w 3044273"/>
              <a:gd name="GluePoint2178Y" fmla="*/ 1498587 h 3047670"/>
              <a:gd name="GluePoint2179X" fmla="*/ 2658514 w 3044273"/>
              <a:gd name="GluePoint2179Y" fmla="*/ 1472584 h 3047670"/>
              <a:gd name="GluePoint2180X" fmla="*/ 673169 w 3044273"/>
              <a:gd name="GluePoint2180Y" fmla="*/ 1457259 h 3047670"/>
              <a:gd name="GluePoint2181X" fmla="*/ 700427 w 3044273"/>
              <a:gd name="GluePoint2181Y" fmla="*/ 1484392 h 3047670"/>
              <a:gd name="GluePoint2182X" fmla="*/ 673294 w 3044273"/>
              <a:gd name="GluePoint2182Y" fmla="*/ 1511775 h 3047670"/>
              <a:gd name="GluePoint2183X" fmla="*/ 645911 w 3044273"/>
              <a:gd name="GluePoint2183Y" fmla="*/ 1484643 h 3047670"/>
              <a:gd name="GluePoint2184X" fmla="*/ 673169 w 3044273"/>
              <a:gd name="GluePoint2184Y" fmla="*/ 1457259 h 3047670"/>
              <a:gd name="GluePoint2185X" fmla="*/ 965600 w 3044273"/>
              <a:gd name="GluePoint2185Y" fmla="*/ 1456630 h 3047670"/>
              <a:gd name="GluePoint2186X" fmla="*/ 971882 w 3044273"/>
              <a:gd name="GluePoint2186Y" fmla="*/ 1462785 h 3047670"/>
              <a:gd name="GluePoint2187X" fmla="*/ 965726 w 3044273"/>
              <a:gd name="GluePoint2187Y" fmla="*/ 1469066 h 3047670"/>
              <a:gd name="GluePoint2188X" fmla="*/ 959571 w 3044273"/>
              <a:gd name="GluePoint2188Y" fmla="*/ 1462911 h 3047670"/>
              <a:gd name="GluePoint2189X" fmla="*/ 965600 w 3044273"/>
              <a:gd name="GluePoint2189Y" fmla="*/ 1456630 h 3047670"/>
              <a:gd name="GluePoint2190X" fmla="*/ 2077293 w 3044273"/>
              <a:gd name="GluePoint2190Y" fmla="*/ 1456379 h 3047670"/>
              <a:gd name="GluePoint2191X" fmla="*/ 2079805 w 3044273"/>
              <a:gd name="GluePoint2191Y" fmla="*/ 1458766 h 3047670"/>
              <a:gd name="GluePoint2192X" fmla="*/ 2077418 w 3044273"/>
              <a:gd name="GluePoint2192Y" fmla="*/ 1461278 h 3047670"/>
              <a:gd name="GluePoint2193X" fmla="*/ 2074906 w 3044273"/>
              <a:gd name="GluePoint2193Y" fmla="*/ 1458891 h 3047670"/>
              <a:gd name="GluePoint2194X" fmla="*/ 2077293 w 3044273"/>
              <a:gd name="GluePoint2194Y" fmla="*/ 1456379 h 3047670"/>
              <a:gd name="GluePoint2195X" fmla="*/ 197465 w 3044273"/>
              <a:gd name="GluePoint2195Y" fmla="*/ 1456254 h 3047670"/>
              <a:gd name="GluePoint2196X" fmla="*/ 206132 w 3044273"/>
              <a:gd name="GluePoint2196Y" fmla="*/ 1464795 h 3047670"/>
              <a:gd name="GluePoint2197X" fmla="*/ 197590 w 3044273"/>
              <a:gd name="GluePoint2197Y" fmla="*/ 1473464 h 3047670"/>
              <a:gd name="GluePoint2198X" fmla="*/ 188923 w 3044273"/>
              <a:gd name="GluePoint2198Y" fmla="*/ 1464922 h 3047670"/>
              <a:gd name="GluePoint2199X" fmla="*/ 197465 w 3044273"/>
              <a:gd name="GluePoint2199Y" fmla="*/ 1456254 h 3047670"/>
              <a:gd name="GluePoint2200X" fmla="*/ 2752222 w 3044273"/>
              <a:gd name="GluePoint2200Y" fmla="*/ 1452987 h 3047670"/>
              <a:gd name="GluePoint2201X" fmla="*/ 2776214 w 3044273"/>
              <a:gd name="GluePoint2201Y" fmla="*/ 1476854 h 3047670"/>
              <a:gd name="GluePoint2202X" fmla="*/ 2752348 w 3044273"/>
              <a:gd name="GluePoint2202Y" fmla="*/ 1500846 h 3047670"/>
              <a:gd name="GluePoint2203X" fmla="*/ 2728356 w 3044273"/>
              <a:gd name="GluePoint2203Y" fmla="*/ 1476980 h 3047670"/>
              <a:gd name="GluePoint2204X" fmla="*/ 2752222 w 3044273"/>
              <a:gd name="GluePoint2204Y" fmla="*/ 1452987 h 3047670"/>
              <a:gd name="GluePoint2205X" fmla="*/ 2369976 w 3044273"/>
              <a:gd name="GluePoint2205Y" fmla="*/ 1448717 h 3047670"/>
              <a:gd name="GluePoint2206X" fmla="*/ 2399746 w 3044273"/>
              <a:gd name="GluePoint2206Y" fmla="*/ 1478236 h 3047670"/>
              <a:gd name="GluePoint2207X" fmla="*/ 2370227 w 3044273"/>
              <a:gd name="GluePoint2207Y" fmla="*/ 1508008 h 3047670"/>
              <a:gd name="GluePoint2208X" fmla="*/ 2340456 w 3044273"/>
              <a:gd name="GluePoint2208Y" fmla="*/ 1478488 h 3047670"/>
              <a:gd name="GluePoint2209X" fmla="*/ 2369976 w 3044273"/>
              <a:gd name="GluePoint2209Y" fmla="*/ 1448717 h 3047670"/>
              <a:gd name="GluePoint2210X" fmla="*/ 104134 w 3044273"/>
              <a:gd name="GluePoint2210Y" fmla="*/ 1439044 h 3047670"/>
              <a:gd name="GluePoint2211X" fmla="*/ 109033 w 3044273"/>
              <a:gd name="GluePoint2211Y" fmla="*/ 1443943 h 3047670"/>
              <a:gd name="GluePoint2212X" fmla="*/ 104134 w 3044273"/>
              <a:gd name="GluePoint2212Y" fmla="*/ 1448841 h 3047670"/>
              <a:gd name="GluePoint2213X" fmla="*/ 99235 w 3044273"/>
              <a:gd name="GluePoint2213Y" fmla="*/ 1443943 h 3047670"/>
              <a:gd name="GluePoint2214X" fmla="*/ 104134 w 3044273"/>
              <a:gd name="GluePoint2214Y" fmla="*/ 1439044 h 3047670"/>
              <a:gd name="GluePoint2215X" fmla="*/ 579963 w 3044273"/>
              <a:gd name="GluePoint2215Y" fmla="*/ 1438040 h 3047670"/>
              <a:gd name="GluePoint2216X" fmla="*/ 605714 w 3044273"/>
              <a:gd name="GluePoint2216Y" fmla="*/ 1463665 h 3047670"/>
              <a:gd name="GluePoint2217X" fmla="*/ 580088 w 3044273"/>
              <a:gd name="GluePoint2217Y" fmla="*/ 1489416 h 3047670"/>
              <a:gd name="GluePoint2218X" fmla="*/ 554338 w 3044273"/>
              <a:gd name="GluePoint2218Y" fmla="*/ 1463791 h 3047670"/>
              <a:gd name="GluePoint2219X" fmla="*/ 579963 w 3044273"/>
              <a:gd name="GluePoint2219Y" fmla="*/ 1438040 h 3047670"/>
              <a:gd name="GluePoint2220X" fmla="*/ 2845551 w 3044273"/>
              <a:gd name="GluePoint2220Y" fmla="*/ 1437663 h 3047670"/>
              <a:gd name="GluePoint2221X" fmla="*/ 2863389 w 3044273"/>
              <a:gd name="GluePoint2221Y" fmla="*/ 1455249 h 3047670"/>
              <a:gd name="GluePoint2222X" fmla="*/ 2845676 w 3044273"/>
              <a:gd name="GluePoint2222Y" fmla="*/ 1473087 h 3047670"/>
              <a:gd name="GluePoint2223X" fmla="*/ 2827840 w 3044273"/>
              <a:gd name="GluePoint2223Y" fmla="*/ 1455375 h 3047670"/>
              <a:gd name="GluePoint2224X" fmla="*/ 2845551 w 3044273"/>
              <a:gd name="GluePoint2224Y" fmla="*/ 1437663 h 3047670"/>
              <a:gd name="GluePoint2225X" fmla="*/ 2169871 w 3044273"/>
              <a:gd name="GluePoint2225Y" fmla="*/ 1427614 h 3047670"/>
              <a:gd name="GluePoint2226X" fmla="*/ 2179670 w 3044273"/>
              <a:gd name="GluePoint2226Y" fmla="*/ 1437285 h 3047670"/>
              <a:gd name="GluePoint2227X" fmla="*/ 2169996 w 3044273"/>
              <a:gd name="GluePoint2227Y" fmla="*/ 1447083 h 3047670"/>
              <a:gd name="GluePoint2228X" fmla="*/ 2160199 w 3044273"/>
              <a:gd name="GluePoint2228Y" fmla="*/ 1437411 h 3047670"/>
              <a:gd name="GluePoint2229X" fmla="*/ 2169871 w 3044273"/>
              <a:gd name="GluePoint2229Y" fmla="*/ 1427614 h 3047670"/>
              <a:gd name="GluePoint2230X" fmla="*/ 2938760 w 3044273"/>
              <a:gd name="GluePoint2230Y" fmla="*/ 1426861 h 3047670"/>
              <a:gd name="GluePoint2231X" fmla="*/ 2945669 w 3044273"/>
              <a:gd name="GluePoint2231Y" fmla="*/ 1433644 h 3047670"/>
              <a:gd name="GluePoint2232X" fmla="*/ 2938886 w 3044273"/>
              <a:gd name="GluePoint2232Y" fmla="*/ 1440552 h 3047670"/>
              <a:gd name="GluePoint2233X" fmla="*/ 2931977 w 3044273"/>
              <a:gd name="GluePoint2233Y" fmla="*/ 1433770 h 3047670"/>
              <a:gd name="GluePoint2234X" fmla="*/ 2938760 w 3044273"/>
              <a:gd name="GluePoint2234Y" fmla="*/ 1426861 h 3047670"/>
              <a:gd name="GluePoint2235X" fmla="*/ 2462930 w 3044273"/>
              <a:gd name="GluePoint2235Y" fmla="*/ 1426106 h 3047670"/>
              <a:gd name="GluePoint2236X" fmla="*/ 2493831 w 3044273"/>
              <a:gd name="GluePoint2236Y" fmla="*/ 1456756 h 3047670"/>
              <a:gd name="GluePoint2237X" fmla="*/ 2463181 w 3044273"/>
              <a:gd name="GluePoint2237Y" fmla="*/ 1487657 h 3047670"/>
              <a:gd name="GluePoint2238X" fmla="*/ 2432280 w 3044273"/>
              <a:gd name="GluePoint2238Y" fmla="*/ 1457007 h 3047670"/>
              <a:gd name="GluePoint2239X" fmla="*/ 2462930 w 3044273"/>
              <a:gd name="GluePoint2239Y" fmla="*/ 1426106 h 3047670"/>
              <a:gd name="GluePoint2240X" fmla="*/ 872898 w 3044273"/>
              <a:gd name="GluePoint2240Y" fmla="*/ 1425479 h 3047670"/>
              <a:gd name="GluePoint2241X" fmla="*/ 889604 w 3044273"/>
              <a:gd name="GluePoint2241Y" fmla="*/ 1442060 h 3047670"/>
              <a:gd name="GluePoint2242X" fmla="*/ 873023 w 3044273"/>
              <a:gd name="GluePoint2242Y" fmla="*/ 1458767 h 3047670"/>
              <a:gd name="GluePoint2243X" fmla="*/ 856442 w 3044273"/>
              <a:gd name="GluePoint2243Y" fmla="*/ 1442186 h 3047670"/>
              <a:gd name="GluePoint2244X" fmla="*/ 872898 w 3044273"/>
              <a:gd name="GluePoint2244Y" fmla="*/ 1425479 h 3047670"/>
              <a:gd name="GluePoint2245X" fmla="*/ 486882 w 3044273"/>
              <a:gd name="GluePoint2245Y" fmla="*/ 1421333 h 3047670"/>
              <a:gd name="GluePoint2246X" fmla="*/ 508363 w 3044273"/>
              <a:gd name="GluePoint2246Y" fmla="*/ 1442687 h 3047670"/>
              <a:gd name="GluePoint2247X" fmla="*/ 487009 w 3044273"/>
              <a:gd name="GluePoint2247Y" fmla="*/ 1464168 h 3047670"/>
              <a:gd name="GluePoint2248X" fmla="*/ 465528 w 3044273"/>
              <a:gd name="GluePoint2248Y" fmla="*/ 1442814 h 3047670"/>
              <a:gd name="GluePoint2249X" fmla="*/ 486882 w 3044273"/>
              <a:gd name="GluePoint2249Y" fmla="*/ 1421333 h 3047670"/>
              <a:gd name="GluePoint2250X" fmla="*/ 10677 w 3044273"/>
              <a:gd name="GluePoint2250Y" fmla="*/ 1421333 h 3047670"/>
              <a:gd name="GluePoint2251X" fmla="*/ 12435 w 3044273"/>
              <a:gd name="GluePoint2251Y" fmla="*/ 1423092 h 3047670"/>
              <a:gd name="GluePoint2252X" fmla="*/ 10677 w 3044273"/>
              <a:gd name="GluePoint2252Y" fmla="*/ 1424850 h 3047670"/>
              <a:gd name="GluePoint2253X" fmla="*/ 8918 w 3044273"/>
              <a:gd name="GluePoint2253Y" fmla="*/ 1423092 h 3047670"/>
              <a:gd name="GluePoint2254X" fmla="*/ 10677 w 3044273"/>
              <a:gd name="GluePoint2254Y" fmla="*/ 1421333 h 3047670"/>
              <a:gd name="GluePoint2255X" fmla="*/ 3032090 w 3044273"/>
              <a:gd name="GluePoint2255Y" fmla="*/ 1410153 h 3047670"/>
              <a:gd name="GluePoint2256X" fmla="*/ 3034100 w 3044273"/>
              <a:gd name="GluePoint2256Y" fmla="*/ 1412163 h 3047670"/>
              <a:gd name="GluePoint2257X" fmla="*/ 3032090 w 3044273"/>
              <a:gd name="GluePoint2257Y" fmla="*/ 1414173 h 3047670"/>
              <a:gd name="GluePoint2258X" fmla="*/ 3030080 w 3044273"/>
              <a:gd name="GluePoint2258Y" fmla="*/ 1412163 h 3047670"/>
              <a:gd name="GluePoint2259X" fmla="*/ 3032090 w 3044273"/>
              <a:gd name="GluePoint2259Y" fmla="*/ 1410153 h 3047670"/>
              <a:gd name="GluePoint2260X" fmla="*/ 2555760 w 3044273"/>
              <a:gd name="GluePoint2260Y" fmla="*/ 1408017 h 3047670"/>
              <a:gd name="GluePoint2261X" fmla="*/ 2583143 w 3044273"/>
              <a:gd name="GluePoint2261Y" fmla="*/ 1435150 h 3047670"/>
              <a:gd name="GluePoint2262X" fmla="*/ 2556010 w 3044273"/>
              <a:gd name="GluePoint2262Y" fmla="*/ 1462534 h 3047670"/>
              <a:gd name="GluePoint2263X" fmla="*/ 2528752 w 3044273"/>
              <a:gd name="GluePoint2263Y" fmla="*/ 1435401 h 3047670"/>
              <a:gd name="GluePoint2264X" fmla="*/ 2555760 w 3044273"/>
              <a:gd name="GluePoint2264Y" fmla="*/ 1408017 h 3047670"/>
              <a:gd name="GluePoint2265X" fmla="*/ 393803 w 3044273"/>
              <a:gd name="GluePoint2265Y" fmla="*/ 1406008 h 3047670"/>
              <a:gd name="GluePoint2266X" fmla="*/ 409755 w 3044273"/>
              <a:gd name="GluePoint2266Y" fmla="*/ 1421836 h 3047670"/>
              <a:gd name="GluePoint2267X" fmla="*/ 393928 w 3044273"/>
              <a:gd name="GluePoint2267Y" fmla="*/ 1437789 h 3047670"/>
              <a:gd name="GluePoint2268X" fmla="*/ 377975 w 3044273"/>
              <a:gd name="GluePoint2268Y" fmla="*/ 1421962 h 3047670"/>
              <a:gd name="GluePoint2269X" fmla="*/ 393803 w 3044273"/>
              <a:gd name="GluePoint2269Y" fmla="*/ 1406008 h 3047670"/>
              <a:gd name="GluePoint2270X" fmla="*/ 1084559 w 3044273"/>
              <a:gd name="GluePoint2270Y" fmla="*/ 1401486 h 3047670"/>
              <a:gd name="GluePoint2271X" fmla="*/ 1085690 w 3044273"/>
              <a:gd name="GluePoint2271Y" fmla="*/ 1402616 h 3047670"/>
              <a:gd name="GluePoint2272X" fmla="*/ 1084559 w 3044273"/>
              <a:gd name="GluePoint2272Y" fmla="*/ 1403747 h 3047670"/>
              <a:gd name="GluePoint2273X" fmla="*/ 1083429 w 3044273"/>
              <a:gd name="GluePoint2273Y" fmla="*/ 1402616 h 3047670"/>
              <a:gd name="GluePoint2274X" fmla="*/ 1084559 w 3044273"/>
              <a:gd name="GluePoint2274Y" fmla="*/ 1401486 h 3047670"/>
              <a:gd name="GluePoint2275X" fmla="*/ 780192 w 3044273"/>
              <a:gd name="GluePoint2275Y" fmla="*/ 1396336 h 3047670"/>
              <a:gd name="GluePoint2276X" fmla="*/ 805314 w 3044273"/>
              <a:gd name="GluePoint2276Y" fmla="*/ 1421207 h 3047670"/>
              <a:gd name="GluePoint2277X" fmla="*/ 780444 w 3044273"/>
              <a:gd name="GluePoint2277Y" fmla="*/ 1446330 h 3047670"/>
              <a:gd name="GluePoint2278X" fmla="*/ 755322 w 3044273"/>
              <a:gd name="GluePoint2278Y" fmla="*/ 1421459 h 3047670"/>
              <a:gd name="GluePoint2279X" fmla="*/ 780192 w 3044273"/>
              <a:gd name="GluePoint2279Y" fmla="*/ 1396336 h 3047670"/>
              <a:gd name="GluePoint2280X" fmla="*/ 2262323 w 3044273"/>
              <a:gd name="GluePoint2280Y" fmla="*/ 1392693 h 3047670"/>
              <a:gd name="GluePoint2281X" fmla="*/ 2285689 w 3044273"/>
              <a:gd name="GluePoint2281Y" fmla="*/ 1415807 h 3047670"/>
              <a:gd name="GluePoint2282X" fmla="*/ 2262449 w 3044273"/>
              <a:gd name="GluePoint2282Y" fmla="*/ 1439172 h 3047670"/>
              <a:gd name="GluePoint2283X" fmla="*/ 2239210 w 3044273"/>
              <a:gd name="GluePoint2283Y" fmla="*/ 1416058 h 3047670"/>
              <a:gd name="GluePoint2284X" fmla="*/ 2262323 w 3044273"/>
              <a:gd name="GluePoint2284Y" fmla="*/ 1392693 h 3047670"/>
              <a:gd name="GluePoint2285X" fmla="*/ 300970 w 3044273"/>
              <a:gd name="GluePoint2285Y" fmla="*/ 1388422 h 3047670"/>
              <a:gd name="GluePoint2286X" fmla="*/ 313657 w 3044273"/>
              <a:gd name="GluePoint2286Y" fmla="*/ 1400983 h 3047670"/>
              <a:gd name="GluePoint2287X" fmla="*/ 301095 w 3044273"/>
              <a:gd name="GluePoint2287Y" fmla="*/ 1413670 h 3047670"/>
              <a:gd name="GluePoint2288X" fmla="*/ 288409 w 3044273"/>
              <a:gd name="GluePoint2288Y" fmla="*/ 1401109 h 3047670"/>
              <a:gd name="GluePoint2289X" fmla="*/ 300970 w 3044273"/>
              <a:gd name="GluePoint2289Y" fmla="*/ 1388422 h 3047670"/>
              <a:gd name="GluePoint2290X" fmla="*/ 2648840 w 3044273"/>
              <a:gd name="GluePoint2290Y" fmla="*/ 1386914 h 3047670"/>
              <a:gd name="GluePoint2291X" fmla="*/ 2675721 w 3044273"/>
              <a:gd name="GluePoint2291Y" fmla="*/ 1413670 h 3047670"/>
              <a:gd name="GluePoint2292X" fmla="*/ 2648966 w 3044273"/>
              <a:gd name="GluePoint2292Y" fmla="*/ 1440552 h 3047670"/>
              <a:gd name="GluePoint2293X" fmla="*/ 2622085 w 3044273"/>
              <a:gd name="GluePoint2293Y" fmla="*/ 1413921 h 3047670"/>
              <a:gd name="GluePoint2294X" fmla="*/ 2648840 w 3044273"/>
              <a:gd name="GluePoint2294Y" fmla="*/ 1386914 h 3047670"/>
              <a:gd name="GluePoint2295X" fmla="*/ 2052045 w 3044273"/>
              <a:gd name="GluePoint2295Y" fmla="*/ 1377116 h 3047670"/>
              <a:gd name="GluePoint2296X" fmla="*/ 2052422 w 3044273"/>
              <a:gd name="GluePoint2296Y" fmla="*/ 1377618 h 3047670"/>
              <a:gd name="GluePoint2297X" fmla="*/ 2052045 w 3044273"/>
              <a:gd name="GluePoint2297Y" fmla="*/ 1378121 h 3047670"/>
              <a:gd name="GluePoint2298X" fmla="*/ 2051542 w 3044273"/>
              <a:gd name="GluePoint2298Y" fmla="*/ 1377618 h 3047670"/>
              <a:gd name="GluePoint2299X" fmla="*/ 2052045 w 3044273"/>
              <a:gd name="GluePoint2299Y" fmla="*/ 1377116 h 3047670"/>
              <a:gd name="GluePoint2300X" fmla="*/ 990598 w 3044273"/>
              <a:gd name="GluePoint2300Y" fmla="*/ 1375106 h 3047670"/>
              <a:gd name="GluePoint2301X" fmla="*/ 997005 w 3044273"/>
              <a:gd name="GluePoint2301Y" fmla="*/ 1381512 h 3047670"/>
              <a:gd name="GluePoint2302X" fmla="*/ 990598 w 3044273"/>
              <a:gd name="GluePoint2302Y" fmla="*/ 1387917 h 3047670"/>
              <a:gd name="GluePoint2303X" fmla="*/ 984192 w 3044273"/>
              <a:gd name="GluePoint2303Y" fmla="*/ 1381512 h 3047670"/>
              <a:gd name="GluePoint2304X" fmla="*/ 990598 w 3044273"/>
              <a:gd name="GluePoint2304Y" fmla="*/ 1375106 h 3047670"/>
              <a:gd name="GluePoint2305X" fmla="*/ 687614 w 3044273"/>
              <a:gd name="GluePoint2305Y" fmla="*/ 1373096 h 3047670"/>
              <a:gd name="GluePoint2306X" fmla="*/ 715124 w 3044273"/>
              <a:gd name="GluePoint2306Y" fmla="*/ 1400481 h 3047670"/>
              <a:gd name="GluePoint2307X" fmla="*/ 687740 w 3044273"/>
              <a:gd name="GluePoint2307Y" fmla="*/ 1427990 h 3047670"/>
              <a:gd name="GluePoint2308X" fmla="*/ 660231 w 3044273"/>
              <a:gd name="GluePoint2308Y" fmla="*/ 1400606 h 3047670"/>
              <a:gd name="GluePoint2309X" fmla="*/ 687614 w 3044273"/>
              <a:gd name="GluePoint2309Y" fmla="*/ 1373096 h 3047670"/>
              <a:gd name="GluePoint2310X" fmla="*/ 208017 w 3044273"/>
              <a:gd name="GluePoint2310Y" fmla="*/ 1371338 h 3047670"/>
              <a:gd name="GluePoint2311X" fmla="*/ 216936 w 3044273"/>
              <a:gd name="GluePoint2311Y" fmla="*/ 1380131 h 3047670"/>
              <a:gd name="GluePoint2312X" fmla="*/ 208144 w 3044273"/>
              <a:gd name="GluePoint2312Y" fmla="*/ 1389049 h 3047670"/>
              <a:gd name="GluePoint2313X" fmla="*/ 199225 w 3044273"/>
              <a:gd name="GluePoint2313Y" fmla="*/ 1380257 h 3047670"/>
              <a:gd name="GluePoint2314X" fmla="*/ 208017 w 3044273"/>
              <a:gd name="GluePoint2314Y" fmla="*/ 1371338 h 3047670"/>
              <a:gd name="GluePoint2315X" fmla="*/ 2741544 w 3044273"/>
              <a:gd name="GluePoint2315Y" fmla="*/ 1367695 h 3047670"/>
              <a:gd name="GluePoint2316X" fmla="*/ 2766165 w 3044273"/>
              <a:gd name="GluePoint2316Y" fmla="*/ 1392190 h 3047670"/>
              <a:gd name="GluePoint2317X" fmla="*/ 2741670 w 3044273"/>
              <a:gd name="GluePoint2317Y" fmla="*/ 1416810 h 3047670"/>
              <a:gd name="GluePoint2318X" fmla="*/ 2717049 w 3044273"/>
              <a:gd name="GluePoint2318Y" fmla="*/ 1392315 h 3047670"/>
              <a:gd name="GluePoint2319X" fmla="*/ 2741544 w 3044273"/>
              <a:gd name="GluePoint2319Y" fmla="*/ 1367695 h 3047670"/>
              <a:gd name="GluePoint2320X" fmla="*/ 2355028 w 3044273"/>
              <a:gd name="GluePoint2320Y" fmla="*/ 1364303 h 3047670"/>
              <a:gd name="GluePoint2321X" fmla="*/ 2385176 w 3044273"/>
              <a:gd name="GluePoint2321Y" fmla="*/ 1394325 h 3047670"/>
              <a:gd name="GluePoint2322X" fmla="*/ 2355154 w 3044273"/>
              <a:gd name="GluePoint2322Y" fmla="*/ 1424598 h 3047670"/>
              <a:gd name="GluePoint2323X" fmla="*/ 2324880 w 3044273"/>
              <a:gd name="GluePoint2323Y" fmla="*/ 1394576 h 3047670"/>
              <a:gd name="GluePoint2324X" fmla="*/ 2355028 w 3044273"/>
              <a:gd name="GluePoint2324Y" fmla="*/ 1364303 h 3047670"/>
              <a:gd name="GluePoint2325X" fmla="*/ 594784 w 3044273"/>
              <a:gd name="GluePoint2325Y" fmla="*/ 1354632 h 3047670"/>
              <a:gd name="GluePoint2326X" fmla="*/ 619906 w 3044273"/>
              <a:gd name="GluePoint2326Y" fmla="*/ 1379503 h 3047670"/>
              <a:gd name="GluePoint2327X" fmla="*/ 595036 w 3044273"/>
              <a:gd name="GluePoint2327Y" fmla="*/ 1404626 h 3047670"/>
              <a:gd name="GluePoint2328X" fmla="*/ 569914 w 3044273"/>
              <a:gd name="GluePoint2328Y" fmla="*/ 1379755 h 3047670"/>
              <a:gd name="GluePoint2329X" fmla="*/ 594784 w 3044273"/>
              <a:gd name="GluePoint2329Y" fmla="*/ 1354632 h 3047670"/>
              <a:gd name="GluePoint2330X" fmla="*/ 115188 w 3044273"/>
              <a:gd name="GluePoint2330Y" fmla="*/ 1354380 h 3047670"/>
              <a:gd name="GluePoint2331X" fmla="*/ 120338 w 3044273"/>
              <a:gd name="GluePoint2331Y" fmla="*/ 1359404 h 3047670"/>
              <a:gd name="GluePoint2332X" fmla="*/ 115188 w 3044273"/>
              <a:gd name="GluePoint2332Y" fmla="*/ 1364554 h 3047670"/>
              <a:gd name="GluePoint2333X" fmla="*/ 110164 w 3044273"/>
              <a:gd name="GluePoint2333Y" fmla="*/ 1359404 h 3047670"/>
              <a:gd name="GluePoint2334X" fmla="*/ 115188 w 3044273"/>
              <a:gd name="GluePoint2334Y" fmla="*/ 1354380 h 3047670"/>
              <a:gd name="GluePoint2335X" fmla="*/ 2834248 w 3044273"/>
              <a:gd name="GluePoint2335Y" fmla="*/ 1352872 h 3047670"/>
              <a:gd name="GluePoint2336X" fmla="*/ 2852211 w 3044273"/>
              <a:gd name="GluePoint2336Y" fmla="*/ 1370710 h 3047670"/>
              <a:gd name="GluePoint2337X" fmla="*/ 2834374 w 3044273"/>
              <a:gd name="GluePoint2337Y" fmla="*/ 1388672 h 3047670"/>
              <a:gd name="GluePoint2338X" fmla="*/ 2816411 w 3044273"/>
              <a:gd name="GluePoint2338Y" fmla="*/ 1370835 h 3047670"/>
              <a:gd name="GluePoint2339X" fmla="*/ 2834248 w 3044273"/>
              <a:gd name="GluePoint2339Y" fmla="*/ 1352872 h 3047670"/>
              <a:gd name="GluePoint2340X" fmla="*/ 2145377 w 3044273"/>
              <a:gd name="GluePoint2340Y" fmla="*/ 1352119 h 3047670"/>
              <a:gd name="GluePoint2341X" fmla="*/ 2149147 w 3044273"/>
              <a:gd name="GluePoint2341Y" fmla="*/ 1355888 h 3047670"/>
              <a:gd name="GluePoint2342X" fmla="*/ 2145377 w 3044273"/>
              <a:gd name="GluePoint2342Y" fmla="*/ 1359656 h 3047670"/>
              <a:gd name="GluePoint2343X" fmla="*/ 2141608 w 3044273"/>
              <a:gd name="GluePoint2343Y" fmla="*/ 1355888 h 3047670"/>
              <a:gd name="GluePoint2344X" fmla="*/ 2145377 w 3044273"/>
              <a:gd name="GluePoint2344Y" fmla="*/ 1352119 h 3047670"/>
              <a:gd name="GluePoint2345X" fmla="*/ 897014 w 3044273"/>
              <a:gd name="GluePoint2345Y" fmla="*/ 1343074 h 3047670"/>
              <a:gd name="GluePoint2346X" fmla="*/ 914349 w 3044273"/>
              <a:gd name="GluePoint2346Y" fmla="*/ 1360282 h 3047670"/>
              <a:gd name="GluePoint2347X" fmla="*/ 897140 w 3044273"/>
              <a:gd name="GluePoint2347Y" fmla="*/ 1377617 h 3047670"/>
              <a:gd name="GluePoint2348X" fmla="*/ 879805 w 3044273"/>
              <a:gd name="GluePoint2348Y" fmla="*/ 1360409 h 3047670"/>
              <a:gd name="GluePoint2349X" fmla="*/ 897014 w 3044273"/>
              <a:gd name="GluePoint2349Y" fmla="*/ 1343074 h 3047670"/>
              <a:gd name="GluePoint2350X" fmla="*/ 2447606 w 3044273"/>
              <a:gd name="GluePoint2350Y" fmla="*/ 1342948 h 3047670"/>
              <a:gd name="GluePoint2351X" fmla="*/ 2477754 w 3044273"/>
              <a:gd name="GluePoint2351Y" fmla="*/ 1372970 h 3047670"/>
              <a:gd name="GluePoint2352X" fmla="*/ 2447732 w 3044273"/>
              <a:gd name="GluePoint2352Y" fmla="*/ 1403118 h 3047670"/>
              <a:gd name="GluePoint2353X" fmla="*/ 2417458 w 3044273"/>
              <a:gd name="GluePoint2353Y" fmla="*/ 1373096 h 3047670"/>
              <a:gd name="GluePoint2354X" fmla="*/ 2447606 w 3044273"/>
              <a:gd name="GluePoint2354Y" fmla="*/ 1342948 h 3047670"/>
              <a:gd name="GluePoint2355X" fmla="*/ 2927079 w 3044273"/>
              <a:gd name="GluePoint2355Y" fmla="*/ 1341944 h 3047670"/>
              <a:gd name="GluePoint2356X" fmla="*/ 2934364 w 3044273"/>
              <a:gd name="GluePoint2356Y" fmla="*/ 1349230 h 3047670"/>
              <a:gd name="GluePoint2357X" fmla="*/ 2927079 w 3044273"/>
              <a:gd name="GluePoint2357Y" fmla="*/ 1356515 h 3047670"/>
              <a:gd name="GluePoint2358X" fmla="*/ 2919793 w 3044273"/>
              <a:gd name="GluePoint2358Y" fmla="*/ 1349230 h 3047670"/>
              <a:gd name="GluePoint2359X" fmla="*/ 2927079 w 3044273"/>
              <a:gd name="GluePoint2359Y" fmla="*/ 1341944 h 3047670"/>
              <a:gd name="GluePoint2360X" fmla="*/ 502083 w 3044273"/>
              <a:gd name="GluePoint2360Y" fmla="*/ 1338177 h 3047670"/>
              <a:gd name="GluePoint2361X" fmla="*/ 522936 w 3044273"/>
              <a:gd name="GluePoint2361Y" fmla="*/ 1358903 h 3047670"/>
              <a:gd name="GluePoint2362X" fmla="*/ 502208 w 3044273"/>
              <a:gd name="GluePoint2362Y" fmla="*/ 1379756 h 3047670"/>
              <a:gd name="GluePoint2363X" fmla="*/ 481356 w 3044273"/>
              <a:gd name="GluePoint2363Y" fmla="*/ 1359030 h 3047670"/>
              <a:gd name="GluePoint2364X" fmla="*/ 502083 w 3044273"/>
              <a:gd name="GluePoint2364Y" fmla="*/ 1338177 h 3047670"/>
              <a:gd name="GluePoint2365X" fmla="*/ 22357 w 3044273"/>
              <a:gd name="GluePoint2365Y" fmla="*/ 1336794 h 3047670"/>
              <a:gd name="GluePoint2366X" fmla="*/ 24116 w 3044273"/>
              <a:gd name="GluePoint2366Y" fmla="*/ 1338552 h 3047670"/>
              <a:gd name="GluePoint2367X" fmla="*/ 22357 w 3044273"/>
              <a:gd name="GluePoint2367Y" fmla="*/ 1340311 h 3047670"/>
              <a:gd name="GluePoint2368X" fmla="*/ 20599 w 3044273"/>
              <a:gd name="GluePoint2368Y" fmla="*/ 1338552 h 3047670"/>
              <a:gd name="GluePoint2369X" fmla="*/ 22357 w 3044273"/>
              <a:gd name="GluePoint2369Y" fmla="*/ 1336794 h 3047670"/>
              <a:gd name="GluePoint2370X" fmla="*/ 3019907 w 3044273"/>
              <a:gd name="GluePoint2370Y" fmla="*/ 1325740 h 3047670"/>
              <a:gd name="GluePoint2371X" fmla="*/ 3021916 w 3044273"/>
              <a:gd name="GluePoint2371Y" fmla="*/ 1327750 h 3047670"/>
              <a:gd name="GluePoint2372X" fmla="*/ 3019907 w 3044273"/>
              <a:gd name="GluePoint2372Y" fmla="*/ 1329760 h 3047670"/>
              <a:gd name="GluePoint2373X" fmla="*/ 3017897 w 3044273"/>
              <a:gd name="GluePoint2373Y" fmla="*/ 1327750 h 3047670"/>
              <a:gd name="GluePoint2374X" fmla="*/ 3019907 w 3044273"/>
              <a:gd name="GluePoint2374Y" fmla="*/ 1325740 h 3047670"/>
              <a:gd name="GluePoint2375X" fmla="*/ 1917510 w 3044273"/>
              <a:gd name="GluePoint2375Y" fmla="*/ 1324359 h 3047670"/>
              <a:gd name="GluePoint2376X" fmla="*/ 1917762 w 3044273"/>
              <a:gd name="GluePoint2376Y" fmla="*/ 1324610 h 3047670"/>
              <a:gd name="GluePoint2377X" fmla="*/ 1917510 w 3044273"/>
              <a:gd name="GluePoint2377Y" fmla="*/ 1324862 h 3047670"/>
              <a:gd name="GluePoint2378X" fmla="*/ 1917259 w 3044273"/>
              <a:gd name="GluePoint2378Y" fmla="*/ 1324610 h 3047670"/>
              <a:gd name="GluePoint2379X" fmla="*/ 1917510 w 3044273"/>
              <a:gd name="GluePoint2379Y" fmla="*/ 1324359 h 3047670"/>
              <a:gd name="GluePoint2380X" fmla="*/ 2540058 w 3044273"/>
              <a:gd name="GluePoint2380Y" fmla="*/ 1323731 h 3047670"/>
              <a:gd name="GluePoint2381X" fmla="*/ 2567818 w 3044273"/>
              <a:gd name="GluePoint2381Y" fmla="*/ 1351367 h 3047670"/>
              <a:gd name="GluePoint2382X" fmla="*/ 2540183 w 3044273"/>
              <a:gd name="GluePoint2382Y" fmla="*/ 1379128 h 3047670"/>
              <a:gd name="GluePoint2383X" fmla="*/ 2512423 w 3044273"/>
              <a:gd name="GluePoint2383Y" fmla="*/ 1351618 h 3047670"/>
              <a:gd name="GluePoint2384X" fmla="*/ 2540058 w 3044273"/>
              <a:gd name="GluePoint2384Y" fmla="*/ 1323731 h 3047670"/>
              <a:gd name="GluePoint2385X" fmla="*/ 409379 w 3044273"/>
              <a:gd name="GluePoint2385Y" fmla="*/ 1322222 h 3047670"/>
              <a:gd name="GluePoint2386X" fmla="*/ 425331 w 3044273"/>
              <a:gd name="GluePoint2386Y" fmla="*/ 1338050 h 3047670"/>
              <a:gd name="GluePoint2387X" fmla="*/ 409504 w 3044273"/>
              <a:gd name="GluePoint2387Y" fmla="*/ 1354003 h 3047670"/>
              <a:gd name="GluePoint2388X" fmla="*/ 393551 w 3044273"/>
              <a:gd name="GluePoint2388Y" fmla="*/ 1338176 h 3047670"/>
              <a:gd name="GluePoint2389X" fmla="*/ 409379 w 3044273"/>
              <a:gd name="GluePoint2389Y" fmla="*/ 1322222 h 3047670"/>
              <a:gd name="GluePoint2390X" fmla="*/ 2238458 w 3044273"/>
              <a:gd name="GluePoint2390Y" fmla="*/ 1322097 h 3047670"/>
              <a:gd name="GluePoint2391X" fmla="*/ 2250517 w 3044273"/>
              <a:gd name="GluePoint2391Y" fmla="*/ 1334030 h 3047670"/>
              <a:gd name="GluePoint2392X" fmla="*/ 2238583 w 3044273"/>
              <a:gd name="GluePoint2392Y" fmla="*/ 1346089 h 3047670"/>
              <a:gd name="GluePoint2393X" fmla="*/ 2226649 w 3044273"/>
              <a:gd name="GluePoint2393Y" fmla="*/ 1334156 h 3047670"/>
              <a:gd name="GluePoint2394X" fmla="*/ 2238458 w 3044273"/>
              <a:gd name="GluePoint2394Y" fmla="*/ 1322097 h 3047670"/>
              <a:gd name="GluePoint2395X" fmla="*/ 803556 w 3044273"/>
              <a:gd name="GluePoint2395Y" fmla="*/ 1314308 h 3047670"/>
              <a:gd name="GluePoint2396X" fmla="*/ 828679 w 3044273"/>
              <a:gd name="GluePoint2396Y" fmla="*/ 1339179 h 3047670"/>
              <a:gd name="GluePoint2397X" fmla="*/ 803808 w 3044273"/>
              <a:gd name="GluePoint2397Y" fmla="*/ 1364302 h 3047670"/>
              <a:gd name="GluePoint2398X" fmla="*/ 778685 w 3044273"/>
              <a:gd name="GluePoint2398Y" fmla="*/ 1339431 h 3047670"/>
              <a:gd name="GluePoint2399X" fmla="*/ 803556 w 3044273"/>
              <a:gd name="GluePoint2399Y" fmla="*/ 1314308 h 3047670"/>
              <a:gd name="GluePoint2400X" fmla="*/ 316674 w 3044273"/>
              <a:gd name="GluePoint2400Y" fmla="*/ 1304637 h 3047670"/>
              <a:gd name="GluePoint2401X" fmla="*/ 329361 w 3044273"/>
              <a:gd name="GluePoint2401Y" fmla="*/ 1317198 h 3047670"/>
              <a:gd name="GluePoint2402X" fmla="*/ 316799 w 3044273"/>
              <a:gd name="GluePoint2402Y" fmla="*/ 1329885 h 3047670"/>
              <a:gd name="GluePoint2403X" fmla="*/ 304113 w 3044273"/>
              <a:gd name="GluePoint2403Y" fmla="*/ 1317324 h 3047670"/>
              <a:gd name="GluePoint2404X" fmla="*/ 316674 w 3044273"/>
              <a:gd name="GluePoint2404Y" fmla="*/ 1304637 h 3047670"/>
              <a:gd name="GluePoint2405X" fmla="*/ 2632638 w 3044273"/>
              <a:gd name="GluePoint2405Y" fmla="*/ 1303380 h 3047670"/>
              <a:gd name="GluePoint2406X" fmla="*/ 2659521 w 3044273"/>
              <a:gd name="GluePoint2406Y" fmla="*/ 1330011 h 3047670"/>
              <a:gd name="GluePoint2407X" fmla="*/ 2632763 w 3044273"/>
              <a:gd name="GluePoint2407Y" fmla="*/ 1356893 h 3047670"/>
              <a:gd name="GluePoint2408X" fmla="*/ 2605882 w 3044273"/>
              <a:gd name="GluePoint2408Y" fmla="*/ 1330137 h 3047670"/>
              <a:gd name="GluePoint2409X" fmla="*/ 2632638 w 3044273"/>
              <a:gd name="GluePoint2409Y" fmla="*/ 1303380 h 3047670"/>
              <a:gd name="GluePoint2410X" fmla="*/ 1027277 w 3044273"/>
              <a:gd name="GluePoint2410Y" fmla="*/ 1302751 h 3047670"/>
              <a:gd name="GluePoint2411X" fmla="*/ 1029036 w 3044273"/>
              <a:gd name="GluePoint2411Y" fmla="*/ 1304509 h 3047670"/>
              <a:gd name="GluePoint2412X" fmla="*/ 1027277 w 3044273"/>
              <a:gd name="GluePoint2412Y" fmla="*/ 1306268 h 3047670"/>
              <a:gd name="GluePoint2413X" fmla="*/ 1025519 w 3044273"/>
              <a:gd name="GluePoint2413Y" fmla="*/ 1304509 h 3047670"/>
              <a:gd name="GluePoint2414X" fmla="*/ 1027277 w 3044273"/>
              <a:gd name="GluePoint2414Y" fmla="*/ 1302751 h 3047670"/>
              <a:gd name="GluePoint2415X" fmla="*/ 2014486 w 3044273"/>
              <a:gd name="GluePoint2415Y" fmla="*/ 1299485 h 3047670"/>
              <a:gd name="GluePoint2416X" fmla="*/ 2016119 w 3044273"/>
              <a:gd name="GluePoint2416Y" fmla="*/ 1300992 h 3047670"/>
              <a:gd name="GluePoint2417X" fmla="*/ 2014612 w 3044273"/>
              <a:gd name="GluePoint2417Y" fmla="*/ 1302500 h 3047670"/>
              <a:gd name="GluePoint2418X" fmla="*/ 2013104 w 3044273"/>
              <a:gd name="GluePoint2418Y" fmla="*/ 1300992 h 3047670"/>
              <a:gd name="GluePoint2419X" fmla="*/ 2014486 w 3044273"/>
              <a:gd name="GluePoint2419Y" fmla="*/ 1299485 h 3047670"/>
              <a:gd name="GluePoint2420X" fmla="*/ 710349 w 3044273"/>
              <a:gd name="GluePoint2420Y" fmla="*/ 1290442 h 3047670"/>
              <a:gd name="GluePoint2421X" fmla="*/ 738362 w 3044273"/>
              <a:gd name="GluePoint2421Y" fmla="*/ 1318203 h 3047670"/>
              <a:gd name="GluePoint2422X" fmla="*/ 710600 w 3044273"/>
              <a:gd name="GluePoint2422Y" fmla="*/ 1346216 h 3047670"/>
              <a:gd name="GluePoint2423X" fmla="*/ 682589 w 3044273"/>
              <a:gd name="GluePoint2423Y" fmla="*/ 1318454 h 3047670"/>
              <a:gd name="GluePoint2424X" fmla="*/ 710349 w 3044273"/>
              <a:gd name="GluePoint2424Y" fmla="*/ 1290442 h 3047670"/>
              <a:gd name="GluePoint2425X" fmla="*/ 223971 w 3044273"/>
              <a:gd name="GluePoint2425Y" fmla="*/ 1287553 h 3047670"/>
              <a:gd name="GluePoint2426X" fmla="*/ 232889 w 3044273"/>
              <a:gd name="GluePoint2426Y" fmla="*/ 1296346 h 3047670"/>
              <a:gd name="GluePoint2427X" fmla="*/ 224097 w 3044273"/>
              <a:gd name="GluePoint2427Y" fmla="*/ 1305263 h 3047670"/>
              <a:gd name="GluePoint2428X" fmla="*/ 215178 w 3044273"/>
              <a:gd name="GluePoint2428Y" fmla="*/ 1296471 h 3047670"/>
              <a:gd name="GluePoint2429X" fmla="*/ 223971 w 3044273"/>
              <a:gd name="GluePoint2429Y" fmla="*/ 1287553 h 3047670"/>
              <a:gd name="GluePoint2430X" fmla="*/ 2331539 w 3044273"/>
              <a:gd name="GluePoint2430Y" fmla="*/ 1286297 h 3047670"/>
              <a:gd name="GluePoint2431X" fmla="*/ 2357793 w 3044273"/>
              <a:gd name="GluePoint2431Y" fmla="*/ 1312299 h 3047670"/>
              <a:gd name="GluePoint2432X" fmla="*/ 2331789 w 3044273"/>
              <a:gd name="GluePoint2432Y" fmla="*/ 1338552 h 3047670"/>
              <a:gd name="GluePoint2433X" fmla="*/ 2305536 w 3044273"/>
              <a:gd name="GluePoint2433Y" fmla="*/ 1312550 h 3047670"/>
              <a:gd name="GluePoint2434X" fmla="*/ 2331539 w 3044273"/>
              <a:gd name="GluePoint2434Y" fmla="*/ 1286297 h 3047670"/>
              <a:gd name="GluePoint2435X" fmla="*/ 2725090 w 3044273"/>
              <a:gd name="GluePoint2435Y" fmla="*/ 1285292 h 3047670"/>
              <a:gd name="GluePoint2436X" fmla="*/ 2748454 w 3044273"/>
              <a:gd name="GluePoint2436Y" fmla="*/ 1308406 h 3047670"/>
              <a:gd name="GluePoint2437X" fmla="*/ 2725342 w 3044273"/>
              <a:gd name="GluePoint2437Y" fmla="*/ 1331771 h 3047670"/>
              <a:gd name="GluePoint2438X" fmla="*/ 2701976 w 3044273"/>
              <a:gd name="GluePoint2438Y" fmla="*/ 1308657 h 3047670"/>
              <a:gd name="GluePoint2439X" fmla="*/ 2725090 w 3044273"/>
              <a:gd name="GluePoint2439Y" fmla="*/ 1285292 h 3047670"/>
              <a:gd name="GluePoint2440X" fmla="*/ 931183 w 3044273"/>
              <a:gd name="GluePoint2440Y" fmla="*/ 1274489 h 3047670"/>
              <a:gd name="GluePoint2441X" fmla="*/ 938970 w 3044273"/>
              <a:gd name="GluePoint2441Y" fmla="*/ 1282278 h 3047670"/>
              <a:gd name="GluePoint2442X" fmla="*/ 931308 w 3044273"/>
              <a:gd name="GluePoint2442Y" fmla="*/ 1290065 h 3047670"/>
              <a:gd name="GluePoint2443X" fmla="*/ 923519 w 3044273"/>
              <a:gd name="GluePoint2443Y" fmla="*/ 1282278 h 3047670"/>
              <a:gd name="GluePoint2444X" fmla="*/ 931183 w 3044273"/>
              <a:gd name="GluePoint2444Y" fmla="*/ 1274489 h 3047670"/>
              <a:gd name="GluePoint2445X" fmla="*/ 617271 w 3044273"/>
              <a:gd name="GluePoint2445Y" fmla="*/ 1273483 h 3047670"/>
              <a:gd name="GluePoint2446X" fmla="*/ 641264 w 3044273"/>
              <a:gd name="GluePoint2446Y" fmla="*/ 1297350 h 3047670"/>
              <a:gd name="GluePoint2447X" fmla="*/ 617398 w 3044273"/>
              <a:gd name="GluePoint2447Y" fmla="*/ 1321342 h 3047670"/>
              <a:gd name="GluePoint2448X" fmla="*/ 593405 w 3044273"/>
              <a:gd name="GluePoint2448Y" fmla="*/ 1297476 h 3047670"/>
              <a:gd name="GluePoint2449X" fmla="*/ 617271 w 3044273"/>
              <a:gd name="GluePoint2449Y" fmla="*/ 1273483 h 3047670"/>
              <a:gd name="GluePoint2450X" fmla="*/ 131392 w 3044273"/>
              <a:gd name="GluePoint2450Y" fmla="*/ 1271097 h 3047670"/>
              <a:gd name="GluePoint2451X" fmla="*/ 136040 w 3044273"/>
              <a:gd name="GluePoint2451Y" fmla="*/ 1275745 h 3047670"/>
              <a:gd name="GluePoint2452X" fmla="*/ 131392 w 3044273"/>
              <a:gd name="GluePoint2452Y" fmla="*/ 1280393 h 3047670"/>
              <a:gd name="GluePoint2453X" fmla="*/ 126745 w 3044273"/>
              <a:gd name="GluePoint2453Y" fmla="*/ 1275745 h 3047670"/>
              <a:gd name="GluePoint2454X" fmla="*/ 131392 w 3044273"/>
              <a:gd name="GluePoint2454Y" fmla="*/ 1271097 h 3047670"/>
              <a:gd name="GluePoint2455X" fmla="*/ 2110582 w 3044273"/>
              <a:gd name="GluePoint2455Y" fmla="*/ 1270469 h 3047670"/>
              <a:gd name="GluePoint2456X" fmla="*/ 2118119 w 3044273"/>
              <a:gd name="GluePoint2456Y" fmla="*/ 1278005 h 3047670"/>
              <a:gd name="GluePoint2457X" fmla="*/ 2110582 w 3044273"/>
              <a:gd name="GluePoint2457Y" fmla="*/ 1285541 h 3047670"/>
              <a:gd name="GluePoint2458X" fmla="*/ 2103045 w 3044273"/>
              <a:gd name="GluePoint2458Y" fmla="*/ 1278005 h 3047670"/>
              <a:gd name="GluePoint2459X" fmla="*/ 2110582 w 3044273"/>
              <a:gd name="GluePoint2459Y" fmla="*/ 1270469 h 3047670"/>
              <a:gd name="GluePoint2460X" fmla="*/ 2817669 w 3044273"/>
              <a:gd name="GluePoint2460Y" fmla="*/ 1270092 h 3047670"/>
              <a:gd name="GluePoint2461X" fmla="*/ 2834752 w 3044273"/>
              <a:gd name="GluePoint2461Y" fmla="*/ 1287050 h 3047670"/>
              <a:gd name="GluePoint2462X" fmla="*/ 2817794 w 3044273"/>
              <a:gd name="GluePoint2462Y" fmla="*/ 1304134 h 3047670"/>
              <a:gd name="GluePoint2463X" fmla="*/ 2800710 w 3044273"/>
              <a:gd name="GluePoint2463Y" fmla="*/ 1287176 h 3047670"/>
              <a:gd name="GluePoint2464X" fmla="*/ 2817669 w 3044273"/>
              <a:gd name="GluePoint2464Y" fmla="*/ 1270092 h 3047670"/>
              <a:gd name="GluePoint2465X" fmla="*/ 2424493 w 3044273"/>
              <a:gd name="GluePoint2465Y" fmla="*/ 1260169 h 3047670"/>
              <a:gd name="GluePoint2466X" fmla="*/ 2455393 w 3044273"/>
              <a:gd name="GluePoint2466Y" fmla="*/ 1290819 h 3047670"/>
              <a:gd name="GluePoint2467X" fmla="*/ 2424743 w 3044273"/>
              <a:gd name="GluePoint2467Y" fmla="*/ 1321720 h 3047670"/>
              <a:gd name="GluePoint2468X" fmla="*/ 2393843 w 3044273"/>
              <a:gd name="GluePoint2468Y" fmla="*/ 1291070 h 3047670"/>
              <a:gd name="GluePoint2469X" fmla="*/ 2424493 w 3044273"/>
              <a:gd name="GluePoint2469Y" fmla="*/ 1260169 h 3047670"/>
              <a:gd name="GluePoint2470X" fmla="*/ 2910245 w 3044273"/>
              <a:gd name="GluePoint2470Y" fmla="*/ 1258285 h 3047670"/>
              <a:gd name="GluePoint2471X" fmla="*/ 2917656 w 3044273"/>
              <a:gd name="GluePoint2471Y" fmla="*/ 1265571 h 3047670"/>
              <a:gd name="GluePoint2472X" fmla="*/ 2910371 w 3044273"/>
              <a:gd name="GluePoint2472Y" fmla="*/ 1272856 h 3047670"/>
              <a:gd name="GluePoint2473X" fmla="*/ 2903085 w 3044273"/>
              <a:gd name="GluePoint2473Y" fmla="*/ 1265571 h 3047670"/>
              <a:gd name="GluePoint2474X" fmla="*/ 2910245 w 3044273"/>
              <a:gd name="GluePoint2474Y" fmla="*/ 1258285 h 3047670"/>
              <a:gd name="GluePoint2475X" fmla="*/ 1864250 w 3044273"/>
              <a:gd name="GluePoint2475Y" fmla="*/ 1258033 h 3047670"/>
              <a:gd name="GluePoint2476X" fmla="*/ 1864501 w 3044273"/>
              <a:gd name="GluePoint2476Y" fmla="*/ 1258284 h 3047670"/>
              <a:gd name="GluePoint2477X" fmla="*/ 1864250 w 3044273"/>
              <a:gd name="GluePoint2477Y" fmla="*/ 1258536 h 3047670"/>
              <a:gd name="GluePoint2478X" fmla="*/ 1863998 w 3044273"/>
              <a:gd name="GluePoint2478Y" fmla="*/ 1258284 h 3047670"/>
              <a:gd name="GluePoint2479X" fmla="*/ 1864250 w 3044273"/>
              <a:gd name="GluePoint2479Y" fmla="*/ 1258033 h 3047670"/>
              <a:gd name="GluePoint2480X" fmla="*/ 524189 w 3044273"/>
              <a:gd name="GluePoint2480Y" fmla="*/ 1257028 h 3047670"/>
              <a:gd name="GluePoint2481X" fmla="*/ 543785 w 3044273"/>
              <a:gd name="GluePoint2481Y" fmla="*/ 1276498 h 3047670"/>
              <a:gd name="GluePoint2482X" fmla="*/ 524315 w 3044273"/>
              <a:gd name="GluePoint2482Y" fmla="*/ 1295968 h 3047670"/>
              <a:gd name="GluePoint2483X" fmla="*/ 504719 w 3044273"/>
              <a:gd name="GluePoint2483Y" fmla="*/ 1276624 h 3047670"/>
              <a:gd name="GluePoint2484X" fmla="*/ 524189 w 3044273"/>
              <a:gd name="GluePoint2484Y" fmla="*/ 1257028 h 3047670"/>
              <a:gd name="GluePoint2485X" fmla="*/ 38688 w 3044273"/>
              <a:gd name="GluePoint2485Y" fmla="*/ 1253386 h 3047670"/>
              <a:gd name="GluePoint2486X" fmla="*/ 40196 w 3044273"/>
              <a:gd name="GluePoint2486Y" fmla="*/ 1254893 h 3047670"/>
              <a:gd name="GluePoint2487X" fmla="*/ 38688 w 3044273"/>
              <a:gd name="GluePoint2487Y" fmla="*/ 1256400 h 3047670"/>
              <a:gd name="GluePoint2488X" fmla="*/ 37181 w 3044273"/>
              <a:gd name="GluePoint2488Y" fmla="*/ 1254893 h 3047670"/>
              <a:gd name="GluePoint2489X" fmla="*/ 38688 w 3044273"/>
              <a:gd name="GluePoint2489Y" fmla="*/ 1253386 h 3047670"/>
              <a:gd name="GluePoint2490X" fmla="*/ 835966 w 3044273"/>
              <a:gd name="GluePoint2490Y" fmla="*/ 1242080 h 3047670"/>
              <a:gd name="GluePoint2491X" fmla="*/ 854431 w 3044273"/>
              <a:gd name="GluePoint2491Y" fmla="*/ 1260419 h 3047670"/>
              <a:gd name="GluePoint2492X" fmla="*/ 836092 w 3044273"/>
              <a:gd name="GluePoint2492Y" fmla="*/ 1278885 h 3047670"/>
              <a:gd name="GluePoint2493X" fmla="*/ 817626 w 3044273"/>
              <a:gd name="GluePoint2493Y" fmla="*/ 1260546 h 3047670"/>
              <a:gd name="GluePoint2494X" fmla="*/ 835966 w 3044273"/>
              <a:gd name="GluePoint2494Y" fmla="*/ 1242080 h 3047670"/>
              <a:gd name="GluePoint2495X" fmla="*/ 431234 w 3044273"/>
              <a:gd name="GluePoint2495Y" fmla="*/ 1240322 h 3047670"/>
              <a:gd name="GluePoint2496X" fmla="*/ 446559 w 3044273"/>
              <a:gd name="GluePoint2496Y" fmla="*/ 1255521 h 3047670"/>
              <a:gd name="GluePoint2497X" fmla="*/ 431360 w 3044273"/>
              <a:gd name="GluePoint2497Y" fmla="*/ 1270846 h 3047670"/>
              <a:gd name="GluePoint2498X" fmla="*/ 416035 w 3044273"/>
              <a:gd name="GluePoint2498Y" fmla="*/ 1255647 h 3047670"/>
              <a:gd name="GluePoint2499X" fmla="*/ 431234 w 3044273"/>
              <a:gd name="GluePoint2499Y" fmla="*/ 1240322 h 3047670"/>
              <a:gd name="GluePoint2500X" fmla="*/ 2517322 w 3044273"/>
              <a:gd name="GluePoint2500Y" fmla="*/ 1239443 h 3047670"/>
              <a:gd name="GluePoint2501X" fmla="*/ 2547344 w 3044273"/>
              <a:gd name="GluePoint2501Y" fmla="*/ 1269214 h 3047670"/>
              <a:gd name="GluePoint2502X" fmla="*/ 2517574 w 3044273"/>
              <a:gd name="GluePoint2502Y" fmla="*/ 1299236 h 3047670"/>
              <a:gd name="GluePoint2503X" fmla="*/ 2487551 w 3044273"/>
              <a:gd name="GluePoint2503Y" fmla="*/ 1269464 h 3047670"/>
              <a:gd name="GluePoint2504X" fmla="*/ 2517322 w 3044273"/>
              <a:gd name="GluePoint2504Y" fmla="*/ 1239443 h 3047670"/>
              <a:gd name="GluePoint2505X" fmla="*/ 2205670 w 3044273"/>
              <a:gd name="GluePoint2505Y" fmla="*/ 1238814 h 3047670"/>
              <a:gd name="GluePoint2506X" fmla="*/ 2222376 w 3044273"/>
              <a:gd name="GluePoint2506Y" fmla="*/ 1255395 h 3047670"/>
              <a:gd name="GluePoint2507X" fmla="*/ 2205795 w 3044273"/>
              <a:gd name="GluePoint2507Y" fmla="*/ 1272102 h 3047670"/>
              <a:gd name="GluePoint2508X" fmla="*/ 2189089 w 3044273"/>
              <a:gd name="GluePoint2508Y" fmla="*/ 1255521 h 3047670"/>
              <a:gd name="GluePoint2509X" fmla="*/ 2205670 w 3044273"/>
              <a:gd name="GluePoint2509Y" fmla="*/ 1238814 h 3047670"/>
              <a:gd name="GluePoint2510X" fmla="*/ 3002822 w 3044273"/>
              <a:gd name="GluePoint2510Y" fmla="*/ 1236930 h 3047670"/>
              <a:gd name="GluePoint2511X" fmla="*/ 3010107 w 3044273"/>
              <a:gd name="GluePoint2511Y" fmla="*/ 1244215 h 3047670"/>
              <a:gd name="GluePoint2512X" fmla="*/ 3002822 w 3044273"/>
              <a:gd name="GluePoint2512Y" fmla="*/ 1251501 h 3047670"/>
              <a:gd name="GluePoint2513X" fmla="*/ 2995536 w 3044273"/>
              <a:gd name="GluePoint2513Y" fmla="*/ 1244215 h 3047670"/>
              <a:gd name="GluePoint2514X" fmla="*/ 3002822 w 3044273"/>
              <a:gd name="GluePoint2514Y" fmla="*/ 1236930 h 3047670"/>
              <a:gd name="GluePoint2515X" fmla="*/ 1075011 w 3044273"/>
              <a:gd name="GluePoint2515Y" fmla="*/ 1230397 h 3047670"/>
              <a:gd name="GluePoint2516X" fmla="*/ 1078528 w 3044273"/>
              <a:gd name="GluePoint2516Y" fmla="*/ 1233914 h 3047670"/>
              <a:gd name="GluePoint2517X" fmla="*/ 1075011 w 3044273"/>
              <a:gd name="GluePoint2517Y" fmla="*/ 1237431 h 3047670"/>
              <a:gd name="GluePoint2518X" fmla="*/ 1071494 w 3044273"/>
              <a:gd name="GluePoint2518Y" fmla="*/ 1233914 h 3047670"/>
              <a:gd name="GluePoint2519X" fmla="*/ 1075011 w 3044273"/>
              <a:gd name="GluePoint2519Y" fmla="*/ 1230397 h 3047670"/>
              <a:gd name="GluePoint2520X" fmla="*/ 1966375 w 3044273"/>
              <a:gd name="GluePoint2520Y" fmla="*/ 1226629 h 3047670"/>
              <a:gd name="GluePoint2521X" fmla="*/ 1970647 w 3044273"/>
              <a:gd name="GluePoint2521Y" fmla="*/ 1230775 h 3047670"/>
              <a:gd name="GluePoint2522X" fmla="*/ 1966501 w 3044273"/>
              <a:gd name="GluePoint2522Y" fmla="*/ 1234920 h 3047670"/>
              <a:gd name="GluePoint2523X" fmla="*/ 1962230 w 3044273"/>
              <a:gd name="GluePoint2523Y" fmla="*/ 1230775 h 3047670"/>
              <a:gd name="GluePoint2524X" fmla="*/ 1966375 w 3044273"/>
              <a:gd name="GluePoint2524Y" fmla="*/ 1226629 h 3047670"/>
              <a:gd name="GluePoint2525X" fmla="*/ 338280 w 3044273"/>
              <a:gd name="GluePoint2525Y" fmla="*/ 1222108 h 3047670"/>
              <a:gd name="GluePoint2526X" fmla="*/ 350967 w 3044273"/>
              <a:gd name="GluePoint2526Y" fmla="*/ 1234669 h 3047670"/>
              <a:gd name="GluePoint2527X" fmla="*/ 338405 w 3044273"/>
              <a:gd name="GluePoint2527Y" fmla="*/ 1247356 h 3047670"/>
              <a:gd name="GluePoint2528X" fmla="*/ 325719 w 3044273"/>
              <a:gd name="GluePoint2528Y" fmla="*/ 1234795 h 3047670"/>
              <a:gd name="GluePoint2529X" fmla="*/ 338280 w 3044273"/>
              <a:gd name="GluePoint2529Y" fmla="*/ 1222108 h 3047670"/>
              <a:gd name="GluePoint2530X" fmla="*/ 2610278 w 3044273"/>
              <a:gd name="GluePoint2530Y" fmla="*/ 1219470 h 3047670"/>
              <a:gd name="GluePoint2531X" fmla="*/ 2638666 w 3044273"/>
              <a:gd name="GluePoint2531Y" fmla="*/ 1247733 h 3047670"/>
              <a:gd name="GluePoint2532X" fmla="*/ 2610403 w 3044273"/>
              <a:gd name="GluePoint2532Y" fmla="*/ 1276122 h 3047670"/>
              <a:gd name="GluePoint2533X" fmla="*/ 2582015 w 3044273"/>
              <a:gd name="GluePoint2533Y" fmla="*/ 1247858 h 3047670"/>
              <a:gd name="GluePoint2534X" fmla="*/ 2610278 w 3044273"/>
              <a:gd name="GluePoint2534Y" fmla="*/ 1219470 h 3047670"/>
              <a:gd name="GluePoint2535X" fmla="*/ 741126 w 3044273"/>
              <a:gd name="GluePoint2535Y" fmla="*/ 1211053 h 3047670"/>
              <a:gd name="GluePoint2536X" fmla="*/ 769138 w 3044273"/>
              <a:gd name="GluePoint2536Y" fmla="*/ 1238814 h 3047670"/>
              <a:gd name="GluePoint2537X" fmla="*/ 741378 w 3044273"/>
              <a:gd name="GluePoint2537Y" fmla="*/ 1266827 h 3047670"/>
              <a:gd name="GluePoint2538X" fmla="*/ 713366 w 3044273"/>
              <a:gd name="GluePoint2538Y" fmla="*/ 1239065 h 3047670"/>
              <a:gd name="GluePoint2539X" fmla="*/ 741126 w 3044273"/>
              <a:gd name="GluePoint2539Y" fmla="*/ 1211053 h 3047670"/>
              <a:gd name="GluePoint2540X" fmla="*/ 245199 w 3044273"/>
              <a:gd name="GluePoint2540Y" fmla="*/ 1205777 h 3047670"/>
              <a:gd name="GluePoint2541X" fmla="*/ 253491 w 3044273"/>
              <a:gd name="GluePoint2541Y" fmla="*/ 1213941 h 3047670"/>
              <a:gd name="GluePoint2542X" fmla="*/ 245325 w 3044273"/>
              <a:gd name="GluePoint2542Y" fmla="*/ 1222107 h 3047670"/>
              <a:gd name="GluePoint2543X" fmla="*/ 237160 w 3044273"/>
              <a:gd name="GluePoint2543Y" fmla="*/ 1213941 h 3047670"/>
              <a:gd name="GluePoint2544X" fmla="*/ 245199 w 3044273"/>
              <a:gd name="GluePoint2544Y" fmla="*/ 1205777 h 3047670"/>
              <a:gd name="GluePoint2545X" fmla="*/ 2300134 w 3044273"/>
              <a:gd name="GluePoint2545Y" fmla="*/ 1204145 h 3047670"/>
              <a:gd name="GluePoint2546X" fmla="*/ 2329401 w 3044273"/>
              <a:gd name="GluePoint2546Y" fmla="*/ 1233288 h 3047670"/>
              <a:gd name="GluePoint2547X" fmla="*/ 2300259 w 3044273"/>
              <a:gd name="GluePoint2547Y" fmla="*/ 1262556 h 3047670"/>
              <a:gd name="GluePoint2548X" fmla="*/ 2270991 w 3044273"/>
              <a:gd name="GluePoint2548Y" fmla="*/ 1233413 h 3047670"/>
              <a:gd name="GluePoint2549X" fmla="*/ 2300134 w 3044273"/>
              <a:gd name="GluePoint2549Y" fmla="*/ 1204145 h 3047670"/>
              <a:gd name="GluePoint2550X" fmla="*/ 1799936 w 3044273"/>
              <a:gd name="GluePoint2550Y" fmla="*/ 1202135 h 3047670"/>
              <a:gd name="GluePoint2551X" fmla="*/ 1800188 w 3044273"/>
              <a:gd name="GluePoint2551Y" fmla="*/ 1202387 h 3047670"/>
              <a:gd name="GluePoint2552X" fmla="*/ 1799936 w 3044273"/>
              <a:gd name="GluePoint2552Y" fmla="*/ 1202638 h 3047670"/>
              <a:gd name="GluePoint2553X" fmla="*/ 1799685 w 3044273"/>
              <a:gd name="GluePoint2553Y" fmla="*/ 1202387 h 3047670"/>
              <a:gd name="GluePoint2554X" fmla="*/ 1799936 w 3044273"/>
              <a:gd name="GluePoint2554Y" fmla="*/ 1202135 h 3047670"/>
              <a:gd name="GluePoint2555X" fmla="*/ 2702978 w 3044273"/>
              <a:gd name="GluePoint2555Y" fmla="*/ 1201254 h 3047670"/>
              <a:gd name="GluePoint2556X" fmla="*/ 2728100 w 3044273"/>
              <a:gd name="GluePoint2556Y" fmla="*/ 1226125 h 3047670"/>
              <a:gd name="GluePoint2557X" fmla="*/ 2703230 w 3044273"/>
              <a:gd name="GluePoint2557Y" fmla="*/ 1251248 h 3047670"/>
              <a:gd name="GluePoint2558X" fmla="*/ 2678107 w 3044273"/>
              <a:gd name="GluePoint2558Y" fmla="*/ 1226377 h 3047670"/>
              <a:gd name="GluePoint2559X" fmla="*/ 2702978 w 3044273"/>
              <a:gd name="GluePoint2559Y" fmla="*/ 1201254 h 3047670"/>
              <a:gd name="GluePoint2560X" fmla="*/ 975148 w 3044273"/>
              <a:gd name="GluePoint2560Y" fmla="*/ 1198367 h 3047670"/>
              <a:gd name="GluePoint2561X" fmla="*/ 986077 w 3044273"/>
              <a:gd name="GluePoint2561Y" fmla="*/ 1209170 h 3047670"/>
              <a:gd name="GluePoint2562X" fmla="*/ 975274 w 3044273"/>
              <a:gd name="GluePoint2562Y" fmla="*/ 1220098 h 3047670"/>
              <a:gd name="GluePoint2563X" fmla="*/ 964345 w 3044273"/>
              <a:gd name="GluePoint2563Y" fmla="*/ 1209296 h 3047670"/>
              <a:gd name="GluePoint2564X" fmla="*/ 975148 w 3044273"/>
              <a:gd name="GluePoint2564Y" fmla="*/ 1198367 h 3047670"/>
              <a:gd name="GluePoint2565X" fmla="*/ 2066240 w 3044273"/>
              <a:gd name="GluePoint2565Y" fmla="*/ 1192587 h 3047670"/>
              <a:gd name="GluePoint2566X" fmla="*/ 2079052 w 3044273"/>
              <a:gd name="GluePoint2566Y" fmla="*/ 1205399 h 3047670"/>
              <a:gd name="GluePoint2567X" fmla="*/ 2066240 w 3044273"/>
              <a:gd name="GluePoint2567Y" fmla="*/ 1218212 h 3047670"/>
              <a:gd name="GluePoint2568X" fmla="*/ 2053301 w 3044273"/>
              <a:gd name="GluePoint2568Y" fmla="*/ 1205399 h 3047670"/>
              <a:gd name="GluePoint2569X" fmla="*/ 2066240 w 3044273"/>
              <a:gd name="GluePoint2569Y" fmla="*/ 1192587 h 3047670"/>
              <a:gd name="GluePoint2570X" fmla="*/ 646915 w 3044273"/>
              <a:gd name="GluePoint2570Y" fmla="*/ 1190076 h 3047670"/>
              <a:gd name="GluePoint2571X" fmla="*/ 674424 w 3044273"/>
              <a:gd name="GluePoint2571Y" fmla="*/ 1217461 h 3047670"/>
              <a:gd name="GluePoint2572X" fmla="*/ 647041 w 3044273"/>
              <a:gd name="GluePoint2572Y" fmla="*/ 1244970 h 3047670"/>
              <a:gd name="GluePoint2573X" fmla="*/ 619531 w 3044273"/>
              <a:gd name="GluePoint2573Y" fmla="*/ 1217586 h 3047670"/>
              <a:gd name="GluePoint2574X" fmla="*/ 646915 w 3044273"/>
              <a:gd name="GluePoint2574Y" fmla="*/ 1190076 h 3047670"/>
              <a:gd name="GluePoint2575X" fmla="*/ 152623 w 3044273"/>
              <a:gd name="GluePoint2575Y" fmla="*/ 1188945 h 3047670"/>
              <a:gd name="GluePoint2576X" fmla="*/ 156643 w 3044273"/>
              <a:gd name="GluePoint2576Y" fmla="*/ 1192965 h 3047670"/>
              <a:gd name="GluePoint2577X" fmla="*/ 152623 w 3044273"/>
              <a:gd name="GluePoint2577Y" fmla="*/ 1196985 h 3047670"/>
              <a:gd name="GluePoint2578X" fmla="*/ 148603 w 3044273"/>
              <a:gd name="GluePoint2578Y" fmla="*/ 1193090 h 3047670"/>
              <a:gd name="GluePoint2579X" fmla="*/ 152623 w 3044273"/>
              <a:gd name="GluePoint2579Y" fmla="*/ 1188945 h 3047670"/>
              <a:gd name="GluePoint2580X" fmla="*/ 2795684 w 3044273"/>
              <a:gd name="GluePoint2580Y" fmla="*/ 1185176 h 3047670"/>
              <a:gd name="GluePoint2581X" fmla="*/ 2815280 w 3044273"/>
              <a:gd name="GluePoint2581Y" fmla="*/ 1204522 h 3047670"/>
              <a:gd name="GluePoint2582X" fmla="*/ 2795936 w 3044273"/>
              <a:gd name="GluePoint2582Y" fmla="*/ 1224119 h 3047670"/>
              <a:gd name="GluePoint2583X" fmla="*/ 2776340 w 3044273"/>
              <a:gd name="GluePoint2583Y" fmla="*/ 1204773 h 3047670"/>
              <a:gd name="GluePoint2584X" fmla="*/ 2795684 w 3044273"/>
              <a:gd name="GluePoint2584Y" fmla="*/ 1185176 h 3047670"/>
              <a:gd name="GluePoint2585X" fmla="*/ 2394220 w 3044273"/>
              <a:gd name="GluePoint2585Y" fmla="*/ 1178645 h 3047670"/>
              <a:gd name="GluePoint2586X" fmla="*/ 2426879 w 3044273"/>
              <a:gd name="GluePoint2586Y" fmla="*/ 1211053 h 3047670"/>
              <a:gd name="GluePoint2587X" fmla="*/ 2394471 w 3044273"/>
              <a:gd name="GluePoint2587Y" fmla="*/ 1243713 h 3047670"/>
              <a:gd name="GluePoint2588X" fmla="*/ 2361811 w 3044273"/>
              <a:gd name="GluePoint2588Y" fmla="*/ 1211305 h 3047670"/>
              <a:gd name="GluePoint2589X" fmla="*/ 2394220 w 3044273"/>
              <a:gd name="GluePoint2589Y" fmla="*/ 1178645 h 3047670"/>
              <a:gd name="GluePoint2590X" fmla="*/ 552830 w 3044273"/>
              <a:gd name="GluePoint2590Y" fmla="*/ 1173747 h 3047670"/>
              <a:gd name="GluePoint2591X" fmla="*/ 575440 w 3044273"/>
              <a:gd name="GluePoint2591Y" fmla="*/ 1196232 h 3047670"/>
              <a:gd name="GluePoint2592X" fmla="*/ 552955 w 3044273"/>
              <a:gd name="GluePoint2592Y" fmla="*/ 1218843 h 3047670"/>
              <a:gd name="GluePoint2593X" fmla="*/ 530345 w 3044273"/>
              <a:gd name="GluePoint2593Y" fmla="*/ 1196358 h 3047670"/>
              <a:gd name="GluePoint2594X" fmla="*/ 552830 w 3044273"/>
              <a:gd name="GluePoint2594Y" fmla="*/ 1173747 h 3047670"/>
              <a:gd name="GluePoint2595X" fmla="*/ 1132794 w 3044273"/>
              <a:gd name="GluePoint2595Y" fmla="*/ 1170729 h 3047670"/>
              <a:gd name="GluePoint2596X" fmla="*/ 1133297 w 3044273"/>
              <a:gd name="GluePoint2596Y" fmla="*/ 1171231 h 3047670"/>
              <a:gd name="GluePoint2597X" fmla="*/ 1132794 w 3044273"/>
              <a:gd name="GluePoint2597Y" fmla="*/ 1171734 h 3047670"/>
              <a:gd name="GluePoint2598X" fmla="*/ 1132292 w 3044273"/>
              <a:gd name="GluePoint2598Y" fmla="*/ 1171357 h 3047670"/>
              <a:gd name="GluePoint2599X" fmla="*/ 1132794 w 3044273"/>
              <a:gd name="GluePoint2599Y" fmla="*/ 1170729 h 3047670"/>
              <a:gd name="GluePoint2600X" fmla="*/ 2888514 w 3044273"/>
              <a:gd name="GluePoint2600Y" fmla="*/ 1169852 h 3047670"/>
              <a:gd name="GluePoint2601X" fmla="*/ 2901830 w 3044273"/>
              <a:gd name="GluePoint2601Y" fmla="*/ 1183040 h 3047670"/>
              <a:gd name="GluePoint2602X" fmla="*/ 2888640 w 3044273"/>
              <a:gd name="GluePoint2602Y" fmla="*/ 1196356 h 3047670"/>
              <a:gd name="GluePoint2603X" fmla="*/ 2875324 w 3044273"/>
              <a:gd name="GluePoint2603Y" fmla="*/ 1183167 h 3047670"/>
              <a:gd name="GluePoint2604X" fmla="*/ 2888514 w 3044273"/>
              <a:gd name="GluePoint2604Y" fmla="*/ 1169852 h 3047670"/>
              <a:gd name="GluePoint2605X" fmla="*/ 59664 w 3044273"/>
              <a:gd name="GluePoint2605Y" fmla="*/ 1168219 h 3047670"/>
              <a:gd name="GluePoint2606X" fmla="*/ 63684 w 3044273"/>
              <a:gd name="GluePoint2606Y" fmla="*/ 1172239 h 3047670"/>
              <a:gd name="GluePoint2607X" fmla="*/ 59664 w 3044273"/>
              <a:gd name="GluePoint2607Y" fmla="*/ 1176258 h 3047670"/>
              <a:gd name="GluePoint2608X" fmla="*/ 55645 w 3044273"/>
              <a:gd name="GluePoint2608Y" fmla="*/ 1172239 h 3047670"/>
              <a:gd name="GluePoint2609X" fmla="*/ 59664 w 3044273"/>
              <a:gd name="GluePoint2609Y" fmla="*/ 1168219 h 3047670"/>
              <a:gd name="GluePoint2610X" fmla="*/ 1908215 w 3044273"/>
              <a:gd name="GluePoint2610Y" fmla="*/ 1167340 h 3047670"/>
              <a:gd name="GluePoint2611X" fmla="*/ 1909345 w 3044273"/>
              <a:gd name="GluePoint2611Y" fmla="*/ 1168470 h 3047670"/>
              <a:gd name="GluePoint2612X" fmla="*/ 1908215 w 3044273"/>
              <a:gd name="GluePoint2612Y" fmla="*/ 1169601 h 3047670"/>
              <a:gd name="GluePoint2613X" fmla="*/ 1907085 w 3044273"/>
              <a:gd name="GluePoint2613Y" fmla="*/ 1168470 h 3047670"/>
              <a:gd name="GluePoint2614X" fmla="*/ 1908215 w 3044273"/>
              <a:gd name="GluePoint2614Y" fmla="*/ 1167340 h 3047670"/>
              <a:gd name="GluePoint2615X" fmla="*/ 876666 w 3044273"/>
              <a:gd name="GluePoint2615Y" fmla="*/ 1164199 h 3047670"/>
              <a:gd name="GluePoint2616X" fmla="*/ 898271 w 3044273"/>
              <a:gd name="GluePoint2616Y" fmla="*/ 1185553 h 3047670"/>
              <a:gd name="GluePoint2617X" fmla="*/ 876917 w 3044273"/>
              <a:gd name="GluePoint2617Y" fmla="*/ 1207159 h 3047670"/>
              <a:gd name="GluePoint2618X" fmla="*/ 855437 w 3044273"/>
              <a:gd name="GluePoint2618Y" fmla="*/ 1185805 h 3047670"/>
              <a:gd name="GluePoint2619X" fmla="*/ 876666 w 3044273"/>
              <a:gd name="GluePoint2619Y" fmla="*/ 1164199 h 3047670"/>
              <a:gd name="GluePoint2620X" fmla="*/ 2164093 w 3044273"/>
              <a:gd name="GluePoint2620Y" fmla="*/ 1160053 h 3047670"/>
              <a:gd name="GluePoint2621X" fmla="*/ 2185197 w 3044273"/>
              <a:gd name="GluePoint2621Y" fmla="*/ 1181030 h 3047670"/>
              <a:gd name="GluePoint2622X" fmla="*/ 2164219 w 3044273"/>
              <a:gd name="GluePoint2622Y" fmla="*/ 1202133 h 3047670"/>
              <a:gd name="GluePoint2623X" fmla="*/ 2143115 w 3044273"/>
              <a:gd name="GluePoint2623Y" fmla="*/ 1181156 h 3047670"/>
              <a:gd name="GluePoint2624X" fmla="*/ 2164093 w 3044273"/>
              <a:gd name="GluePoint2624Y" fmla="*/ 1160053 h 3047670"/>
              <a:gd name="GluePoint2625X" fmla="*/ 2488179 w 3044273"/>
              <a:gd name="GluePoint2625Y" fmla="*/ 1158169 h 3047670"/>
              <a:gd name="GluePoint2626X" fmla="*/ 2519207 w 3044273"/>
              <a:gd name="GluePoint2626Y" fmla="*/ 1189071 h 3047670"/>
              <a:gd name="GluePoint2627X" fmla="*/ 2488305 w 3044273"/>
              <a:gd name="GluePoint2627Y" fmla="*/ 1220223 h 3047670"/>
              <a:gd name="GluePoint2628X" fmla="*/ 2457279 w 3044273"/>
              <a:gd name="GluePoint2628Y" fmla="*/ 1189321 h 3047670"/>
              <a:gd name="GluePoint2629X" fmla="*/ 2488179 w 3044273"/>
              <a:gd name="GluePoint2629Y" fmla="*/ 1158169 h 3047670"/>
              <a:gd name="GluePoint2630X" fmla="*/ 459121 w 3044273"/>
              <a:gd name="GluePoint2630Y" fmla="*/ 1156663 h 3047670"/>
              <a:gd name="GluePoint2631X" fmla="*/ 477587 w 3044273"/>
              <a:gd name="GluePoint2631Y" fmla="*/ 1175002 h 3047670"/>
              <a:gd name="GluePoint2632X" fmla="*/ 459248 w 3044273"/>
              <a:gd name="GluePoint2632Y" fmla="*/ 1193468 h 3047670"/>
              <a:gd name="GluePoint2633X" fmla="*/ 440782 w 3044273"/>
              <a:gd name="GluePoint2633Y" fmla="*/ 1175129 h 3047670"/>
              <a:gd name="GluePoint2634X" fmla="*/ 459121 w 3044273"/>
              <a:gd name="GluePoint2634Y" fmla="*/ 1156663 h 3047670"/>
              <a:gd name="GluePoint2635X" fmla="*/ 2981342 w 3044273"/>
              <a:gd name="GluePoint2635Y" fmla="*/ 1156161 h 3047670"/>
              <a:gd name="GluePoint2636X" fmla="*/ 2986869 w 3044273"/>
              <a:gd name="GluePoint2636Y" fmla="*/ 1161688 h 3047670"/>
              <a:gd name="GluePoint2637X" fmla="*/ 2981342 w 3044273"/>
              <a:gd name="GluePoint2637Y" fmla="*/ 1167215 h 3047670"/>
              <a:gd name="GluePoint2638X" fmla="*/ 2975815 w 3044273"/>
              <a:gd name="GluePoint2638Y" fmla="*/ 1161688 h 3047670"/>
              <a:gd name="GluePoint2639X" fmla="*/ 2981342 w 3044273"/>
              <a:gd name="GluePoint2639Y" fmla="*/ 1156161 h 3047670"/>
              <a:gd name="GluePoint2640X" fmla="*/ 2581762 w 3044273"/>
              <a:gd name="GluePoint2640Y" fmla="*/ 1139201 h 3047670"/>
              <a:gd name="GluePoint2641X" fmla="*/ 2610025 w 3044273"/>
              <a:gd name="GluePoint2641Y" fmla="*/ 1167213 h 3047670"/>
              <a:gd name="GluePoint2642X" fmla="*/ 2582013 w 3044273"/>
              <a:gd name="GluePoint2642Y" fmla="*/ 1195476 h 3047670"/>
              <a:gd name="GluePoint2643X" fmla="*/ 2553750 w 3044273"/>
              <a:gd name="GluePoint2643Y" fmla="*/ 1167464 h 3047670"/>
              <a:gd name="GluePoint2644X" fmla="*/ 2581762 w 3044273"/>
              <a:gd name="GluePoint2644Y" fmla="*/ 1139201 h 3047670"/>
              <a:gd name="GluePoint2645X" fmla="*/ 365413 w 3044273"/>
              <a:gd name="GluePoint2645Y" fmla="*/ 1139074 h 3047670"/>
              <a:gd name="GluePoint2646X" fmla="*/ 380487 w 3044273"/>
              <a:gd name="GluePoint2646Y" fmla="*/ 1154023 h 3047670"/>
              <a:gd name="GluePoint2647X" fmla="*/ 365539 w 3044273"/>
              <a:gd name="GluePoint2647Y" fmla="*/ 1169097 h 3047670"/>
              <a:gd name="GluePoint2648X" fmla="*/ 350465 w 3044273"/>
              <a:gd name="GluePoint2648Y" fmla="*/ 1154023 h 3047670"/>
              <a:gd name="GluePoint2649X" fmla="*/ 365413 w 3044273"/>
              <a:gd name="GluePoint2649Y" fmla="*/ 1139074 h 3047670"/>
              <a:gd name="GluePoint2650X" fmla="*/ 779816 w 3044273"/>
              <a:gd name="GluePoint2650Y" fmla="*/ 1134930 h 3047670"/>
              <a:gd name="GluePoint2651X" fmla="*/ 807829 w 3044273"/>
              <a:gd name="GluePoint2651Y" fmla="*/ 1162691 h 3047670"/>
              <a:gd name="GluePoint2652X" fmla="*/ 780067 w 3044273"/>
              <a:gd name="GluePoint2652Y" fmla="*/ 1190704 h 3047670"/>
              <a:gd name="GluePoint2653X" fmla="*/ 752056 w 3044273"/>
              <a:gd name="GluePoint2653Y" fmla="*/ 1162943 h 3047670"/>
              <a:gd name="GluePoint2654X" fmla="*/ 779816 w 3044273"/>
              <a:gd name="GluePoint2654Y" fmla="*/ 1134930 h 3047670"/>
              <a:gd name="GluePoint2655X" fmla="*/ 1028029 w 3044273"/>
              <a:gd name="GluePoint2655Y" fmla="*/ 1133172 h 3047670"/>
              <a:gd name="GluePoint2656X" fmla="*/ 1037325 w 3044273"/>
              <a:gd name="GluePoint2656Y" fmla="*/ 1142467 h 3047670"/>
              <a:gd name="GluePoint2657X" fmla="*/ 1028029 w 3044273"/>
              <a:gd name="GluePoint2657Y" fmla="*/ 1151763 h 3047670"/>
              <a:gd name="GluePoint2658X" fmla="*/ 1018735 w 3044273"/>
              <a:gd name="GluePoint2658Y" fmla="*/ 1142467 h 3047670"/>
              <a:gd name="GluePoint2659X" fmla="*/ 1028029 w 3044273"/>
              <a:gd name="GluePoint2659Y" fmla="*/ 1133172 h 3047670"/>
              <a:gd name="GluePoint2660X" fmla="*/ 2261066 w 3044273"/>
              <a:gd name="GluePoint2660Y" fmla="*/ 1128398 h 3047670"/>
              <a:gd name="GluePoint2661X" fmla="*/ 2290336 w 3044273"/>
              <a:gd name="GluePoint2661Y" fmla="*/ 1157541 h 3047670"/>
              <a:gd name="GluePoint2662X" fmla="*/ 2261192 w 3044273"/>
              <a:gd name="GluePoint2662Y" fmla="*/ 1186809 h 3047670"/>
              <a:gd name="GluePoint2663X" fmla="*/ 2231798 w 3044273"/>
              <a:gd name="GluePoint2663Y" fmla="*/ 1157666 h 3047670"/>
              <a:gd name="GluePoint2664X" fmla="*/ 2261066 w 3044273"/>
              <a:gd name="GluePoint2664Y" fmla="*/ 1128398 h 3047670"/>
              <a:gd name="GluePoint2665X" fmla="*/ 2012727 w 3044273"/>
              <a:gd name="GluePoint2665Y" fmla="*/ 1127396 h 3047670"/>
              <a:gd name="GluePoint2666X" fmla="*/ 2024283 w 3044273"/>
              <a:gd name="GluePoint2666Y" fmla="*/ 1138826 h 3047670"/>
              <a:gd name="GluePoint2667X" fmla="*/ 2012853 w 3044273"/>
              <a:gd name="GluePoint2667Y" fmla="*/ 1150383 h 3047670"/>
              <a:gd name="GluePoint2668X" fmla="*/ 2001297 w 3044273"/>
              <a:gd name="GluePoint2668Y" fmla="*/ 1138952 h 3047670"/>
              <a:gd name="GluePoint2669X" fmla="*/ 2012727 w 3044273"/>
              <a:gd name="GluePoint2669Y" fmla="*/ 1127396 h 3047670"/>
              <a:gd name="GluePoint2670X" fmla="*/ 271955 w 3044273"/>
              <a:gd name="GluePoint2670Y" fmla="*/ 1121113 h 3047670"/>
              <a:gd name="GluePoint2671X" fmla="*/ 283763 w 3044273"/>
              <a:gd name="GluePoint2671Y" fmla="*/ 1132795 h 3047670"/>
              <a:gd name="GluePoint2672X" fmla="*/ 272081 w 3044273"/>
              <a:gd name="GluePoint2672Y" fmla="*/ 1144604 h 3047670"/>
              <a:gd name="GluePoint2673X" fmla="*/ 260273 w 3044273"/>
              <a:gd name="GluePoint2673Y" fmla="*/ 1132922 h 3047670"/>
              <a:gd name="GluePoint2674X" fmla="*/ 271955 w 3044273"/>
              <a:gd name="GluePoint2674Y" fmla="*/ 1121113 h 3047670"/>
              <a:gd name="GluePoint2675X" fmla="*/ 2675219 w 3044273"/>
              <a:gd name="GluePoint2675Y" fmla="*/ 1120737 h 3047670"/>
              <a:gd name="GluePoint2676X" fmla="*/ 2700341 w 3044273"/>
              <a:gd name="GluePoint2676Y" fmla="*/ 1145608 h 3047670"/>
              <a:gd name="GluePoint2677X" fmla="*/ 2675471 w 3044273"/>
              <a:gd name="GluePoint2677Y" fmla="*/ 1170731 h 3047670"/>
              <a:gd name="GluePoint2678X" fmla="*/ 2650348 w 3044273"/>
              <a:gd name="GluePoint2678Y" fmla="*/ 1145735 h 3047670"/>
              <a:gd name="GluePoint2679X" fmla="*/ 2675219 w 3044273"/>
              <a:gd name="GluePoint2679Y" fmla="*/ 1120737 h 3047670"/>
              <a:gd name="GluePoint2680X" fmla="*/ 1199119 w 3044273"/>
              <a:gd name="GluePoint2680Y" fmla="*/ 1117094 h 3047670"/>
              <a:gd name="GluePoint2681X" fmla="*/ 1199998 w 3044273"/>
              <a:gd name="GluePoint2681Y" fmla="*/ 1117974 h 3047670"/>
              <a:gd name="GluePoint2682X" fmla="*/ 1199119 w 3044273"/>
              <a:gd name="GluePoint2682Y" fmla="*/ 1118853 h 3047670"/>
              <a:gd name="GluePoint2683X" fmla="*/ 1198239 w 3044273"/>
              <a:gd name="GluePoint2683Y" fmla="*/ 1117974 h 3047670"/>
              <a:gd name="GluePoint2684X" fmla="*/ 1199119 w 3044273"/>
              <a:gd name="GluePoint2684Y" fmla="*/ 1117094 h 3047670"/>
              <a:gd name="GluePoint2685X" fmla="*/ 683595 w 3044273"/>
              <a:gd name="GluePoint2685Y" fmla="*/ 1114204 h 3047670"/>
              <a:gd name="GluePoint2686X" fmla="*/ 710101 w 3044273"/>
              <a:gd name="GluePoint2686Y" fmla="*/ 1140457 h 3047670"/>
              <a:gd name="GluePoint2687X" fmla="*/ 683847 w 3044273"/>
              <a:gd name="GluePoint2687Y" fmla="*/ 1166962 h 3047670"/>
              <a:gd name="GluePoint2688X" fmla="*/ 657342 w 3044273"/>
              <a:gd name="GluePoint2688Y" fmla="*/ 1140709 h 3047670"/>
              <a:gd name="GluePoint2689X" fmla="*/ 683595 w 3044273"/>
              <a:gd name="GluePoint2689Y" fmla="*/ 1114204 h 3047670"/>
              <a:gd name="GluePoint2690X" fmla="*/ 1841388 w 3044273"/>
              <a:gd name="GluePoint2690Y" fmla="*/ 1114079 h 3047670"/>
              <a:gd name="GluePoint2691X" fmla="*/ 1843020 w 3044273"/>
              <a:gd name="GluePoint2691Y" fmla="*/ 1115586 h 3047670"/>
              <a:gd name="GluePoint2692X" fmla="*/ 1841388 w 3044273"/>
              <a:gd name="GluePoint2692Y" fmla="*/ 1117093 h 3047670"/>
              <a:gd name="GluePoint2693X" fmla="*/ 1839880 w 3044273"/>
              <a:gd name="GluePoint2693Y" fmla="*/ 1115586 h 3047670"/>
              <a:gd name="GluePoint2694X" fmla="*/ 1841388 w 3044273"/>
              <a:gd name="GluePoint2694Y" fmla="*/ 1114079 h 3047670"/>
              <a:gd name="GluePoint2695X" fmla="*/ 2768678 w 3044273"/>
              <a:gd name="GluePoint2695Y" fmla="*/ 1110812 h 3047670"/>
              <a:gd name="GluePoint2696X" fmla="*/ 2781742 w 3044273"/>
              <a:gd name="GluePoint2696Y" fmla="*/ 1123876 h 3047670"/>
              <a:gd name="GluePoint2697X" fmla="*/ 2768678 w 3044273"/>
              <a:gd name="GluePoint2697Y" fmla="*/ 1136940 h 3047670"/>
              <a:gd name="GluePoint2698X" fmla="*/ 2755614 w 3044273"/>
              <a:gd name="GluePoint2698Y" fmla="*/ 1123876 h 3047670"/>
              <a:gd name="GluePoint2699X" fmla="*/ 2768678 w 3044273"/>
              <a:gd name="GluePoint2699Y" fmla="*/ 1110812 h 3047670"/>
              <a:gd name="GluePoint2700X" fmla="*/ 178497 w 3044273"/>
              <a:gd name="GluePoint2700Y" fmla="*/ 1104783 h 3047670"/>
              <a:gd name="GluePoint2701X" fmla="*/ 185657 w 3044273"/>
              <a:gd name="GluePoint2701Y" fmla="*/ 1111817 h 3047670"/>
              <a:gd name="GluePoint2702X" fmla="*/ 178622 w 3044273"/>
              <a:gd name="GluePoint2702Y" fmla="*/ 1118977 h 3047670"/>
              <a:gd name="GluePoint2703X" fmla="*/ 171463 w 3044273"/>
              <a:gd name="GluePoint2703Y" fmla="*/ 1111943 h 3047670"/>
              <a:gd name="GluePoint2704X" fmla="*/ 178497 w 3044273"/>
              <a:gd name="GluePoint2704Y" fmla="*/ 1104783 h 3047670"/>
              <a:gd name="GluePoint2705X" fmla="*/ 2356911 w 3044273"/>
              <a:gd name="GluePoint2705Y" fmla="*/ 1099634 h 3047670"/>
              <a:gd name="GluePoint2706X" fmla="*/ 2391957 w 3044273"/>
              <a:gd name="GluePoint2706Y" fmla="*/ 1134430 h 3047670"/>
              <a:gd name="GluePoint2707X" fmla="*/ 2357162 w 3044273"/>
              <a:gd name="GluePoint2707Y" fmla="*/ 1169477 h 3047670"/>
              <a:gd name="GluePoint2708X" fmla="*/ 2322117 w 3044273"/>
              <a:gd name="GluePoint2708Y" fmla="*/ 1134680 h 3047670"/>
              <a:gd name="GluePoint2709X" fmla="*/ 2356911 w 3044273"/>
              <a:gd name="GluePoint2709Y" fmla="*/ 1099634 h 3047670"/>
              <a:gd name="GluePoint2710X" fmla="*/ 926031 w 3044273"/>
              <a:gd name="GluePoint2710Y" fmla="*/ 1098251 h 3047670"/>
              <a:gd name="GluePoint2711X" fmla="*/ 943742 w 3044273"/>
              <a:gd name="GluePoint2711Y" fmla="*/ 1115962 h 3047670"/>
              <a:gd name="GluePoint2712X" fmla="*/ 926158 w 3044273"/>
              <a:gd name="GluePoint2712Y" fmla="*/ 1133674 h 3047670"/>
              <a:gd name="GluePoint2713X" fmla="*/ 908320 w 3044273"/>
              <a:gd name="GluePoint2713Y" fmla="*/ 1116087 h 3047670"/>
              <a:gd name="GluePoint2714X" fmla="*/ 926031 w 3044273"/>
              <a:gd name="GluePoint2714Y" fmla="*/ 1098251 h 3047670"/>
              <a:gd name="GluePoint2715X" fmla="*/ 588003 w 3044273"/>
              <a:gd name="GluePoint2715Y" fmla="*/ 1097749 h 3047670"/>
              <a:gd name="GluePoint2716X" fmla="*/ 608856 w 3044273"/>
              <a:gd name="GluePoint2716Y" fmla="*/ 1118475 h 3047670"/>
              <a:gd name="GluePoint2717X" fmla="*/ 588128 w 3044273"/>
              <a:gd name="GluePoint2717Y" fmla="*/ 1139328 h 3047670"/>
              <a:gd name="GluePoint2718X" fmla="*/ 567276 w 3044273"/>
              <a:gd name="GluePoint2718Y" fmla="*/ 1118602 h 3047670"/>
              <a:gd name="GluePoint2719X" fmla="*/ 588003 w 3044273"/>
              <a:gd name="GluePoint2719Y" fmla="*/ 1097749 h 3047670"/>
              <a:gd name="GluePoint2720X" fmla="*/ 2861884 w 3044273"/>
              <a:gd name="GluePoint2720Y" fmla="*/ 1094859 h 3047670"/>
              <a:gd name="GluePoint2721X" fmla="*/ 2869169 w 3044273"/>
              <a:gd name="GluePoint2721Y" fmla="*/ 1102144 h 3047670"/>
              <a:gd name="GluePoint2722X" fmla="*/ 2861884 w 3044273"/>
              <a:gd name="GluePoint2722Y" fmla="*/ 1109430 h 3047670"/>
              <a:gd name="GluePoint2723X" fmla="*/ 2854598 w 3044273"/>
              <a:gd name="GluePoint2723Y" fmla="*/ 1102144 h 3047670"/>
              <a:gd name="GluePoint2724X" fmla="*/ 2861884 w 3044273"/>
              <a:gd name="GluePoint2724Y" fmla="*/ 1094859 h 3047670"/>
              <a:gd name="GluePoint2725X" fmla="*/ 2114601 w 3044273"/>
              <a:gd name="GluePoint2725Y" fmla="*/ 1091594 h 3047670"/>
              <a:gd name="GluePoint2726X" fmla="*/ 2134825 w 3044273"/>
              <a:gd name="GluePoint2726Y" fmla="*/ 1111692 h 3047670"/>
              <a:gd name="GluePoint2727X" fmla="*/ 2114727 w 3044273"/>
              <a:gd name="GluePoint2727Y" fmla="*/ 1131916 h 3047670"/>
              <a:gd name="GluePoint2728X" fmla="*/ 2094503 w 3044273"/>
              <a:gd name="GluePoint2728Y" fmla="*/ 1111818 h 3047670"/>
              <a:gd name="GluePoint2729X" fmla="*/ 2114601 w 3044273"/>
              <a:gd name="GluePoint2729Y" fmla="*/ 1091594 h 3047670"/>
              <a:gd name="GluePoint2730X" fmla="*/ 85165 w 3044273"/>
              <a:gd name="GluePoint2730Y" fmla="*/ 1087574 h 3047670"/>
              <a:gd name="GluePoint2731X" fmla="*/ 88556 w 3044273"/>
              <a:gd name="GluePoint2731Y" fmla="*/ 1090840 h 3047670"/>
              <a:gd name="GluePoint2732X" fmla="*/ 85291 w 3044273"/>
              <a:gd name="GluePoint2732Y" fmla="*/ 1094107 h 3047670"/>
              <a:gd name="GluePoint2733X" fmla="*/ 81899 w 3044273"/>
              <a:gd name="GluePoint2733Y" fmla="*/ 1090840 h 3047670"/>
              <a:gd name="GluePoint2734X" fmla="*/ 85165 w 3044273"/>
              <a:gd name="GluePoint2734Y" fmla="*/ 1087574 h 3047670"/>
              <a:gd name="GluePoint2735X" fmla="*/ 2452379 w 3044273"/>
              <a:gd name="GluePoint2735Y" fmla="*/ 1080791 h 3047670"/>
              <a:gd name="GluePoint2736X" fmla="*/ 2483532 w 3044273"/>
              <a:gd name="GluePoint2736Y" fmla="*/ 1111691 h 3047670"/>
              <a:gd name="GluePoint2737X" fmla="*/ 2452630 w 3044273"/>
              <a:gd name="GluePoint2737Y" fmla="*/ 1142845 h 3047670"/>
              <a:gd name="GluePoint2738X" fmla="*/ 2421604 w 3044273"/>
              <a:gd name="GluePoint2738Y" fmla="*/ 1111943 h 3047670"/>
              <a:gd name="GluePoint2739X" fmla="*/ 2452379 w 3044273"/>
              <a:gd name="GluePoint2739Y" fmla="*/ 1080791 h 3047670"/>
              <a:gd name="GluePoint2740X" fmla="*/ 492912 w 3044273"/>
              <a:gd name="GluePoint2740Y" fmla="*/ 1079533 h 3047670"/>
              <a:gd name="GluePoint2741X" fmla="*/ 510247 w 3044273"/>
              <a:gd name="GluePoint2741Y" fmla="*/ 1096741 h 3047670"/>
              <a:gd name="GluePoint2742X" fmla="*/ 493038 w 3044273"/>
              <a:gd name="GluePoint2742Y" fmla="*/ 1114076 h 3047670"/>
              <a:gd name="GluePoint2743X" fmla="*/ 475703 w 3044273"/>
              <a:gd name="GluePoint2743Y" fmla="*/ 1096867 h 3047670"/>
              <a:gd name="GluePoint2744X" fmla="*/ 492912 w 3044273"/>
              <a:gd name="GluePoint2744Y" fmla="*/ 1079533 h 3047670"/>
              <a:gd name="GluePoint2745X" fmla="*/ 2955090 w 3044273"/>
              <a:gd name="GluePoint2745Y" fmla="*/ 1077649 h 3047670"/>
              <a:gd name="GluePoint2746X" fmla="*/ 2957978 w 3044273"/>
              <a:gd name="GluePoint2746Y" fmla="*/ 1080539 h 3047670"/>
              <a:gd name="GluePoint2747X" fmla="*/ 2955090 w 3044273"/>
              <a:gd name="GluePoint2747Y" fmla="*/ 1083427 h 3047670"/>
              <a:gd name="GluePoint2748X" fmla="*/ 2952200 w 3044273"/>
              <a:gd name="GluePoint2748Y" fmla="*/ 1080539 h 3047670"/>
              <a:gd name="GluePoint2749X" fmla="*/ 2955090 w 3044273"/>
              <a:gd name="GluePoint2749Y" fmla="*/ 1077649 h 3047670"/>
              <a:gd name="GluePoint2750X" fmla="*/ 1951427 w 3044273"/>
              <a:gd name="GluePoint2750Y" fmla="*/ 1074635 h 3047670"/>
              <a:gd name="GluePoint2751X" fmla="*/ 1956577 w 3044273"/>
              <a:gd name="GluePoint2751Y" fmla="*/ 1079659 h 3047670"/>
              <a:gd name="GluePoint2752X" fmla="*/ 1951427 w 3044273"/>
              <a:gd name="GluePoint2752Y" fmla="*/ 1084809 h 3047670"/>
              <a:gd name="GluePoint2753X" fmla="*/ 1946277 w 3044273"/>
              <a:gd name="GluePoint2753Y" fmla="*/ 1079785 h 3047670"/>
              <a:gd name="GluePoint2754X" fmla="*/ 1951427 w 3044273"/>
              <a:gd name="GluePoint2754Y" fmla="*/ 1074635 h 3047670"/>
              <a:gd name="GluePoint2755X" fmla="*/ 1272730 w 3044273"/>
              <a:gd name="GluePoint2755Y" fmla="*/ 1074134 h 3047670"/>
              <a:gd name="GluePoint2756X" fmla="*/ 1273609 w 3044273"/>
              <a:gd name="GluePoint2756Y" fmla="*/ 1075014 h 3047670"/>
              <a:gd name="GluePoint2757X" fmla="*/ 1272730 w 3044273"/>
              <a:gd name="GluePoint2757Y" fmla="*/ 1075893 h 3047670"/>
              <a:gd name="GluePoint2758X" fmla="*/ 1271850 w 3044273"/>
              <a:gd name="GluePoint2758Y" fmla="*/ 1075014 h 3047670"/>
              <a:gd name="GluePoint2759X" fmla="*/ 1272730 w 3044273"/>
              <a:gd name="GluePoint2759Y" fmla="*/ 1074134 h 3047670"/>
              <a:gd name="GluePoint2760X" fmla="*/ 1088953 w 3044273"/>
              <a:gd name="GluePoint2760Y" fmla="*/ 1073630 h 3047670"/>
              <a:gd name="GluePoint2761X" fmla="*/ 1098374 w 3044273"/>
              <a:gd name="GluePoint2761Y" fmla="*/ 1082925 h 3047670"/>
              <a:gd name="GluePoint2762X" fmla="*/ 1089078 w 3044273"/>
              <a:gd name="GluePoint2762Y" fmla="*/ 1092221 h 3047670"/>
              <a:gd name="GluePoint2763X" fmla="*/ 1079784 w 3044273"/>
              <a:gd name="GluePoint2763Y" fmla="*/ 1082925 h 3047670"/>
              <a:gd name="GluePoint2764X" fmla="*/ 1088953 w 3044273"/>
              <a:gd name="GluePoint2764Y" fmla="*/ 1073630 h 3047670"/>
              <a:gd name="GluePoint2765X" fmla="*/ 1767401 w 3044273"/>
              <a:gd name="GluePoint2765Y" fmla="*/ 1072751 h 3047670"/>
              <a:gd name="GluePoint2766X" fmla="*/ 1767904 w 3044273"/>
              <a:gd name="GluePoint2766Y" fmla="*/ 1073128 h 3047670"/>
              <a:gd name="GluePoint2767X" fmla="*/ 1767527 w 3044273"/>
              <a:gd name="GluePoint2767Y" fmla="*/ 1073631 h 3047670"/>
              <a:gd name="GluePoint2768X" fmla="*/ 1767024 w 3044273"/>
              <a:gd name="GluePoint2768Y" fmla="*/ 1073254 h 3047670"/>
              <a:gd name="GluePoint2769X" fmla="*/ 1767401 w 3044273"/>
              <a:gd name="GluePoint2769Y" fmla="*/ 1072751 h 3047670"/>
              <a:gd name="GluePoint2770X" fmla="*/ 825917 w 3044273"/>
              <a:gd name="GluePoint2770Y" fmla="*/ 1064838 h 3047670"/>
              <a:gd name="GluePoint2771X" fmla="*/ 852297 w 3044273"/>
              <a:gd name="GluePoint2771Y" fmla="*/ 1091091 h 3047670"/>
              <a:gd name="GluePoint2772X" fmla="*/ 826043 w 3044273"/>
              <a:gd name="GluePoint2772Y" fmla="*/ 1117471 h 3047670"/>
              <a:gd name="GluePoint2773X" fmla="*/ 799538 w 3044273"/>
              <a:gd name="GluePoint2773Y" fmla="*/ 1091218 h 3047670"/>
              <a:gd name="GluePoint2774X" fmla="*/ 825917 w 3044273"/>
              <a:gd name="GluePoint2774Y" fmla="*/ 1064838 h 3047670"/>
              <a:gd name="GluePoint2775X" fmla="*/ 2547470 w 3044273"/>
              <a:gd name="GluePoint2775Y" fmla="*/ 1064335 h 3047670"/>
              <a:gd name="GluePoint2776X" fmla="*/ 2572593 w 3044273"/>
              <a:gd name="GluePoint2776Y" fmla="*/ 1089206 h 3047670"/>
              <a:gd name="GluePoint2777X" fmla="*/ 2547596 w 3044273"/>
              <a:gd name="GluePoint2777Y" fmla="*/ 1114329 h 3047670"/>
              <a:gd name="GluePoint2778X" fmla="*/ 2522473 w 3044273"/>
              <a:gd name="GluePoint2778Y" fmla="*/ 1089458 h 3047670"/>
              <a:gd name="GluePoint2779X" fmla="*/ 2547470 w 3044273"/>
              <a:gd name="GluePoint2779Y" fmla="*/ 1064335 h 3047670"/>
              <a:gd name="GluePoint2780X" fmla="*/ 398073 w 3044273"/>
              <a:gd name="GluePoint2780Y" fmla="*/ 1060566 h 3047670"/>
              <a:gd name="GluePoint2781X" fmla="*/ 412769 w 3044273"/>
              <a:gd name="GluePoint2781Y" fmla="*/ 1075137 h 3047670"/>
              <a:gd name="GluePoint2782X" fmla="*/ 398198 w 3044273"/>
              <a:gd name="GluePoint2782Y" fmla="*/ 1089834 h 3047670"/>
              <a:gd name="GluePoint2783X" fmla="*/ 383627 w 3044273"/>
              <a:gd name="GluePoint2783Y" fmla="*/ 1075263 h 3047670"/>
              <a:gd name="GluePoint2784X" fmla="*/ 398073 w 3044273"/>
              <a:gd name="GluePoint2784Y" fmla="*/ 1060566 h 3047670"/>
              <a:gd name="GluePoint2785X" fmla="*/ 2214465 w 3044273"/>
              <a:gd name="GluePoint2785Y" fmla="*/ 1059184 h 3047670"/>
              <a:gd name="GluePoint2786X" fmla="*/ 2241348 w 3044273"/>
              <a:gd name="GluePoint2786Y" fmla="*/ 1085940 h 3047670"/>
              <a:gd name="GluePoint2787X" fmla="*/ 2214590 w 3044273"/>
              <a:gd name="GluePoint2787Y" fmla="*/ 1112822 h 3047670"/>
              <a:gd name="GluePoint2788X" fmla="*/ 2187709 w 3044273"/>
              <a:gd name="GluePoint2788Y" fmla="*/ 1086191 h 3047670"/>
              <a:gd name="GluePoint2789X" fmla="*/ 2214465 w 3044273"/>
              <a:gd name="GluePoint2789Y" fmla="*/ 1059184 h 3047670"/>
              <a:gd name="GluePoint2790X" fmla="*/ 2642057 w 3044273"/>
              <a:gd name="GluePoint2790Y" fmla="*/ 1047126 h 3047670"/>
              <a:gd name="GluePoint2791X" fmla="*/ 2662029 w 3044273"/>
              <a:gd name="GluePoint2791Y" fmla="*/ 1066974 h 3047670"/>
              <a:gd name="GluePoint2792X" fmla="*/ 2642183 w 3044273"/>
              <a:gd name="GluePoint2792Y" fmla="*/ 1086946 h 3047670"/>
              <a:gd name="GluePoint2793X" fmla="*/ 2622210 w 3044273"/>
              <a:gd name="GluePoint2793Y" fmla="*/ 1067099 h 3047670"/>
              <a:gd name="GluePoint2794X" fmla="*/ 2642057 w 3044273"/>
              <a:gd name="GluePoint2794Y" fmla="*/ 1047126 h 3047670"/>
              <a:gd name="GluePoint2795X" fmla="*/ 303610 w 3044273"/>
              <a:gd name="GluePoint2795Y" fmla="*/ 1041975 h 3047670"/>
              <a:gd name="GluePoint2796X" fmla="*/ 315418 w 3044273"/>
              <a:gd name="GluePoint2796Y" fmla="*/ 1053657 h 3047670"/>
              <a:gd name="GluePoint2797X" fmla="*/ 303736 w 3044273"/>
              <a:gd name="GluePoint2797Y" fmla="*/ 1065466 h 3047670"/>
              <a:gd name="GluePoint2798X" fmla="*/ 291928 w 3044273"/>
              <a:gd name="GluePoint2798Y" fmla="*/ 1053784 h 3047670"/>
              <a:gd name="GluePoint2799X" fmla="*/ 303610 w 3044273"/>
              <a:gd name="GluePoint2799Y" fmla="*/ 1041975 h 3047670"/>
              <a:gd name="GluePoint2800X" fmla="*/ 1351993 w 3044273"/>
              <a:gd name="GluePoint2800Y" fmla="*/ 1041348 h 3047670"/>
              <a:gd name="GluePoint2801X" fmla="*/ 1354255 w 3044273"/>
              <a:gd name="GluePoint2801Y" fmla="*/ 1043610 h 3047670"/>
              <a:gd name="GluePoint2802X" fmla="*/ 1352119 w 3044273"/>
              <a:gd name="GluePoint2802Y" fmla="*/ 1045870 h 3047670"/>
              <a:gd name="GluePoint2803X" fmla="*/ 1349857 w 3044273"/>
              <a:gd name="GluePoint2803Y" fmla="*/ 1043610 h 3047670"/>
              <a:gd name="GluePoint2804X" fmla="*/ 1351993 w 3044273"/>
              <a:gd name="GluePoint2804Y" fmla="*/ 1041348 h 3047670"/>
              <a:gd name="GluePoint2805X" fmla="*/ 1688012 w 3044273"/>
              <a:gd name="GluePoint2805Y" fmla="*/ 1039840 h 3047670"/>
              <a:gd name="GluePoint2806X" fmla="*/ 1690649 w 3044273"/>
              <a:gd name="GluePoint2806Y" fmla="*/ 1042477 h 3047670"/>
              <a:gd name="GluePoint2807X" fmla="*/ 1688012 w 3044273"/>
              <a:gd name="GluePoint2807Y" fmla="*/ 1045115 h 3047670"/>
              <a:gd name="GluePoint2808X" fmla="*/ 1685375 w 3044273"/>
              <a:gd name="GluePoint2808Y" fmla="*/ 1042477 h 3047670"/>
              <a:gd name="GluePoint2809X" fmla="*/ 1688012 w 3044273"/>
              <a:gd name="GluePoint2809Y" fmla="*/ 1039840 h 3047670"/>
              <a:gd name="GluePoint2810X" fmla="*/ 727058 w 3044273"/>
              <a:gd name="GluePoint2810Y" fmla="*/ 1037579 h 3047670"/>
              <a:gd name="GluePoint2811X" fmla="*/ 756830 w 3044273"/>
              <a:gd name="GluePoint2811Y" fmla="*/ 1067098 h 3047670"/>
              <a:gd name="GluePoint2812X" fmla="*/ 727310 w 3044273"/>
              <a:gd name="GluePoint2812Y" fmla="*/ 1096870 h 3047670"/>
              <a:gd name="GluePoint2813X" fmla="*/ 697539 w 3044273"/>
              <a:gd name="GluePoint2813Y" fmla="*/ 1067350 h 3047670"/>
              <a:gd name="GluePoint2814X" fmla="*/ 727058 w 3044273"/>
              <a:gd name="GluePoint2814Y" fmla="*/ 1037579 h 3047670"/>
              <a:gd name="GluePoint2815X" fmla="*/ 982559 w 3044273"/>
              <a:gd name="GluePoint2815Y" fmla="*/ 1034565 h 3047670"/>
              <a:gd name="GluePoint2816X" fmla="*/ 1000270 w 3044273"/>
              <a:gd name="GluePoint2816Y" fmla="*/ 1052276 h 3047670"/>
              <a:gd name="GluePoint2817X" fmla="*/ 982686 w 3044273"/>
              <a:gd name="GluePoint2817Y" fmla="*/ 1069987 h 3047670"/>
              <a:gd name="GluePoint2818X" fmla="*/ 964848 w 3044273"/>
              <a:gd name="GluePoint2818Y" fmla="*/ 1052276 h 3047670"/>
              <a:gd name="GluePoint2819X" fmla="*/ 982559 w 3044273"/>
              <a:gd name="GluePoint2819Y" fmla="*/ 1034565 h 3047670"/>
              <a:gd name="GluePoint2820X" fmla="*/ 2736395 w 3044273"/>
              <a:gd name="GluePoint2820Y" fmla="*/ 1031926 h 3047670"/>
              <a:gd name="GluePoint2821X" fmla="*/ 2749459 w 3044273"/>
              <a:gd name="GluePoint2821Y" fmla="*/ 1044990 h 3047670"/>
              <a:gd name="GluePoint2822X" fmla="*/ 2736395 w 3044273"/>
              <a:gd name="GluePoint2822Y" fmla="*/ 1058054 h 3047670"/>
              <a:gd name="GluePoint2823X" fmla="*/ 2723331 w 3044273"/>
              <a:gd name="GluePoint2823Y" fmla="*/ 1044990 h 3047670"/>
              <a:gd name="GluePoint2824X" fmla="*/ 2736395 w 3044273"/>
              <a:gd name="GluePoint2824Y" fmla="*/ 1031926 h 3047670"/>
              <a:gd name="GluePoint2825X" fmla="*/ 2057571 w 3044273"/>
              <a:gd name="GluePoint2825Y" fmla="*/ 1028158 h 3047670"/>
              <a:gd name="GluePoint2826X" fmla="*/ 2077795 w 3044273"/>
              <a:gd name="GluePoint2826Y" fmla="*/ 1048256 h 3047670"/>
              <a:gd name="GluePoint2827X" fmla="*/ 2057697 w 3044273"/>
              <a:gd name="GluePoint2827Y" fmla="*/ 1068480 h 3047670"/>
              <a:gd name="GluePoint2828X" fmla="*/ 2037473 w 3044273"/>
              <a:gd name="GluePoint2828Y" fmla="*/ 1048382 h 3047670"/>
              <a:gd name="GluePoint2829X" fmla="*/ 2057571 w 3044273"/>
              <a:gd name="GluePoint2829Y" fmla="*/ 1028158 h 3047670"/>
              <a:gd name="GluePoint2830X" fmla="*/ 2312948 w 3044273"/>
              <a:gd name="GluePoint2830Y" fmla="*/ 1028033 h 3047670"/>
              <a:gd name="GluePoint2831X" fmla="*/ 2346487 w 3044273"/>
              <a:gd name="GluePoint2831Y" fmla="*/ 1061320 h 3047670"/>
              <a:gd name="GluePoint2832X" fmla="*/ 2313199 w 3044273"/>
              <a:gd name="GluePoint2832Y" fmla="*/ 1094859 h 3047670"/>
              <a:gd name="GluePoint2833X" fmla="*/ 2279661 w 3044273"/>
              <a:gd name="GluePoint2833Y" fmla="*/ 1061571 h 3047670"/>
              <a:gd name="GluePoint2834X" fmla="*/ 2312948 w 3044273"/>
              <a:gd name="GluePoint2834Y" fmla="*/ 1028033 h 3047670"/>
              <a:gd name="GluePoint2835X" fmla="*/ 209399 w 3044273"/>
              <a:gd name="GluePoint2835Y" fmla="*/ 1026901 h 3047670"/>
              <a:gd name="GluePoint2836X" fmla="*/ 214926 w 3044273"/>
              <a:gd name="GluePoint2836Y" fmla="*/ 1032428 h 3047670"/>
              <a:gd name="GluePoint2837X" fmla="*/ 209399 w 3044273"/>
              <a:gd name="GluePoint2837Y" fmla="*/ 1037955 h 3047670"/>
              <a:gd name="GluePoint2838X" fmla="*/ 203872 w 3044273"/>
              <a:gd name="GluePoint2838Y" fmla="*/ 1032428 h 3047670"/>
              <a:gd name="GluePoint2839X" fmla="*/ 209399 w 3044273"/>
              <a:gd name="GluePoint2839Y" fmla="*/ 1026901 h 3047670"/>
              <a:gd name="GluePoint2840X" fmla="*/ 1435023 w 3044273"/>
              <a:gd name="GluePoint2840Y" fmla="*/ 1023259 h 3047670"/>
              <a:gd name="GluePoint2841X" fmla="*/ 1436155 w 3044273"/>
              <a:gd name="GluePoint2841Y" fmla="*/ 1024389 h 3047670"/>
              <a:gd name="GluePoint2842X" fmla="*/ 1435023 w 3044273"/>
              <a:gd name="GluePoint2842Y" fmla="*/ 1025520 h 3047670"/>
              <a:gd name="GluePoint2843X" fmla="*/ 1433893 w 3044273"/>
              <a:gd name="GluePoint2843Y" fmla="*/ 1024389 h 3047670"/>
              <a:gd name="GluePoint2844X" fmla="*/ 1435023 w 3044273"/>
              <a:gd name="GluePoint2844Y" fmla="*/ 1023259 h 3047670"/>
              <a:gd name="GluePoint2845X" fmla="*/ 1604981 w 3044273"/>
              <a:gd name="GluePoint2845Y" fmla="*/ 1022631 h 3047670"/>
              <a:gd name="GluePoint2846X" fmla="*/ 1606113 w 3044273"/>
              <a:gd name="GluePoint2846Y" fmla="*/ 1023761 h 3047670"/>
              <a:gd name="GluePoint2847X" fmla="*/ 1604981 w 3044273"/>
              <a:gd name="GluePoint2847Y" fmla="*/ 1024891 h 3047670"/>
              <a:gd name="GluePoint2848X" fmla="*/ 1603851 w 3044273"/>
              <a:gd name="GluePoint2848Y" fmla="*/ 1023761 h 3047670"/>
              <a:gd name="GluePoint2849X" fmla="*/ 1604981 w 3044273"/>
              <a:gd name="GluePoint2849Y" fmla="*/ 1022631 h 3047670"/>
              <a:gd name="GluePoint2850X" fmla="*/ 1157039 w 3044273"/>
              <a:gd name="GluePoint2850Y" fmla="*/ 1022003 h 3047670"/>
              <a:gd name="GluePoint2851X" fmla="*/ 1166585 w 3044273"/>
              <a:gd name="GluePoint2851Y" fmla="*/ 1031550 h 3047670"/>
              <a:gd name="GluePoint2852X" fmla="*/ 1157164 w 3044273"/>
              <a:gd name="GluePoint2852Y" fmla="*/ 1041096 h 3047670"/>
              <a:gd name="GluePoint2853X" fmla="*/ 1147618 w 3044273"/>
              <a:gd name="GluePoint2853Y" fmla="*/ 1031675 h 3047670"/>
              <a:gd name="GluePoint2854X" fmla="*/ 1157039 w 3044273"/>
              <a:gd name="GluePoint2854Y" fmla="*/ 1022003 h 3047670"/>
              <a:gd name="GluePoint2855X" fmla="*/ 629330 w 3044273"/>
              <a:gd name="GluePoint2855Y" fmla="*/ 1019491 h 3047670"/>
              <a:gd name="GluePoint2856X" fmla="*/ 653950 w 3044273"/>
              <a:gd name="GluePoint2856Y" fmla="*/ 1043986 h 3047670"/>
              <a:gd name="GluePoint2857X" fmla="*/ 629455 w 3044273"/>
              <a:gd name="GluePoint2857Y" fmla="*/ 1068606 h 3047670"/>
              <a:gd name="GluePoint2858X" fmla="*/ 604835 w 3044273"/>
              <a:gd name="GluePoint2858Y" fmla="*/ 1044111 h 3047670"/>
              <a:gd name="GluePoint2859X" fmla="*/ 629330 w 3044273"/>
              <a:gd name="GluePoint2859Y" fmla="*/ 1019491 h 3047670"/>
              <a:gd name="GluePoint2860X" fmla="*/ 2830480 w 3044273"/>
              <a:gd name="GluePoint2860Y" fmla="*/ 1019113 h 3047670"/>
              <a:gd name="GluePoint2861X" fmla="*/ 2834248 w 3044273"/>
              <a:gd name="GluePoint2861Y" fmla="*/ 1022882 h 3047670"/>
              <a:gd name="GluePoint2862X" fmla="*/ 2830480 w 3044273"/>
              <a:gd name="GluePoint2862Y" fmla="*/ 1026650 h 3047670"/>
              <a:gd name="GluePoint2863X" fmla="*/ 2826711 w 3044273"/>
              <a:gd name="GluePoint2863Y" fmla="*/ 1022882 h 3047670"/>
              <a:gd name="GluePoint2864X" fmla="*/ 2830480 w 3044273"/>
              <a:gd name="GluePoint2864Y" fmla="*/ 1019113 h 3047670"/>
              <a:gd name="GluePoint2865X" fmla="*/ 1519941 w 3044273"/>
              <a:gd name="GluePoint2865Y" fmla="*/ 1016852 h 3047670"/>
              <a:gd name="GluePoint2866X" fmla="*/ 1520820 w 3044273"/>
              <a:gd name="GluePoint2866Y" fmla="*/ 1017732 h 3047670"/>
              <a:gd name="GluePoint2867X" fmla="*/ 1519941 w 3044273"/>
              <a:gd name="GluePoint2867Y" fmla="*/ 1018611 h 3047670"/>
              <a:gd name="GluePoint2868X" fmla="*/ 1519061 w 3044273"/>
              <a:gd name="GluePoint2868Y" fmla="*/ 1017732 h 3047670"/>
              <a:gd name="GluePoint2869X" fmla="*/ 1519941 w 3044273"/>
              <a:gd name="GluePoint2869Y" fmla="*/ 1016852 h 3047670"/>
              <a:gd name="GluePoint2870X" fmla="*/ 1882967 w 3044273"/>
              <a:gd name="GluePoint2870Y" fmla="*/ 1016226 h 3047670"/>
              <a:gd name="GluePoint2871X" fmla="*/ 1895779 w 3044273"/>
              <a:gd name="GluePoint2871Y" fmla="*/ 1029038 h 3047670"/>
              <a:gd name="GluePoint2872X" fmla="*/ 1882967 w 3044273"/>
              <a:gd name="GluePoint2872Y" fmla="*/ 1041977 h 3047670"/>
              <a:gd name="GluePoint2873X" fmla="*/ 1870028 w 3044273"/>
              <a:gd name="GluePoint2873Y" fmla="*/ 1029165 h 3047670"/>
              <a:gd name="GluePoint2874X" fmla="*/ 1882967 w 3044273"/>
              <a:gd name="GluePoint2874Y" fmla="*/ 1016226 h 3047670"/>
              <a:gd name="GluePoint2875X" fmla="*/ 115313 w 3044273"/>
              <a:gd name="GluePoint2875Y" fmla="*/ 1008562 h 3047670"/>
              <a:gd name="GluePoint2876X" fmla="*/ 117825 w 3044273"/>
              <a:gd name="GluePoint2876Y" fmla="*/ 1010949 h 3047670"/>
              <a:gd name="GluePoint2877X" fmla="*/ 115439 w 3044273"/>
              <a:gd name="GluePoint2877Y" fmla="*/ 1013461 h 3047670"/>
              <a:gd name="GluePoint2878X" fmla="*/ 112927 w 3044273"/>
              <a:gd name="GluePoint2878Y" fmla="*/ 1011074 h 3047670"/>
              <a:gd name="GluePoint2879X" fmla="*/ 115313 w 3044273"/>
              <a:gd name="GluePoint2879Y" fmla="*/ 1008562 h 3047670"/>
              <a:gd name="GluePoint2880X" fmla="*/ 532479 w 3044273"/>
              <a:gd name="GluePoint2880Y" fmla="*/ 1004667 h 3047670"/>
              <a:gd name="GluePoint2881X" fmla="*/ 549186 w 3044273"/>
              <a:gd name="GluePoint2881Y" fmla="*/ 1021248 h 3047670"/>
              <a:gd name="GluePoint2882X" fmla="*/ 532604 w 3044273"/>
              <a:gd name="GluePoint2882Y" fmla="*/ 1037955 h 3047670"/>
              <a:gd name="GluePoint2883X" fmla="*/ 515898 w 3044273"/>
              <a:gd name="GluePoint2883Y" fmla="*/ 1021374 h 3047670"/>
              <a:gd name="GluePoint2884X" fmla="*/ 532479 w 3044273"/>
              <a:gd name="GluePoint2884Y" fmla="*/ 1004667 h 3047670"/>
              <a:gd name="GluePoint2885X" fmla="*/ 2410549 w 3044273"/>
              <a:gd name="GluePoint2885Y" fmla="*/ 1004165 h 3047670"/>
              <a:gd name="GluePoint2886X" fmla="*/ 2444088 w 3044273"/>
              <a:gd name="GluePoint2886Y" fmla="*/ 1037452 h 3047670"/>
              <a:gd name="GluePoint2887X" fmla="*/ 2410800 w 3044273"/>
              <a:gd name="GluePoint2887Y" fmla="*/ 1070991 h 3047670"/>
              <a:gd name="GluePoint2888X" fmla="*/ 2377262 w 3044273"/>
              <a:gd name="GluePoint2888Y" fmla="*/ 1037704 h 3047670"/>
              <a:gd name="GluePoint2889X" fmla="*/ 2410549 w 3044273"/>
              <a:gd name="GluePoint2889Y" fmla="*/ 1004165 h 3047670"/>
              <a:gd name="GluePoint2890X" fmla="*/ 2924439 w 3044273"/>
              <a:gd name="GluePoint2890Y" fmla="*/ 999644 h 3047670"/>
              <a:gd name="GluePoint2891X" fmla="*/ 2925822 w 3044273"/>
              <a:gd name="GluePoint2891Y" fmla="*/ 1000900 h 3047670"/>
              <a:gd name="GluePoint2892X" fmla="*/ 2924439 w 3044273"/>
              <a:gd name="GluePoint2892Y" fmla="*/ 1002156 h 3047670"/>
              <a:gd name="GluePoint2893X" fmla="*/ 2923057 w 3044273"/>
              <a:gd name="GluePoint2893Y" fmla="*/ 1000900 h 3047670"/>
              <a:gd name="GluePoint2894X" fmla="*/ 2924439 w 3044273"/>
              <a:gd name="GluePoint2894Y" fmla="*/ 999644 h 3047670"/>
              <a:gd name="GluePoint2895X" fmla="*/ 878675 w 3044273"/>
              <a:gd name="GluePoint2895Y" fmla="*/ 993740 h 3047670"/>
              <a:gd name="GluePoint2896X" fmla="*/ 909326 w 3044273"/>
              <a:gd name="GluePoint2896Y" fmla="*/ 1024139 h 3047670"/>
              <a:gd name="GluePoint2897X" fmla="*/ 878927 w 3044273"/>
              <a:gd name="GluePoint2897Y" fmla="*/ 1054790 h 3047670"/>
              <a:gd name="GluePoint2898X" fmla="*/ 848277 w 3044273"/>
              <a:gd name="GluePoint2898Y" fmla="*/ 1024391 h 3047670"/>
              <a:gd name="GluePoint2899X" fmla="*/ 878675 w 3044273"/>
              <a:gd name="GluePoint2899Y" fmla="*/ 993740 h 3047670"/>
              <a:gd name="GluePoint2900X" fmla="*/ 2160953 w 3044273"/>
              <a:gd name="GluePoint2900Y" fmla="*/ 989090 h 3047670"/>
              <a:gd name="GluePoint2901X" fmla="*/ 2191604 w 3044273"/>
              <a:gd name="GluePoint2901Y" fmla="*/ 1019489 h 3047670"/>
              <a:gd name="GluePoint2902X" fmla="*/ 2161205 w 3044273"/>
              <a:gd name="GluePoint2902Y" fmla="*/ 1050140 h 3047670"/>
              <a:gd name="GluePoint2903X" fmla="*/ 2130554 w 3044273"/>
              <a:gd name="GluePoint2903Y" fmla="*/ 1019741 h 3047670"/>
              <a:gd name="GluePoint2904X" fmla="*/ 2160953 w 3044273"/>
              <a:gd name="GluePoint2904Y" fmla="*/ 989090 h 3047670"/>
              <a:gd name="GluePoint2905X" fmla="*/ 2507272 w 3044273"/>
              <a:gd name="GluePoint2905Y" fmla="*/ 985826 h 3047670"/>
              <a:gd name="GluePoint2906X" fmla="*/ 2535661 w 3044273"/>
              <a:gd name="GluePoint2906Y" fmla="*/ 1014089 h 3047670"/>
              <a:gd name="GluePoint2907X" fmla="*/ 2507397 w 3044273"/>
              <a:gd name="GluePoint2907Y" fmla="*/ 1042478 h 3047670"/>
              <a:gd name="GluePoint2908X" fmla="*/ 2479009 w 3044273"/>
              <a:gd name="GluePoint2908Y" fmla="*/ 1014214 h 3047670"/>
              <a:gd name="GluePoint2909X" fmla="*/ 2507272 w 3044273"/>
              <a:gd name="GluePoint2909Y" fmla="*/ 985826 h 3047670"/>
              <a:gd name="GluePoint2910X" fmla="*/ 1231277 w 3044273"/>
              <a:gd name="GluePoint2910Y" fmla="*/ 984947 h 3047670"/>
              <a:gd name="GluePoint2911X" fmla="*/ 1235924 w 3044273"/>
              <a:gd name="GluePoint2911Y" fmla="*/ 989595 h 3047670"/>
              <a:gd name="GluePoint2912X" fmla="*/ 1231277 w 3044273"/>
              <a:gd name="GluePoint2912Y" fmla="*/ 994243 h 3047670"/>
              <a:gd name="GluePoint2913X" fmla="*/ 1226629 w 3044273"/>
              <a:gd name="GluePoint2913Y" fmla="*/ 989595 h 3047670"/>
              <a:gd name="GluePoint2914X" fmla="*/ 1231277 w 3044273"/>
              <a:gd name="GluePoint2914Y" fmla="*/ 984947 h 3047670"/>
              <a:gd name="GluePoint2915X" fmla="*/ 436259 w 3044273"/>
              <a:gd name="GluePoint2915Y" fmla="*/ 984947 h 3047670"/>
              <a:gd name="GluePoint2916X" fmla="*/ 450203 w 3044273"/>
              <a:gd name="GluePoint2916Y" fmla="*/ 998890 h 3047670"/>
              <a:gd name="GluePoint2917X" fmla="*/ 436259 w 3044273"/>
              <a:gd name="GluePoint2917Y" fmla="*/ 1012959 h 3047670"/>
              <a:gd name="GluePoint2918X" fmla="*/ 422316 w 3044273"/>
              <a:gd name="GluePoint2918Y" fmla="*/ 999016 h 3047670"/>
              <a:gd name="GluePoint2919X" fmla="*/ 436259 w 3044273"/>
              <a:gd name="GluePoint2919Y" fmla="*/ 984947 h 3047670"/>
              <a:gd name="GluePoint2920X" fmla="*/ 1808352 w 3044273"/>
              <a:gd name="GluePoint2920Y" fmla="*/ 981555 h 3047670"/>
              <a:gd name="GluePoint2921X" fmla="*/ 1814382 w 3044273"/>
              <a:gd name="GluePoint2921Y" fmla="*/ 987458 h 3047670"/>
              <a:gd name="GluePoint2922X" fmla="*/ 1808478 w 3044273"/>
              <a:gd name="GluePoint2922Y" fmla="*/ 993487 h 3047670"/>
              <a:gd name="GluePoint2923X" fmla="*/ 1802448 w 3044273"/>
              <a:gd name="GluePoint2923Y" fmla="*/ 987584 h 3047670"/>
              <a:gd name="GluePoint2924X" fmla="*/ 1808352 w 3044273"/>
              <a:gd name="GluePoint2924Y" fmla="*/ 981555 h 3047670"/>
              <a:gd name="GluePoint2925X" fmla="*/ 1045869 w 3044273"/>
              <a:gd name="GluePoint2925Y" fmla="*/ 977661 h 3047670"/>
              <a:gd name="GluePoint2926X" fmla="*/ 1063455 w 3044273"/>
              <a:gd name="GluePoint2926Y" fmla="*/ 995122 h 3047670"/>
              <a:gd name="GluePoint2927X" fmla="*/ 1045994 w 3044273"/>
              <a:gd name="GluePoint2927Y" fmla="*/ 1012708 h 3047670"/>
              <a:gd name="GluePoint2928X" fmla="*/ 1028408 w 3044273"/>
              <a:gd name="GluePoint2928Y" fmla="*/ 995247 h 3047670"/>
              <a:gd name="GluePoint2929X" fmla="*/ 1045869 w 3044273"/>
              <a:gd name="GluePoint2929Y" fmla="*/ 977661 h 3047670"/>
              <a:gd name="GluePoint2930X" fmla="*/ 1993759 w 3044273"/>
              <a:gd name="GluePoint2930Y" fmla="*/ 972762 h 3047670"/>
              <a:gd name="GluePoint2931X" fmla="*/ 2012853 w 3044273"/>
              <a:gd name="GluePoint2931Y" fmla="*/ 991730 h 3047670"/>
              <a:gd name="GluePoint2932X" fmla="*/ 1993885 w 3044273"/>
              <a:gd name="GluePoint2932Y" fmla="*/ 1010823 h 3047670"/>
              <a:gd name="GluePoint2933X" fmla="*/ 1974792 w 3044273"/>
              <a:gd name="GluePoint2933Y" fmla="*/ 991855 h 3047670"/>
              <a:gd name="GluePoint2934X" fmla="*/ 1993759 w 3044273"/>
              <a:gd name="GluePoint2934Y" fmla="*/ 972762 h 3047670"/>
              <a:gd name="GluePoint2935X" fmla="*/ 2603370 w 3044273"/>
              <a:gd name="GluePoint2935Y" fmla="*/ 969370 h 3047670"/>
              <a:gd name="GluePoint2936X" fmla="*/ 2625101 w 3044273"/>
              <a:gd name="GluePoint2936Y" fmla="*/ 990976 h 3047670"/>
              <a:gd name="GluePoint2937X" fmla="*/ 2603495 w 3044273"/>
              <a:gd name="GluePoint2937Y" fmla="*/ 1012707 h 3047670"/>
              <a:gd name="GluePoint2938X" fmla="*/ 2581764 w 3044273"/>
              <a:gd name="GluePoint2938Y" fmla="*/ 991101 h 3047670"/>
              <a:gd name="GluePoint2939X" fmla="*/ 2603370 w 3044273"/>
              <a:gd name="GluePoint2939Y" fmla="*/ 969370 h 3047670"/>
              <a:gd name="GluePoint2940X" fmla="*/ 776927 w 3044273"/>
              <a:gd name="GluePoint2940Y" fmla="*/ 968868 h 3047670"/>
              <a:gd name="GluePoint2941X" fmla="*/ 806322 w 3044273"/>
              <a:gd name="GluePoint2941Y" fmla="*/ 998011 h 3047670"/>
              <a:gd name="GluePoint2942X" fmla="*/ 777179 w 3044273"/>
              <a:gd name="GluePoint2942Y" fmla="*/ 1027279 h 3047670"/>
              <a:gd name="GluePoint2943X" fmla="*/ 747785 w 3044273"/>
              <a:gd name="GluePoint2943Y" fmla="*/ 998136 h 3047670"/>
              <a:gd name="GluePoint2944X" fmla="*/ 776927 w 3044273"/>
              <a:gd name="GluePoint2944Y" fmla="*/ 968868 h 3047670"/>
              <a:gd name="GluePoint2945X" fmla="*/ 340291 w 3044273"/>
              <a:gd name="GluePoint2945Y" fmla="*/ 966104 h 3047670"/>
              <a:gd name="GluePoint2946X" fmla="*/ 350969 w 3044273"/>
              <a:gd name="GluePoint2946Y" fmla="*/ 976655 h 3047670"/>
              <a:gd name="GluePoint2947X" fmla="*/ 340416 w 3044273"/>
              <a:gd name="GluePoint2947Y" fmla="*/ 987332 h 3047670"/>
              <a:gd name="GluePoint2948X" fmla="*/ 329739 w 3044273"/>
              <a:gd name="GluePoint2948Y" fmla="*/ 976781 h 3047670"/>
              <a:gd name="GluePoint2949X" fmla="*/ 340291 w 3044273"/>
              <a:gd name="GluePoint2949Y" fmla="*/ 966104 h 3047670"/>
              <a:gd name="GluePoint2950X" fmla="*/ 2262574 w 3044273"/>
              <a:gd name="GluePoint2950Y" fmla="*/ 958190 h 3047670"/>
              <a:gd name="GluePoint2951X" fmla="*/ 2297246 w 3044273"/>
              <a:gd name="GluePoint2951Y" fmla="*/ 992608 h 3047670"/>
              <a:gd name="GluePoint2952X" fmla="*/ 2262826 w 3044273"/>
              <a:gd name="GluePoint2952Y" fmla="*/ 1027278 h 3047670"/>
              <a:gd name="GluePoint2953X" fmla="*/ 2228156 w 3044273"/>
              <a:gd name="GluePoint2953Y" fmla="*/ 992860 h 3047670"/>
              <a:gd name="GluePoint2954X" fmla="*/ 2262574 w 3044273"/>
              <a:gd name="GluePoint2954Y" fmla="*/ 958190 h 3047670"/>
              <a:gd name="GluePoint2955X" fmla="*/ 1310163 w 3044273"/>
              <a:gd name="GluePoint2955Y" fmla="*/ 954924 h 3047670"/>
              <a:gd name="GluePoint2956X" fmla="*/ 1312423 w 3044273"/>
              <a:gd name="GluePoint2956Y" fmla="*/ 957186 h 3047670"/>
              <a:gd name="GluePoint2957X" fmla="*/ 1310163 w 3044273"/>
              <a:gd name="GluePoint2957Y" fmla="*/ 959446 h 3047670"/>
              <a:gd name="GluePoint2958X" fmla="*/ 1307901 w 3044273"/>
              <a:gd name="GluePoint2958Y" fmla="*/ 957311 h 3047670"/>
              <a:gd name="GluePoint2959X" fmla="*/ 1310163 w 3044273"/>
              <a:gd name="GluePoint2959Y" fmla="*/ 954924 h 3047670"/>
              <a:gd name="GluePoint2960X" fmla="*/ 1729339 w 3044273"/>
              <a:gd name="GluePoint2960Y" fmla="*/ 953164 h 3047670"/>
              <a:gd name="GluePoint2961X" fmla="*/ 1731976 w 3044273"/>
              <a:gd name="GluePoint2961Y" fmla="*/ 955801 h 3047670"/>
              <a:gd name="GluePoint2962X" fmla="*/ 1729339 w 3044273"/>
              <a:gd name="GluePoint2962Y" fmla="*/ 958439 h 3047670"/>
              <a:gd name="GluePoint2963X" fmla="*/ 1726702 w 3044273"/>
              <a:gd name="GluePoint2963Y" fmla="*/ 955801 h 3047670"/>
              <a:gd name="GluePoint2964X" fmla="*/ 1729339 w 3044273"/>
              <a:gd name="GluePoint2964Y" fmla="*/ 953164 h 3047670"/>
              <a:gd name="GluePoint2965X" fmla="*/ 2699087 w 3044273"/>
              <a:gd name="GluePoint2965Y" fmla="*/ 951784 h 3047670"/>
              <a:gd name="GluePoint2966X" fmla="*/ 2715543 w 3044273"/>
              <a:gd name="GluePoint2966Y" fmla="*/ 968114 h 3047670"/>
              <a:gd name="GluePoint2967X" fmla="*/ 2699214 w 3044273"/>
              <a:gd name="GluePoint2967Y" fmla="*/ 984569 h 3047670"/>
              <a:gd name="GluePoint2968X" fmla="*/ 2682757 w 3044273"/>
              <a:gd name="GluePoint2968Y" fmla="*/ 968240 h 3047670"/>
              <a:gd name="GluePoint2969X" fmla="*/ 2699087 w 3044273"/>
              <a:gd name="GluePoint2969Y" fmla="*/ 951784 h 3047670"/>
              <a:gd name="GluePoint2970X" fmla="*/ 244947 w 3044273"/>
              <a:gd name="GluePoint2970Y" fmla="*/ 950654 h 3047670"/>
              <a:gd name="GluePoint2971X" fmla="*/ 249218 w 3044273"/>
              <a:gd name="GluePoint2971Y" fmla="*/ 954799 h 3047670"/>
              <a:gd name="GluePoint2972X" fmla="*/ 245073 w 3044273"/>
              <a:gd name="GluePoint2972Y" fmla="*/ 959071 h 3047670"/>
              <a:gd name="GluePoint2973X" fmla="*/ 240802 w 3044273"/>
              <a:gd name="GluePoint2973Y" fmla="*/ 954925 h 3047670"/>
              <a:gd name="GluePoint2974X" fmla="*/ 244947 w 3044273"/>
              <a:gd name="GluePoint2974Y" fmla="*/ 950654 h 3047670"/>
              <a:gd name="GluePoint2975X" fmla="*/ 676687 w 3044273"/>
              <a:gd name="GluePoint2975Y" fmla="*/ 948518 h 3047670"/>
              <a:gd name="GluePoint2976X" fmla="*/ 701308 w 3044273"/>
              <a:gd name="GluePoint2976Y" fmla="*/ 973013 h 3047670"/>
              <a:gd name="GluePoint2977X" fmla="*/ 676813 w 3044273"/>
              <a:gd name="GluePoint2977Y" fmla="*/ 997633 h 3047670"/>
              <a:gd name="GluePoint2978X" fmla="*/ 652192 w 3044273"/>
              <a:gd name="GluePoint2978Y" fmla="*/ 973138 h 3047670"/>
              <a:gd name="GluePoint2979X" fmla="*/ 676687 w 3044273"/>
              <a:gd name="GluePoint2979Y" fmla="*/ 948518 h 3047670"/>
              <a:gd name="GluePoint2980X" fmla="*/ 2794429 w 3044273"/>
              <a:gd name="GluePoint2980Y" fmla="*/ 939224 h 3047670"/>
              <a:gd name="GluePoint2981X" fmla="*/ 2800836 w 3044273"/>
              <a:gd name="GluePoint2981Y" fmla="*/ 945630 h 3047670"/>
              <a:gd name="GluePoint2982X" fmla="*/ 2794429 w 3044273"/>
              <a:gd name="GluePoint2982Y" fmla="*/ 952036 h 3047670"/>
              <a:gd name="GluePoint2983X" fmla="*/ 2788022 w 3044273"/>
              <a:gd name="GluePoint2983Y" fmla="*/ 945630 h 3047670"/>
              <a:gd name="GluePoint2984X" fmla="*/ 2794429 w 3044273"/>
              <a:gd name="GluePoint2984Y" fmla="*/ 939224 h 3047670"/>
              <a:gd name="GluePoint2985X" fmla="*/ 938092 w 3044273"/>
              <a:gd name="GluePoint2985Y" fmla="*/ 938720 h 3047670"/>
              <a:gd name="GluePoint2986X" fmla="*/ 962461 w 3044273"/>
              <a:gd name="GluePoint2986Y" fmla="*/ 962964 h 3047670"/>
              <a:gd name="GluePoint2987X" fmla="*/ 938217 w 3044273"/>
              <a:gd name="GluePoint2987Y" fmla="*/ 987334 h 3047670"/>
              <a:gd name="GluePoint2988X" fmla="*/ 913722 w 3044273"/>
              <a:gd name="GluePoint2988Y" fmla="*/ 963089 h 3047670"/>
              <a:gd name="GluePoint2989X" fmla="*/ 938092 w 3044273"/>
              <a:gd name="GluePoint2989Y" fmla="*/ 938720 h 3047670"/>
              <a:gd name="GluePoint2990X" fmla="*/ 2362690 w 3044273"/>
              <a:gd name="GluePoint2990Y" fmla="*/ 933570 h 3047670"/>
              <a:gd name="GluePoint2991X" fmla="*/ 2396229 w 3044273"/>
              <a:gd name="GluePoint2991Y" fmla="*/ 966858 h 3047670"/>
              <a:gd name="GluePoint2992X" fmla="*/ 2362941 w 3044273"/>
              <a:gd name="GluePoint2992Y" fmla="*/ 1000397 h 3047670"/>
              <a:gd name="GluePoint2993X" fmla="*/ 2329403 w 3044273"/>
              <a:gd name="GluePoint2993Y" fmla="*/ 967108 h 3047670"/>
              <a:gd name="GluePoint2994X" fmla="*/ 2362690 w 3044273"/>
              <a:gd name="GluePoint2994Y" fmla="*/ 933570 h 3047670"/>
              <a:gd name="GluePoint2995X" fmla="*/ 2101287 w 3044273"/>
              <a:gd name="GluePoint2995Y" fmla="*/ 933193 h 3047670"/>
              <a:gd name="GluePoint2996X" fmla="*/ 2127037 w 3044273"/>
              <a:gd name="GluePoint2996Y" fmla="*/ 958818 h 3047670"/>
              <a:gd name="GluePoint2997X" fmla="*/ 2101412 w 3044273"/>
              <a:gd name="GluePoint2997Y" fmla="*/ 984569 h 3047670"/>
              <a:gd name="GluePoint2998X" fmla="*/ 2075661 w 3044273"/>
              <a:gd name="GluePoint2998Y" fmla="*/ 958944 h 3047670"/>
              <a:gd name="GluePoint2999X" fmla="*/ 2101287 w 3044273"/>
              <a:gd name="GluePoint2999Y" fmla="*/ 933193 h 3047670"/>
              <a:gd name="GluePoint3000X" fmla="*/ 149982 w 3044273"/>
              <a:gd name="GluePoint3000Y" fmla="*/ 931684 h 3047670"/>
              <a:gd name="GluePoint3001X" fmla="*/ 151490 w 3044273"/>
              <a:gd name="GluePoint3001Y" fmla="*/ 933191 h 3047670"/>
              <a:gd name="GluePoint3002X" fmla="*/ 149982 w 3044273"/>
              <a:gd name="GluePoint3002Y" fmla="*/ 934699 h 3047670"/>
              <a:gd name="GluePoint3003X" fmla="*/ 148350 w 3044273"/>
              <a:gd name="GluePoint3003Y" fmla="*/ 933191 h 3047670"/>
              <a:gd name="GluePoint3004X" fmla="*/ 149982 w 3044273"/>
              <a:gd name="GluePoint3004Y" fmla="*/ 931684 h 3047670"/>
              <a:gd name="GluePoint3005X" fmla="*/ 577577 w 3044273"/>
              <a:gd name="GluePoint3005Y" fmla="*/ 929676 h 3047670"/>
              <a:gd name="GluePoint3006X" fmla="*/ 596923 w 3044273"/>
              <a:gd name="GluePoint3006Y" fmla="*/ 948895 h 3047670"/>
              <a:gd name="GluePoint3007X" fmla="*/ 577704 w 3044273"/>
              <a:gd name="GluePoint3007Y" fmla="*/ 968241 h 3047670"/>
              <a:gd name="GluePoint3008X" fmla="*/ 558358 w 3044273"/>
              <a:gd name="GluePoint3008Y" fmla="*/ 949022 h 3047670"/>
              <a:gd name="GluePoint3009X" fmla="*/ 577577 w 3044273"/>
              <a:gd name="GluePoint3009Y" fmla="*/ 929676 h 3047670"/>
              <a:gd name="GluePoint3010X" fmla="*/ 1392439 w 3044273"/>
              <a:gd name="GluePoint3010Y" fmla="*/ 926535 h 3047670"/>
              <a:gd name="GluePoint3011X" fmla="*/ 1401358 w 3044273"/>
              <a:gd name="GluePoint3011Y" fmla="*/ 935328 h 3047670"/>
              <a:gd name="GluePoint3012X" fmla="*/ 1392566 w 3044273"/>
              <a:gd name="GluePoint3012Y" fmla="*/ 944246 h 3047670"/>
              <a:gd name="GluePoint3013X" fmla="*/ 1383647 w 3044273"/>
              <a:gd name="GluePoint3013Y" fmla="*/ 935453 h 3047670"/>
              <a:gd name="GluePoint3014X" fmla="*/ 1392439 w 3044273"/>
              <a:gd name="GluePoint3014Y" fmla="*/ 926535 h 3047670"/>
              <a:gd name="GluePoint3015X" fmla="*/ 1646811 w 3044273"/>
              <a:gd name="GluePoint3015Y" fmla="*/ 925782 h 3047670"/>
              <a:gd name="GluePoint3016X" fmla="*/ 1655478 w 3044273"/>
              <a:gd name="GluePoint3016Y" fmla="*/ 934449 h 3047670"/>
              <a:gd name="GluePoint3017X" fmla="*/ 1646811 w 3044273"/>
              <a:gd name="GluePoint3017Y" fmla="*/ 943117 h 3047670"/>
              <a:gd name="GluePoint3018X" fmla="*/ 1638144 w 3044273"/>
              <a:gd name="GluePoint3018Y" fmla="*/ 934575 h 3047670"/>
              <a:gd name="GluePoint3019X" fmla="*/ 1646811 w 3044273"/>
              <a:gd name="GluePoint3019Y" fmla="*/ 925782 h 3047670"/>
              <a:gd name="GluePoint3020X" fmla="*/ 1115209 w 3044273"/>
              <a:gd name="GluePoint3020Y" fmla="*/ 925155 h 3047670"/>
              <a:gd name="GluePoint3021X" fmla="*/ 1135810 w 3044273"/>
              <a:gd name="GluePoint3021Y" fmla="*/ 945631 h 3047670"/>
              <a:gd name="GluePoint3022X" fmla="*/ 1115334 w 3044273"/>
              <a:gd name="GluePoint3022Y" fmla="*/ 966232 h 3047670"/>
              <a:gd name="GluePoint3023X" fmla="*/ 1094733 w 3044273"/>
              <a:gd name="GluePoint3023Y" fmla="*/ 945756 h 3047670"/>
              <a:gd name="GluePoint3024X" fmla="*/ 1115209 w 3044273"/>
              <a:gd name="GluePoint3024Y" fmla="*/ 925155 h 3047670"/>
              <a:gd name="GluePoint3025X" fmla="*/ 2889140 w 3044273"/>
              <a:gd name="GluePoint3025Y" fmla="*/ 920882 h 3047670"/>
              <a:gd name="GluePoint3026X" fmla="*/ 2891652 w 3044273"/>
              <a:gd name="GluePoint3026Y" fmla="*/ 923269 h 3047670"/>
              <a:gd name="GluePoint3027X" fmla="*/ 2889267 w 3044273"/>
              <a:gd name="GluePoint3027Y" fmla="*/ 925656 h 3047670"/>
              <a:gd name="GluePoint3028X" fmla="*/ 2886880 w 3044273"/>
              <a:gd name="GluePoint3028Y" fmla="*/ 923269 h 3047670"/>
              <a:gd name="GluePoint3029X" fmla="*/ 2889140 w 3044273"/>
              <a:gd name="GluePoint3029Y" fmla="*/ 920882 h 3047670"/>
              <a:gd name="GluePoint3030X" fmla="*/ 1923917 w 3044273"/>
              <a:gd name="GluePoint3030Y" fmla="*/ 920253 h 3047670"/>
              <a:gd name="GluePoint3031X" fmla="*/ 1946402 w 3044273"/>
              <a:gd name="GluePoint3031Y" fmla="*/ 942486 h 3047670"/>
              <a:gd name="GluePoint3032X" fmla="*/ 1924169 w 3044273"/>
              <a:gd name="GluePoint3032Y" fmla="*/ 964971 h 3047670"/>
              <a:gd name="GluePoint3033X" fmla="*/ 1901683 w 3044273"/>
              <a:gd name="GluePoint3033Y" fmla="*/ 942738 h 3047670"/>
              <a:gd name="GluePoint3034X" fmla="*/ 1923917 w 3044273"/>
              <a:gd name="GluePoint3034Y" fmla="*/ 920253 h 3047670"/>
              <a:gd name="GluePoint3035X" fmla="*/ 2461800 w 3044273"/>
              <a:gd name="GluePoint3035Y" fmla="*/ 918622 h 3047670"/>
              <a:gd name="GluePoint3036X" fmla="*/ 2485289 w 3044273"/>
              <a:gd name="GluePoint3036Y" fmla="*/ 941986 h 3047670"/>
              <a:gd name="GluePoint3037X" fmla="*/ 2461925 w 3044273"/>
              <a:gd name="GluePoint3037Y" fmla="*/ 965476 h 3047670"/>
              <a:gd name="GluePoint3038X" fmla="*/ 2438310 w 3044273"/>
              <a:gd name="GluePoint3038Y" fmla="*/ 942112 h 3047670"/>
              <a:gd name="GluePoint3039X" fmla="*/ 2461800 w 3044273"/>
              <a:gd name="GluePoint3039Y" fmla="*/ 918622 h 3047670"/>
              <a:gd name="GluePoint3040X" fmla="*/ 1562272 w 3044273"/>
              <a:gd name="GluePoint3040Y" fmla="*/ 916234 h 3047670"/>
              <a:gd name="GluePoint3041X" fmla="*/ 1570060 w 3044273"/>
              <a:gd name="GluePoint3041Y" fmla="*/ 923897 h 3047670"/>
              <a:gd name="GluePoint3042X" fmla="*/ 1562272 w 3044273"/>
              <a:gd name="GluePoint3042Y" fmla="*/ 931685 h 3047670"/>
              <a:gd name="GluePoint3043X" fmla="*/ 1554483 w 3044273"/>
              <a:gd name="GluePoint3043Y" fmla="*/ 923897 h 3047670"/>
              <a:gd name="GluePoint3044X" fmla="*/ 1562272 w 3044273"/>
              <a:gd name="GluePoint3044Y" fmla="*/ 916234 h 3047670"/>
              <a:gd name="GluePoint3045X" fmla="*/ 1476980 w 3044273"/>
              <a:gd name="GluePoint3045Y" fmla="*/ 915356 h 3047670"/>
              <a:gd name="GluePoint3046X" fmla="*/ 1485897 w 3044273"/>
              <a:gd name="GluePoint3046Y" fmla="*/ 924149 h 3047670"/>
              <a:gd name="GluePoint3047X" fmla="*/ 1477105 w 3044273"/>
              <a:gd name="GluePoint3047Y" fmla="*/ 933066 h 3047670"/>
              <a:gd name="GluePoint3048X" fmla="*/ 1468186 w 3044273"/>
              <a:gd name="GluePoint3048Y" fmla="*/ 924274 h 3047670"/>
              <a:gd name="GluePoint3049X" fmla="*/ 1476980 w 3044273"/>
              <a:gd name="GluePoint3049Y" fmla="*/ 915356 h 3047670"/>
              <a:gd name="GluePoint3050X" fmla="*/ 55143 w 3044273"/>
              <a:gd name="GluePoint3050Y" fmla="*/ 910959 h 3047670"/>
              <a:gd name="GluePoint3051X" fmla="*/ 55771 w 3044273"/>
              <a:gd name="GluePoint3051Y" fmla="*/ 911587 h 3047670"/>
              <a:gd name="GluePoint3052X" fmla="*/ 55143 w 3044273"/>
              <a:gd name="GluePoint3052Y" fmla="*/ 912215 h 3047670"/>
              <a:gd name="GluePoint3053X" fmla="*/ 54516 w 3044273"/>
              <a:gd name="GluePoint3053Y" fmla="*/ 911587 h 3047670"/>
              <a:gd name="GluePoint3054X" fmla="*/ 55143 w 3044273"/>
              <a:gd name="GluePoint3054Y" fmla="*/ 910959 h 3047670"/>
              <a:gd name="GluePoint3055X" fmla="*/ 479471 w 3044273"/>
              <a:gd name="GluePoint3055Y" fmla="*/ 908698 h 3047670"/>
              <a:gd name="GluePoint3056X" fmla="*/ 496178 w 3044273"/>
              <a:gd name="GluePoint3056Y" fmla="*/ 925279 h 3047670"/>
              <a:gd name="GluePoint3057X" fmla="*/ 479597 w 3044273"/>
              <a:gd name="GluePoint3057Y" fmla="*/ 941986 h 3047670"/>
              <a:gd name="GluePoint3058X" fmla="*/ 462890 w 3044273"/>
              <a:gd name="GluePoint3058Y" fmla="*/ 925405 h 3047670"/>
              <a:gd name="GluePoint3059X" fmla="*/ 479471 w 3044273"/>
              <a:gd name="GluePoint3059Y" fmla="*/ 908698 h 3047670"/>
              <a:gd name="GluePoint3060X" fmla="*/ 832826 w 3044273"/>
              <a:gd name="GluePoint3060Y" fmla="*/ 902543 h 3047670"/>
              <a:gd name="GluePoint3061X" fmla="*/ 864104 w 3044273"/>
              <a:gd name="GluePoint3061Y" fmla="*/ 933696 h 3047670"/>
              <a:gd name="GluePoint3062X" fmla="*/ 832951 w 3044273"/>
              <a:gd name="GluePoint3062Y" fmla="*/ 964974 h 3047670"/>
              <a:gd name="GluePoint3063X" fmla="*/ 801674 w 3044273"/>
              <a:gd name="GluePoint3063Y" fmla="*/ 933821 h 3047670"/>
              <a:gd name="GluePoint3064X" fmla="*/ 832826 w 3044273"/>
              <a:gd name="GluePoint3064Y" fmla="*/ 902543 h 3047670"/>
              <a:gd name="GluePoint3065X" fmla="*/ 2559654 w 3044273"/>
              <a:gd name="GluePoint3065Y" fmla="*/ 900533 h 3047670"/>
              <a:gd name="GluePoint3066X" fmla="*/ 2576990 w 3044273"/>
              <a:gd name="GluePoint3066Y" fmla="*/ 917741 h 3047670"/>
              <a:gd name="GluePoint3067X" fmla="*/ 2559781 w 3044273"/>
              <a:gd name="GluePoint3067Y" fmla="*/ 935076 h 3047670"/>
              <a:gd name="GluePoint3068X" fmla="*/ 2542445 w 3044273"/>
              <a:gd name="GluePoint3068Y" fmla="*/ 917867 h 3047670"/>
              <a:gd name="GluePoint3069X" fmla="*/ 2559654 w 3044273"/>
              <a:gd name="GluePoint3069Y" fmla="*/ 900533 h 3047670"/>
              <a:gd name="GluePoint3070X" fmla="*/ 2206301 w 3044273"/>
              <a:gd name="GluePoint3070Y" fmla="*/ 897896 h 3047670"/>
              <a:gd name="GluePoint3071X" fmla="*/ 2237201 w 3044273"/>
              <a:gd name="GluePoint3071Y" fmla="*/ 928546 h 3047670"/>
              <a:gd name="GluePoint3072X" fmla="*/ 2206551 w 3044273"/>
              <a:gd name="GluePoint3072Y" fmla="*/ 959447 h 3047670"/>
              <a:gd name="GluePoint3073X" fmla="*/ 2175651 w 3044273"/>
              <a:gd name="GluePoint3073Y" fmla="*/ 928797 h 3047670"/>
              <a:gd name="GluePoint3074X" fmla="*/ 2206301 w 3044273"/>
              <a:gd name="GluePoint3074Y" fmla="*/ 897896 h 3047670"/>
              <a:gd name="GluePoint3075X" fmla="*/ 381870 w 3044273"/>
              <a:gd name="GluePoint3075Y" fmla="*/ 889352 h 3047670"/>
              <a:gd name="GluePoint3076X" fmla="*/ 395059 w 3044273"/>
              <a:gd name="GluePoint3076Y" fmla="*/ 902416 h 3047670"/>
              <a:gd name="GluePoint3077X" fmla="*/ 381995 w 3044273"/>
              <a:gd name="GluePoint3077Y" fmla="*/ 915480 h 3047670"/>
              <a:gd name="GluePoint3078X" fmla="*/ 368931 w 3044273"/>
              <a:gd name="GluePoint3078Y" fmla="*/ 902416 h 3047670"/>
              <a:gd name="GluePoint3079X" fmla="*/ 381870 w 3044273"/>
              <a:gd name="GluePoint3079Y" fmla="*/ 889352 h 3047670"/>
              <a:gd name="GluePoint3080X" fmla="*/ 1849303 w 3044273"/>
              <a:gd name="GluePoint3080Y" fmla="*/ 885082 h 3047670"/>
              <a:gd name="GluePoint3081X" fmla="*/ 1866009 w 3044273"/>
              <a:gd name="GluePoint3081Y" fmla="*/ 901663 h 3047670"/>
              <a:gd name="GluePoint3082X" fmla="*/ 1849428 w 3044273"/>
              <a:gd name="GluePoint3082Y" fmla="*/ 918370 h 3047670"/>
              <a:gd name="GluePoint3083X" fmla="*/ 1832721 w 3044273"/>
              <a:gd name="GluePoint3083Y" fmla="*/ 901789 h 3047670"/>
              <a:gd name="GluePoint3084X" fmla="*/ 1849303 w 3044273"/>
              <a:gd name="GluePoint3084Y" fmla="*/ 885082 h 3047670"/>
              <a:gd name="GluePoint3085X" fmla="*/ 1189572 w 3044273"/>
              <a:gd name="GluePoint3085Y" fmla="*/ 883575 h 3047670"/>
              <a:gd name="GluePoint3086X" fmla="*/ 1210300 w 3044273"/>
              <a:gd name="GluePoint3086Y" fmla="*/ 904051 h 3047670"/>
              <a:gd name="GluePoint3087X" fmla="*/ 1189824 w 3044273"/>
              <a:gd name="GluePoint3087Y" fmla="*/ 924652 h 3047670"/>
              <a:gd name="GluePoint3088X" fmla="*/ 1169223 w 3044273"/>
              <a:gd name="GluePoint3088Y" fmla="*/ 904176 h 3047670"/>
              <a:gd name="GluePoint3089X" fmla="*/ 1189572 w 3044273"/>
              <a:gd name="GluePoint3089Y" fmla="*/ 883575 h 3047670"/>
              <a:gd name="GluePoint3090X" fmla="*/ 2657007 w 3044273"/>
              <a:gd name="GluePoint3090Y" fmla="*/ 881440 h 3047670"/>
              <a:gd name="GluePoint3091X" fmla="*/ 2669693 w 3044273"/>
              <a:gd name="GluePoint3091Y" fmla="*/ 894001 h 3047670"/>
              <a:gd name="GluePoint3092X" fmla="*/ 2657132 w 3044273"/>
              <a:gd name="GluePoint3092Y" fmla="*/ 906688 h 3047670"/>
              <a:gd name="GluePoint3093X" fmla="*/ 2644445 w 3044273"/>
              <a:gd name="GluePoint3093Y" fmla="*/ 894127 h 3047670"/>
              <a:gd name="GluePoint3094X" fmla="*/ 2657007 w 3044273"/>
              <a:gd name="GluePoint3094Y" fmla="*/ 881440 h 3047670"/>
              <a:gd name="GluePoint3095X" fmla="*/ 729570 w 3044273"/>
              <a:gd name="GluePoint3095Y" fmla="*/ 879178 h 3047670"/>
              <a:gd name="GluePoint3096X" fmla="*/ 756703 w 3044273"/>
              <a:gd name="GluePoint3096Y" fmla="*/ 906059 h 3047670"/>
              <a:gd name="GluePoint3097X" fmla="*/ 729822 w 3044273"/>
              <a:gd name="GluePoint3097Y" fmla="*/ 933192 h 3047670"/>
              <a:gd name="GluePoint3098X" fmla="*/ 702689 w 3044273"/>
              <a:gd name="GluePoint3098Y" fmla="*/ 906311 h 3047670"/>
              <a:gd name="GluePoint3099X" fmla="*/ 729570 w 3044273"/>
              <a:gd name="GluePoint3099Y" fmla="*/ 879178 h 3047670"/>
              <a:gd name="GluePoint3100X" fmla="*/ 2035842 w 3044273"/>
              <a:gd name="GluePoint3100Y" fmla="*/ 877922 h 3047670"/>
              <a:gd name="GluePoint3101X" fmla="*/ 2062221 w 3044273"/>
              <a:gd name="GluePoint3101Y" fmla="*/ 904175 h 3047670"/>
              <a:gd name="GluePoint3102X" fmla="*/ 2035967 w 3044273"/>
              <a:gd name="GluePoint3102Y" fmla="*/ 930555 h 3047670"/>
              <a:gd name="GluePoint3103X" fmla="*/ 2009461 w 3044273"/>
              <a:gd name="GluePoint3103Y" fmla="*/ 904301 h 3047670"/>
              <a:gd name="GluePoint3104X" fmla="*/ 2035842 w 3044273"/>
              <a:gd name="GluePoint3104Y" fmla="*/ 877922 h 3047670"/>
              <a:gd name="GluePoint3105X" fmla="*/ 1003160 w 3044273"/>
              <a:gd name="GluePoint3105Y" fmla="*/ 877168 h 3047670"/>
              <a:gd name="GluePoint3106X" fmla="*/ 1034061 w 3044273"/>
              <a:gd name="GluePoint3106Y" fmla="*/ 907818 h 3047670"/>
              <a:gd name="GluePoint3107X" fmla="*/ 1003411 w 3044273"/>
              <a:gd name="GluePoint3107Y" fmla="*/ 938720 h 3047670"/>
              <a:gd name="GluePoint3108X" fmla="*/ 972510 w 3044273"/>
              <a:gd name="GluePoint3108Y" fmla="*/ 908068 h 3047670"/>
              <a:gd name="GluePoint3109X" fmla="*/ 1003160 w 3044273"/>
              <a:gd name="GluePoint3109Y" fmla="*/ 877168 h 3047670"/>
              <a:gd name="GluePoint3110X" fmla="*/ 285145 w 3044273"/>
              <a:gd name="GluePoint3110Y" fmla="*/ 870134 h 3047670"/>
              <a:gd name="GluePoint3111X" fmla="*/ 294692 w 3044273"/>
              <a:gd name="GluePoint3111Y" fmla="*/ 879555 h 3047670"/>
              <a:gd name="GluePoint3112X" fmla="*/ 285145 w 3044273"/>
              <a:gd name="GluePoint3112Y" fmla="*/ 889102 h 3047670"/>
              <a:gd name="GluePoint3113X" fmla="*/ 275598 w 3044273"/>
              <a:gd name="GluePoint3113Y" fmla="*/ 879680 h 3047670"/>
              <a:gd name="GluePoint3114X" fmla="*/ 285145 w 3044273"/>
              <a:gd name="GluePoint3114Y" fmla="*/ 870134 h 3047670"/>
              <a:gd name="GluePoint3115X" fmla="*/ 2309304 w 3044273"/>
              <a:gd name="GluePoint3115Y" fmla="*/ 869130 h 3047670"/>
              <a:gd name="GluePoint3116X" fmla="*/ 2340834 w 3044273"/>
              <a:gd name="GluePoint3116Y" fmla="*/ 900408 h 3047670"/>
              <a:gd name="GluePoint3117X" fmla="*/ 2309555 w 3044273"/>
              <a:gd name="GluePoint3117Y" fmla="*/ 931938 h 3047670"/>
              <a:gd name="GluePoint3118X" fmla="*/ 2278027 w 3044273"/>
              <a:gd name="GluePoint3118Y" fmla="*/ 900659 h 3047670"/>
              <a:gd name="GluePoint3119X" fmla="*/ 2309304 w 3044273"/>
              <a:gd name="GluePoint3119Y" fmla="*/ 869130 h 3047670"/>
              <a:gd name="GluePoint3120X" fmla="*/ 2753729 w 3044273"/>
              <a:gd name="GluePoint3120Y" fmla="*/ 864356 h 3047670"/>
              <a:gd name="GluePoint3121X" fmla="*/ 2760134 w 3044273"/>
              <a:gd name="GluePoint3121Y" fmla="*/ 870762 h 3047670"/>
              <a:gd name="GluePoint3122X" fmla="*/ 2753729 w 3044273"/>
              <a:gd name="GluePoint3122Y" fmla="*/ 877168 h 3047670"/>
              <a:gd name="GluePoint3123X" fmla="*/ 2747322 w 3044273"/>
              <a:gd name="GluePoint3123Y" fmla="*/ 870762 h 3047670"/>
              <a:gd name="GluePoint3124X" fmla="*/ 2753729 w 3044273"/>
              <a:gd name="GluePoint3124Y" fmla="*/ 864356 h 3047670"/>
              <a:gd name="GluePoint3125X" fmla="*/ 627948 w 3044273"/>
              <a:gd name="GluePoint3125Y" fmla="*/ 857070 h 3047670"/>
              <a:gd name="GluePoint3126X" fmla="*/ 651061 w 3044273"/>
              <a:gd name="GluePoint3126Y" fmla="*/ 880058 h 3047670"/>
              <a:gd name="GluePoint3127X" fmla="*/ 628073 w 3044273"/>
              <a:gd name="GluePoint3127Y" fmla="*/ 903172 h 3047670"/>
              <a:gd name="GluePoint3128X" fmla="*/ 604960 w 3044273"/>
              <a:gd name="GluePoint3128Y" fmla="*/ 880184 h 3047670"/>
              <a:gd name="GluePoint3129X" fmla="*/ 627948 w 3044273"/>
              <a:gd name="GluePoint3129Y" fmla="*/ 857070 h 3047670"/>
              <a:gd name="GluePoint3130X" fmla="*/ 1268208 w 3044273"/>
              <a:gd name="GluePoint3130Y" fmla="*/ 855310 h 3047670"/>
              <a:gd name="GluePoint3131X" fmla="*/ 1284160 w 3044273"/>
              <a:gd name="GluePoint3131Y" fmla="*/ 871138 h 3047670"/>
              <a:gd name="GluePoint3132X" fmla="*/ 1268333 w 3044273"/>
              <a:gd name="GluePoint3132Y" fmla="*/ 887092 h 3047670"/>
              <a:gd name="GluePoint3133X" fmla="*/ 1252379 w 3044273"/>
              <a:gd name="GluePoint3133Y" fmla="*/ 871264 h 3047670"/>
              <a:gd name="GluePoint3134X" fmla="*/ 1268208 w 3044273"/>
              <a:gd name="GluePoint3134Y" fmla="*/ 855310 h 3047670"/>
              <a:gd name="GluePoint3135X" fmla="*/ 188798 w 3044273"/>
              <a:gd name="GluePoint3135Y" fmla="*/ 853427 h 3047670"/>
              <a:gd name="GluePoint3136X" fmla="*/ 192566 w 3044273"/>
              <a:gd name="GluePoint3136Y" fmla="*/ 857195 h 3047670"/>
              <a:gd name="GluePoint3137X" fmla="*/ 188798 w 3044273"/>
              <a:gd name="GluePoint3137Y" fmla="*/ 860964 h 3047670"/>
              <a:gd name="GluePoint3138X" fmla="*/ 185029 w 3044273"/>
              <a:gd name="GluePoint3138Y" fmla="*/ 857195 h 3047670"/>
              <a:gd name="GluePoint3139X" fmla="*/ 188798 w 3044273"/>
              <a:gd name="GluePoint3139Y" fmla="*/ 853427 h 3047670"/>
              <a:gd name="GluePoint3140X" fmla="*/ 1770417 w 3044273"/>
              <a:gd name="GluePoint3140Y" fmla="*/ 852799 h 3047670"/>
              <a:gd name="GluePoint3141X" fmla="*/ 1787123 w 3044273"/>
              <a:gd name="GluePoint3141Y" fmla="*/ 869380 h 3047670"/>
              <a:gd name="GluePoint3142X" fmla="*/ 1770542 w 3044273"/>
              <a:gd name="GluePoint3142Y" fmla="*/ 886087 h 3047670"/>
              <a:gd name="GluePoint3143X" fmla="*/ 1753835 w 3044273"/>
              <a:gd name="GluePoint3143Y" fmla="*/ 869506 h 3047670"/>
              <a:gd name="GluePoint3144X" fmla="*/ 1770417 w 3044273"/>
              <a:gd name="GluePoint3144Y" fmla="*/ 852799 h 3047670"/>
              <a:gd name="GluePoint3145X" fmla="*/ 2849949 w 3044273"/>
              <a:gd name="GluePoint3145Y" fmla="*/ 846141 h 3047670"/>
              <a:gd name="GluePoint3146X" fmla="*/ 2851456 w 3044273"/>
              <a:gd name="GluePoint3146Y" fmla="*/ 847648 h 3047670"/>
              <a:gd name="GluePoint3147X" fmla="*/ 2849949 w 3044273"/>
              <a:gd name="GluePoint3147Y" fmla="*/ 849156 h 3047670"/>
              <a:gd name="GluePoint3148X" fmla="*/ 2848316 w 3044273"/>
              <a:gd name="GluePoint3148Y" fmla="*/ 847648 h 3047670"/>
              <a:gd name="GluePoint3149X" fmla="*/ 2849949 w 3044273"/>
              <a:gd name="GluePoint3149Y" fmla="*/ 846141 h 3047670"/>
              <a:gd name="GluePoint3150X" fmla="*/ 2410674 w 3044273"/>
              <a:gd name="GluePoint3150Y" fmla="*/ 844885 h 3047670"/>
              <a:gd name="GluePoint3151X" fmla="*/ 2439566 w 3044273"/>
              <a:gd name="GluePoint3151Y" fmla="*/ 873525 h 3047670"/>
              <a:gd name="GluePoint3152X" fmla="*/ 2410925 w 3044273"/>
              <a:gd name="GluePoint3152Y" fmla="*/ 902416 h 3047670"/>
              <a:gd name="GluePoint3153X" fmla="*/ 2382034 w 3044273"/>
              <a:gd name="GluePoint3153Y" fmla="*/ 873776 h 3047670"/>
              <a:gd name="GluePoint3154X" fmla="*/ 2410674 w 3044273"/>
              <a:gd name="GluePoint3154Y" fmla="*/ 844885 h 3047670"/>
              <a:gd name="GluePoint3155X" fmla="*/ 894126 w 3044273"/>
              <a:gd name="GluePoint3155Y" fmla="*/ 843378 h 3047670"/>
              <a:gd name="GluePoint3156X" fmla="*/ 925405 w 3044273"/>
              <a:gd name="GluePoint3156Y" fmla="*/ 874404 h 3047670"/>
              <a:gd name="GluePoint3157X" fmla="*/ 894378 w 3044273"/>
              <a:gd name="GluePoint3157Y" fmla="*/ 905684 h 3047670"/>
              <a:gd name="GluePoint3158X" fmla="*/ 863100 w 3044273"/>
              <a:gd name="GluePoint3158Y" fmla="*/ 874656 h 3047670"/>
              <a:gd name="GluePoint3159X" fmla="*/ 894126 w 3044273"/>
              <a:gd name="GluePoint3159Y" fmla="*/ 843378 h 3047670"/>
              <a:gd name="GluePoint3160X" fmla="*/ 2144497 w 3044273"/>
              <a:gd name="GluePoint3160Y" fmla="*/ 840867 h 3047670"/>
              <a:gd name="GluePoint3161X" fmla="*/ 2173765 w 3044273"/>
              <a:gd name="GluePoint3161Y" fmla="*/ 870010 h 3047670"/>
              <a:gd name="GluePoint3162X" fmla="*/ 2144623 w 3044273"/>
              <a:gd name="GluePoint3162Y" fmla="*/ 899278 h 3047670"/>
              <a:gd name="GluePoint3163X" fmla="*/ 2115355 w 3044273"/>
              <a:gd name="GluePoint3163Y" fmla="*/ 870135 h 3047670"/>
              <a:gd name="GluePoint3164X" fmla="*/ 2144497 w 3044273"/>
              <a:gd name="GluePoint3164Y" fmla="*/ 840867 h 3047670"/>
              <a:gd name="GluePoint3165X" fmla="*/ 527582 w 3044273"/>
              <a:gd name="GluePoint3165Y" fmla="*/ 838353 h 3047670"/>
              <a:gd name="GluePoint3166X" fmla="*/ 544289 w 3044273"/>
              <a:gd name="GluePoint3166Y" fmla="*/ 854934 h 3047670"/>
              <a:gd name="GluePoint3167X" fmla="*/ 527707 w 3044273"/>
              <a:gd name="GluePoint3167Y" fmla="*/ 871641 h 3047670"/>
              <a:gd name="GluePoint3168X" fmla="*/ 511001 w 3044273"/>
              <a:gd name="GluePoint3168Y" fmla="*/ 855060 h 3047670"/>
              <a:gd name="GluePoint3169X" fmla="*/ 527582 w 3044273"/>
              <a:gd name="GluePoint3169Y" fmla="*/ 838353 h 3047670"/>
              <a:gd name="GluePoint3170X" fmla="*/ 92827 w 3044273"/>
              <a:gd name="GluePoint3170Y" fmla="*/ 833706 h 3047670"/>
              <a:gd name="GluePoint3171X" fmla="*/ 94210 w 3044273"/>
              <a:gd name="GluePoint3171Y" fmla="*/ 835088 h 3047670"/>
              <a:gd name="GluePoint3172X" fmla="*/ 92954 w 3044273"/>
              <a:gd name="GluePoint3172Y" fmla="*/ 836343 h 3047670"/>
              <a:gd name="GluePoint3173X" fmla="*/ 91572 w 3044273"/>
              <a:gd name="GluePoint3173Y" fmla="*/ 835088 h 3047670"/>
              <a:gd name="GluePoint3174X" fmla="*/ 92827 w 3044273"/>
              <a:gd name="GluePoint3174Y" fmla="*/ 833706 h 3047670"/>
              <a:gd name="GluePoint3175X" fmla="*/ 1073379 w 3044273"/>
              <a:gd name="GluePoint3175Y" fmla="*/ 833204 h 3047670"/>
              <a:gd name="GluePoint3176X" fmla="*/ 1100010 w 3044273"/>
              <a:gd name="GluePoint3176Y" fmla="*/ 859709 h 3047670"/>
              <a:gd name="GluePoint3177X" fmla="*/ 1073505 w 3044273"/>
              <a:gd name="GluePoint3177Y" fmla="*/ 886339 h 3047670"/>
              <a:gd name="GluePoint3178X" fmla="*/ 1046874 w 3044273"/>
              <a:gd name="GluePoint3178Y" fmla="*/ 859834 h 3047670"/>
              <a:gd name="GluePoint3179X" fmla="*/ 1073379 w 3044273"/>
              <a:gd name="GluePoint3179Y" fmla="*/ 833204 h 3047670"/>
              <a:gd name="GluePoint3180X" fmla="*/ 1965119 w 3044273"/>
              <a:gd name="GluePoint3180Y" fmla="*/ 830064 h 3047670"/>
              <a:gd name="GluePoint3181X" fmla="*/ 1991625 w 3044273"/>
              <a:gd name="GluePoint3181Y" fmla="*/ 856317 h 3047670"/>
              <a:gd name="GluePoint3182X" fmla="*/ 1965371 w 3044273"/>
              <a:gd name="GluePoint3182Y" fmla="*/ 882821 h 3047670"/>
              <a:gd name="GluePoint3183X" fmla="*/ 1938865 w 3044273"/>
              <a:gd name="GluePoint3183Y" fmla="*/ 856568 h 3047670"/>
              <a:gd name="GluePoint3184X" fmla="*/ 1965119 w 3044273"/>
              <a:gd name="GluePoint3184Y" fmla="*/ 830064 h 3047670"/>
              <a:gd name="GluePoint3185X" fmla="*/ 2510914 w 3044273"/>
              <a:gd name="GluePoint3185Y" fmla="*/ 829059 h 3047670"/>
              <a:gd name="GluePoint3186X" fmla="*/ 2529757 w 3044273"/>
              <a:gd name="GluePoint3186Y" fmla="*/ 847776 h 3047670"/>
              <a:gd name="GluePoint3187X" fmla="*/ 2511041 w 3044273"/>
              <a:gd name="GluePoint3187Y" fmla="*/ 866619 h 3047670"/>
              <a:gd name="GluePoint3188X" fmla="*/ 2492198 w 3044273"/>
              <a:gd name="GluePoint3188Y" fmla="*/ 847902 h 3047670"/>
              <a:gd name="GluePoint3189X" fmla="*/ 2510914 w 3044273"/>
              <a:gd name="GluePoint3189Y" fmla="*/ 829059 h 3047670"/>
              <a:gd name="GluePoint3190X" fmla="*/ 1350108 w 3044273"/>
              <a:gd name="GluePoint3190Y" fmla="*/ 825415 h 3047670"/>
              <a:gd name="GluePoint3191X" fmla="*/ 1372089 w 3044273"/>
              <a:gd name="GluePoint3191Y" fmla="*/ 847271 h 3047670"/>
              <a:gd name="GluePoint3192X" fmla="*/ 1350233 w 3044273"/>
              <a:gd name="GluePoint3192Y" fmla="*/ 869254 h 3047670"/>
              <a:gd name="GluePoint3193X" fmla="*/ 1328250 w 3044273"/>
              <a:gd name="GluePoint3193Y" fmla="*/ 847398 h 3047670"/>
              <a:gd name="GluePoint3194X" fmla="*/ 1350108 w 3044273"/>
              <a:gd name="GluePoint3194Y" fmla="*/ 825415 h 3047670"/>
              <a:gd name="GluePoint3195X" fmla="*/ 1688390 w 3044273"/>
              <a:gd name="GluePoint3195Y" fmla="*/ 823656 h 3047670"/>
              <a:gd name="GluePoint3196X" fmla="*/ 1710875 w 3044273"/>
              <a:gd name="GluePoint3196Y" fmla="*/ 845889 h 3047670"/>
              <a:gd name="GluePoint3197X" fmla="*/ 1688642 w 3044273"/>
              <a:gd name="GluePoint3197Y" fmla="*/ 868374 h 3047670"/>
              <a:gd name="GluePoint3198X" fmla="*/ 1666157 w 3044273"/>
              <a:gd name="GluePoint3198Y" fmla="*/ 846141 h 3047670"/>
              <a:gd name="GluePoint3199X" fmla="*/ 1688390 w 3044273"/>
              <a:gd name="GluePoint3199Y" fmla="*/ 823656 h 3047670"/>
              <a:gd name="GluePoint3200X" fmla="*/ 787730 w 3044273"/>
              <a:gd name="GluePoint3200Y" fmla="*/ 818883 h 3047670"/>
              <a:gd name="GluePoint3201X" fmla="*/ 812853 w 3044273"/>
              <a:gd name="GluePoint3201Y" fmla="*/ 843754 h 3047670"/>
              <a:gd name="GluePoint3202X" fmla="*/ 787982 w 3044273"/>
              <a:gd name="GluePoint3202Y" fmla="*/ 868877 h 3047670"/>
              <a:gd name="GluePoint3203X" fmla="*/ 762859 w 3044273"/>
              <a:gd name="GluePoint3203Y" fmla="*/ 844006 h 3047670"/>
              <a:gd name="GluePoint3204X" fmla="*/ 787730 w 3044273"/>
              <a:gd name="GluePoint3204Y" fmla="*/ 818883 h 3047670"/>
              <a:gd name="GluePoint3205X" fmla="*/ 428093 w 3044273"/>
              <a:gd name="GluePoint3205Y" fmla="*/ 817753 h 3047670"/>
              <a:gd name="GluePoint3206X" fmla="*/ 441032 w 3044273"/>
              <a:gd name="GluePoint3206Y" fmla="*/ 830566 h 3047670"/>
              <a:gd name="GluePoint3207X" fmla="*/ 428220 w 3044273"/>
              <a:gd name="GluePoint3207Y" fmla="*/ 843504 h 3047670"/>
              <a:gd name="GluePoint3208X" fmla="*/ 415407 w 3044273"/>
              <a:gd name="GluePoint3208Y" fmla="*/ 830692 h 3047670"/>
              <a:gd name="GluePoint3209X" fmla="*/ 428093 w 3044273"/>
              <a:gd name="GluePoint3209Y" fmla="*/ 817753 h 3047670"/>
              <a:gd name="GluePoint3210X" fmla="*/ 1434145 w 3044273"/>
              <a:gd name="GluePoint3210Y" fmla="*/ 812855 h 3047670"/>
              <a:gd name="GluePoint3211X" fmla="*/ 1454117 w 3044273"/>
              <a:gd name="GluePoint3211Y" fmla="*/ 832703 h 3047670"/>
              <a:gd name="GluePoint3212X" fmla="*/ 1434271 w 3044273"/>
              <a:gd name="GluePoint3212Y" fmla="*/ 852675 h 3047670"/>
              <a:gd name="GluePoint3213X" fmla="*/ 1414298 w 3044273"/>
              <a:gd name="GluePoint3213Y" fmla="*/ 832828 h 3047670"/>
              <a:gd name="GluePoint3214X" fmla="*/ 1434145 w 3044273"/>
              <a:gd name="GluePoint3214Y" fmla="*/ 812855 h 3047670"/>
              <a:gd name="GluePoint3215X" fmla="*/ 1604353 w 3044273"/>
              <a:gd name="GluePoint3215Y" fmla="*/ 812225 h 3047670"/>
              <a:gd name="GluePoint3216X" fmla="*/ 1624325 w 3044273"/>
              <a:gd name="GluePoint3216Y" fmla="*/ 832072 h 3047670"/>
              <a:gd name="GluePoint3217X" fmla="*/ 1604479 w 3044273"/>
              <a:gd name="GluePoint3217Y" fmla="*/ 852045 h 3047670"/>
              <a:gd name="GluePoint3218X" fmla="*/ 1584506 w 3044273"/>
              <a:gd name="GluePoint3218Y" fmla="*/ 832198 h 3047670"/>
              <a:gd name="GluePoint3219X" fmla="*/ 1604353 w 3044273"/>
              <a:gd name="GluePoint3219Y" fmla="*/ 812225 h 3047670"/>
              <a:gd name="GluePoint3220X" fmla="*/ 2250768 w 3044273"/>
              <a:gd name="GluePoint3220Y" fmla="*/ 811221 h 3047670"/>
              <a:gd name="GluePoint3221X" fmla="*/ 2278278 w 3044273"/>
              <a:gd name="GluePoint3221Y" fmla="*/ 838606 h 3047670"/>
              <a:gd name="GluePoint3222X" fmla="*/ 2250894 w 3044273"/>
              <a:gd name="GluePoint3222Y" fmla="*/ 866115 h 3047670"/>
              <a:gd name="GluePoint3223X" fmla="*/ 2223385 w 3044273"/>
              <a:gd name="GluePoint3223Y" fmla="*/ 838731 h 3047670"/>
              <a:gd name="GluePoint3224X" fmla="*/ 2250768 w 3044273"/>
              <a:gd name="GluePoint3224Y" fmla="*/ 811221 h 3047670"/>
              <a:gd name="GluePoint3225X" fmla="*/ 2610152 w 3044273"/>
              <a:gd name="GluePoint3225Y" fmla="*/ 810216 h 3047670"/>
              <a:gd name="GluePoint3226X" fmla="*/ 2622838 w 3044273"/>
              <a:gd name="GluePoint3226Y" fmla="*/ 822777 h 3047670"/>
              <a:gd name="GluePoint3227X" fmla="*/ 2610277 w 3044273"/>
              <a:gd name="GluePoint3227Y" fmla="*/ 835464 h 3047670"/>
              <a:gd name="GluePoint3228X" fmla="*/ 2597590 w 3044273"/>
              <a:gd name="GluePoint3228Y" fmla="*/ 822903 h 3047670"/>
              <a:gd name="GluePoint3229X" fmla="*/ 2610152 w 3044273"/>
              <a:gd name="GluePoint3229Y" fmla="*/ 810216 h 3047670"/>
              <a:gd name="GluePoint3230X" fmla="*/ 1519186 w 3044273"/>
              <a:gd name="GluePoint3230Y" fmla="*/ 808958 h 3047670"/>
              <a:gd name="GluePoint3231X" fmla="*/ 1538028 w 3044273"/>
              <a:gd name="GluePoint3231Y" fmla="*/ 827675 h 3047670"/>
              <a:gd name="GluePoint3232X" fmla="*/ 1519312 w 3044273"/>
              <a:gd name="GluePoint3232Y" fmla="*/ 846518 h 3047670"/>
              <a:gd name="GluePoint3233X" fmla="*/ 1500470 w 3044273"/>
              <a:gd name="GluePoint3233Y" fmla="*/ 827801 h 3047670"/>
              <a:gd name="GluePoint3234X" fmla="*/ 1519186 w 3044273"/>
              <a:gd name="GluePoint3234Y" fmla="*/ 808958 h 3047670"/>
              <a:gd name="GluePoint3235X" fmla="*/ 329611 w 3044273"/>
              <a:gd name="GluePoint3235Y" fmla="*/ 798157 h 3047670"/>
              <a:gd name="GluePoint3236X" fmla="*/ 338278 w 3044273"/>
              <a:gd name="GluePoint3236Y" fmla="*/ 806824 h 3047670"/>
              <a:gd name="GluePoint3237X" fmla="*/ 329737 w 3044273"/>
              <a:gd name="GluePoint3237Y" fmla="*/ 815491 h 3047670"/>
              <a:gd name="GluePoint3238X" fmla="*/ 321070 w 3044273"/>
              <a:gd name="GluePoint3238Y" fmla="*/ 806949 h 3047670"/>
              <a:gd name="GluePoint3239X" fmla="*/ 329611 w 3044273"/>
              <a:gd name="GluePoint3239Y" fmla="*/ 798157 h 3047670"/>
              <a:gd name="GluePoint3240X" fmla="*/ 683343 w 3044273"/>
              <a:gd name="GluePoint3240Y" fmla="*/ 792505 h 3047670"/>
              <a:gd name="GluePoint3241X" fmla="*/ 706205 w 3044273"/>
              <a:gd name="GluePoint3241Y" fmla="*/ 815241 h 3047670"/>
              <a:gd name="GluePoint3242X" fmla="*/ 683468 w 3044273"/>
              <a:gd name="GluePoint3242Y" fmla="*/ 838103 h 3047670"/>
              <a:gd name="GluePoint3243X" fmla="*/ 660607 w 3044273"/>
              <a:gd name="GluePoint3243Y" fmla="*/ 815367 h 3047670"/>
              <a:gd name="GluePoint3244X" fmla="*/ 683343 w 3044273"/>
              <a:gd name="GluePoint3244Y" fmla="*/ 792505 h 3047670"/>
              <a:gd name="GluePoint3245X" fmla="*/ 2708635 w 3044273"/>
              <a:gd name="GluePoint3245Y" fmla="*/ 789992 h 3047670"/>
              <a:gd name="GluePoint3246X" fmla="*/ 2717050 w 3044273"/>
              <a:gd name="GluePoint3246Y" fmla="*/ 798409 h 3047670"/>
              <a:gd name="GluePoint3247X" fmla="*/ 2708635 w 3044273"/>
              <a:gd name="GluePoint3247Y" fmla="*/ 806826 h 3047670"/>
              <a:gd name="GluePoint3248X" fmla="*/ 2700218 w 3044273"/>
              <a:gd name="GluePoint3248Y" fmla="*/ 798409 h 3047670"/>
              <a:gd name="GluePoint3249X" fmla="*/ 2708635 w 3044273"/>
              <a:gd name="GluePoint3249Y" fmla="*/ 789992 h 3047670"/>
              <a:gd name="GluePoint3250X" fmla="*/ 960575 w 3044273"/>
              <a:gd name="GluePoint3250Y" fmla="*/ 789741 h 3047670"/>
              <a:gd name="GluePoint3251X" fmla="*/ 992105 w 3044273"/>
              <a:gd name="GluePoint3251Y" fmla="*/ 821019 h 3047670"/>
              <a:gd name="GluePoint3252X" fmla="*/ 960827 w 3044273"/>
              <a:gd name="GluePoint3252Y" fmla="*/ 852549 h 3047670"/>
              <a:gd name="GluePoint3253X" fmla="*/ 929298 w 3044273"/>
              <a:gd name="GluePoint3253Y" fmla="*/ 821270 h 3047670"/>
              <a:gd name="GluePoint3254X" fmla="*/ 960575 w 3044273"/>
              <a:gd name="GluePoint3254Y" fmla="*/ 789741 h 3047670"/>
              <a:gd name="GluePoint3255X" fmla="*/ 1148119 w 3044273"/>
              <a:gd name="GluePoint3255Y" fmla="*/ 789490 h 3047670"/>
              <a:gd name="GluePoint3256X" fmla="*/ 1177387 w 3044273"/>
              <a:gd name="GluePoint3256Y" fmla="*/ 818633 h 3047670"/>
              <a:gd name="GluePoint3257X" fmla="*/ 1148244 w 3044273"/>
              <a:gd name="GluePoint3257Y" fmla="*/ 847901 h 3047670"/>
              <a:gd name="GluePoint3258X" fmla="*/ 1118977 w 3044273"/>
              <a:gd name="GluePoint3258Y" fmla="*/ 818758 h 3047670"/>
              <a:gd name="GluePoint3259X" fmla="*/ 1148119 w 3044273"/>
              <a:gd name="GluePoint3259Y" fmla="*/ 789490 h 3047670"/>
              <a:gd name="GluePoint3260X" fmla="*/ 2077544 w 3044273"/>
              <a:gd name="GluePoint3260Y" fmla="*/ 788234 h 3047670"/>
              <a:gd name="GluePoint3261X" fmla="*/ 2106436 w 3044273"/>
              <a:gd name="GluePoint3261Y" fmla="*/ 816874 h 3047670"/>
              <a:gd name="GluePoint3262X" fmla="*/ 2077796 w 3044273"/>
              <a:gd name="GluePoint3262Y" fmla="*/ 845765 h 3047670"/>
              <a:gd name="GluePoint3263X" fmla="*/ 2048904 w 3044273"/>
              <a:gd name="GluePoint3263Y" fmla="*/ 817125 h 3047670"/>
              <a:gd name="GluePoint3264X" fmla="*/ 2077544 w 3044273"/>
              <a:gd name="GluePoint3264Y" fmla="*/ 788234 h 3047670"/>
              <a:gd name="GluePoint3265X" fmla="*/ 1890126 w 3044273"/>
              <a:gd name="GluePoint3265Y" fmla="*/ 787730 h 3047670"/>
              <a:gd name="GluePoint3266X" fmla="*/ 1918515 w 3044273"/>
              <a:gd name="GluePoint3266Y" fmla="*/ 815993 h 3047670"/>
              <a:gd name="GluePoint3267X" fmla="*/ 1890251 w 3044273"/>
              <a:gd name="GluePoint3267Y" fmla="*/ 844382 h 3047670"/>
              <a:gd name="GluePoint3268X" fmla="*/ 1861863 w 3044273"/>
              <a:gd name="GluePoint3268Y" fmla="*/ 816119 h 3047670"/>
              <a:gd name="GluePoint3269X" fmla="*/ 1890126 w 3044273"/>
              <a:gd name="GluePoint3269Y" fmla="*/ 787730 h 3047670"/>
              <a:gd name="GluePoint3270X" fmla="*/ 2355028 w 3044273"/>
              <a:gd name="GluePoint3270Y" fmla="*/ 784842 h 3047670"/>
              <a:gd name="GluePoint3271X" fmla="*/ 2379397 w 3044273"/>
              <a:gd name="GluePoint3271Y" fmla="*/ 809086 h 3047670"/>
              <a:gd name="GluePoint3272X" fmla="*/ 2355154 w 3044273"/>
              <a:gd name="GluePoint3272Y" fmla="*/ 833581 h 3047670"/>
              <a:gd name="GluePoint3273X" fmla="*/ 2330658 w 3044273"/>
              <a:gd name="GluePoint3273Y" fmla="*/ 809337 h 3047670"/>
              <a:gd name="GluePoint3274X" fmla="*/ 2355028 w 3044273"/>
              <a:gd name="GluePoint3274Y" fmla="*/ 784842 h 3047670"/>
              <a:gd name="GluePoint3275X" fmla="*/ 231882 w 3044273"/>
              <a:gd name="GluePoint3275Y" fmla="*/ 779817 h 3047670"/>
              <a:gd name="GluePoint3276X" fmla="*/ 235651 w 3044273"/>
              <a:gd name="GluePoint3276Y" fmla="*/ 783585 h 3047670"/>
              <a:gd name="GluePoint3277X" fmla="*/ 231882 w 3044273"/>
              <a:gd name="GluePoint3277Y" fmla="*/ 787354 h 3047670"/>
              <a:gd name="GluePoint3278X" fmla="*/ 228114 w 3044273"/>
              <a:gd name="GluePoint3278Y" fmla="*/ 783585 h 3047670"/>
              <a:gd name="GluePoint3279X" fmla="*/ 231882 w 3044273"/>
              <a:gd name="GluePoint3279Y" fmla="*/ 779817 h 3047670"/>
              <a:gd name="GluePoint3280X" fmla="*/ 2806361 w 3044273"/>
              <a:gd name="GluePoint3280Y" fmla="*/ 770270 h 3047670"/>
              <a:gd name="GluePoint3281X" fmla="*/ 2810381 w 3044273"/>
              <a:gd name="GluePoint3281Y" fmla="*/ 774290 h 3047670"/>
              <a:gd name="GluePoint3282X" fmla="*/ 2806361 w 3044273"/>
              <a:gd name="GluePoint3282Y" fmla="*/ 778309 h 3047670"/>
              <a:gd name="GluePoint3283X" fmla="*/ 2802341 w 3044273"/>
              <a:gd name="GluePoint3283Y" fmla="*/ 774290 h 3047670"/>
              <a:gd name="GluePoint3284X" fmla="*/ 2806361 w 3044273"/>
              <a:gd name="GluePoint3284Y" fmla="*/ 770270 h 3047670"/>
              <a:gd name="GluePoint3285X" fmla="*/ 580466 w 3044273"/>
              <a:gd name="GluePoint3285Y" fmla="*/ 768511 h 3047670"/>
              <a:gd name="GluePoint3286X" fmla="*/ 600187 w 3044273"/>
              <a:gd name="GluePoint3286Y" fmla="*/ 788107 h 3047670"/>
              <a:gd name="GluePoint3287X" fmla="*/ 580591 w 3044273"/>
              <a:gd name="GluePoint3287Y" fmla="*/ 807829 h 3047670"/>
              <a:gd name="GluePoint3288X" fmla="*/ 560870 w 3044273"/>
              <a:gd name="GluePoint3288Y" fmla="*/ 788233 h 3047670"/>
              <a:gd name="GluePoint3289X" fmla="*/ 580466 w 3044273"/>
              <a:gd name="GluePoint3289Y" fmla="*/ 768511 h 3047670"/>
              <a:gd name="GluePoint3290X" fmla="*/ 2457529 w 3044273"/>
              <a:gd name="GluePoint3290Y" fmla="*/ 762607 h 3047670"/>
              <a:gd name="GluePoint3291X" fmla="*/ 2476372 w 3044273"/>
              <a:gd name="GluePoint3291Y" fmla="*/ 781323 h 3047670"/>
              <a:gd name="GluePoint3292X" fmla="*/ 2457655 w 3044273"/>
              <a:gd name="GluePoint3292Y" fmla="*/ 800166 h 3047670"/>
              <a:gd name="GluePoint3293X" fmla="*/ 2438812 w 3044273"/>
              <a:gd name="GluePoint3293Y" fmla="*/ 781450 h 3047670"/>
              <a:gd name="GluePoint3294X" fmla="*/ 2457529 w 3044273"/>
              <a:gd name="GluePoint3294Y" fmla="*/ 762607 h 3047670"/>
              <a:gd name="GluePoint3295X" fmla="*/ 1226629 w 3044273"/>
              <a:gd name="GluePoint3295Y" fmla="*/ 759593 h 3047670"/>
              <a:gd name="GluePoint3296X" fmla="*/ 1252380 w 3044273"/>
              <a:gd name="GluePoint3296Y" fmla="*/ 785218 h 3047670"/>
              <a:gd name="GluePoint3297X" fmla="*/ 1226754 w 3044273"/>
              <a:gd name="GluePoint3297Y" fmla="*/ 810969 h 3047670"/>
              <a:gd name="GluePoint3298X" fmla="*/ 1201004 w 3044273"/>
              <a:gd name="GluePoint3298Y" fmla="*/ 785344 h 3047670"/>
              <a:gd name="GluePoint3299X" fmla="*/ 1226629 w 3044273"/>
              <a:gd name="GluePoint3299Y" fmla="*/ 759593 h 3047670"/>
              <a:gd name="GluePoint3300X" fmla="*/ 134531 w 3044273"/>
              <a:gd name="GluePoint3300Y" fmla="*/ 759468 h 3047670"/>
              <a:gd name="GluePoint3301X" fmla="*/ 135912 w 3044273"/>
              <a:gd name="GluePoint3301Y" fmla="*/ 760724 h 3047670"/>
              <a:gd name="GluePoint3302X" fmla="*/ 134531 w 3044273"/>
              <a:gd name="GluePoint3302Y" fmla="*/ 762105 h 3047670"/>
              <a:gd name="GluePoint3303X" fmla="*/ 133274 w 3044273"/>
              <a:gd name="GluePoint3303Y" fmla="*/ 760724 h 3047670"/>
              <a:gd name="GluePoint3304X" fmla="*/ 134531 w 3044273"/>
              <a:gd name="GluePoint3304Y" fmla="*/ 759468 h 3047670"/>
              <a:gd name="GluePoint3305X" fmla="*/ 850789 w 3044273"/>
              <a:gd name="GluePoint3305Y" fmla="*/ 758337 h 3047670"/>
              <a:gd name="GluePoint3306X" fmla="*/ 879052 w 3044273"/>
              <a:gd name="GluePoint3306Y" fmla="*/ 786349 h 3047670"/>
              <a:gd name="GluePoint3307X" fmla="*/ 851040 w 3044273"/>
              <a:gd name="GluePoint3307Y" fmla="*/ 814612 h 3047670"/>
              <a:gd name="GluePoint3308X" fmla="*/ 822777 w 3044273"/>
              <a:gd name="GluePoint3308Y" fmla="*/ 786600 h 3047670"/>
              <a:gd name="GluePoint3309X" fmla="*/ 850789 w 3044273"/>
              <a:gd name="GluePoint3309Y" fmla="*/ 758337 h 3047670"/>
              <a:gd name="GluePoint3310X" fmla="*/ 1811492 w 3044273"/>
              <a:gd name="GluePoint3310Y" fmla="*/ 757835 h 3047670"/>
              <a:gd name="GluePoint3311X" fmla="*/ 1836866 w 3044273"/>
              <a:gd name="GluePoint3311Y" fmla="*/ 782958 h 3047670"/>
              <a:gd name="GluePoint3312X" fmla="*/ 1811743 w 3044273"/>
              <a:gd name="GluePoint3312Y" fmla="*/ 808332 h 3047670"/>
              <a:gd name="GluePoint3313X" fmla="*/ 1786369 w 3044273"/>
              <a:gd name="GluePoint3313Y" fmla="*/ 783209 h 3047670"/>
              <a:gd name="GluePoint3314X" fmla="*/ 1811492 w 3044273"/>
              <a:gd name="GluePoint3314Y" fmla="*/ 757835 h 3047670"/>
              <a:gd name="GluePoint3315X" fmla="*/ 2187332 w 3044273"/>
              <a:gd name="GluePoint3315Y" fmla="*/ 753563 h 3047670"/>
              <a:gd name="GluePoint3316X" fmla="*/ 2215470 w 3044273"/>
              <a:gd name="GluePoint3316Y" fmla="*/ 781575 h 3047670"/>
              <a:gd name="GluePoint3317X" fmla="*/ 2187457 w 3044273"/>
              <a:gd name="GluePoint3317Y" fmla="*/ 809838 h 3047670"/>
              <a:gd name="GluePoint3318X" fmla="*/ 2159195 w 3044273"/>
              <a:gd name="GluePoint3318Y" fmla="*/ 781826 h 3047670"/>
              <a:gd name="GluePoint3319X" fmla="*/ 2187332 w 3044273"/>
              <a:gd name="GluePoint3319Y" fmla="*/ 753563 h 3047670"/>
              <a:gd name="GluePoint3320X" fmla="*/ 2903452 w 3044273"/>
              <a:gd name="GluePoint3320Y" fmla="*/ 749793 h 3047670"/>
              <a:gd name="GluePoint3321X" fmla="*/ 2904331 w 3044273"/>
              <a:gd name="GluePoint3321Y" fmla="*/ 750673 h 3047670"/>
              <a:gd name="GluePoint3322X" fmla="*/ 2903452 w 3044273"/>
              <a:gd name="GluePoint3322Y" fmla="*/ 751553 h 3047670"/>
              <a:gd name="GluePoint3323X" fmla="*/ 2902572 w 3044273"/>
              <a:gd name="GluePoint3323Y" fmla="*/ 750673 h 3047670"/>
              <a:gd name="GluePoint3324X" fmla="*/ 2903452 w 3044273"/>
              <a:gd name="GluePoint3324Y" fmla="*/ 749793 h 3047670"/>
              <a:gd name="GluePoint3325X" fmla="*/ 2558900 w 3044273"/>
              <a:gd name="GluePoint3325Y" fmla="*/ 746781 h 3047670"/>
              <a:gd name="GluePoint3326X" fmla="*/ 2566689 w 3044273"/>
              <a:gd name="GluePoint3326Y" fmla="*/ 754568 h 3047670"/>
              <a:gd name="GluePoint3327X" fmla="*/ 2559025 w 3044273"/>
              <a:gd name="GluePoint3327Y" fmla="*/ 762357 h 3047670"/>
              <a:gd name="GluePoint3328X" fmla="*/ 2551237 w 3044273"/>
              <a:gd name="GluePoint3328Y" fmla="*/ 754695 h 3047670"/>
              <a:gd name="GluePoint3329X" fmla="*/ 2558900 w 3044273"/>
              <a:gd name="GluePoint3329Y" fmla="*/ 746781 h 3047670"/>
              <a:gd name="GluePoint3330X" fmla="*/ 478969 w 3044273"/>
              <a:gd name="GluePoint3330Y" fmla="*/ 745524 h 3047670"/>
              <a:gd name="GluePoint3331X" fmla="*/ 495676 w 3044273"/>
              <a:gd name="GluePoint3331Y" fmla="*/ 762105 h 3047670"/>
              <a:gd name="GluePoint3332X" fmla="*/ 479094 w 3044273"/>
              <a:gd name="GluePoint3332Y" fmla="*/ 778812 h 3047670"/>
              <a:gd name="GluePoint3333X" fmla="*/ 462388 w 3044273"/>
              <a:gd name="GluePoint3333Y" fmla="*/ 762231 h 3047670"/>
              <a:gd name="GluePoint3334X" fmla="*/ 478969 w 3044273"/>
              <a:gd name="GluePoint3334Y" fmla="*/ 745524 h 3047670"/>
              <a:gd name="GluePoint3335X" fmla="*/ 1031673 w 3044273"/>
              <a:gd name="GluePoint3335Y" fmla="*/ 742008 h 3047670"/>
              <a:gd name="GluePoint3336X" fmla="*/ 1063831 w 3044273"/>
              <a:gd name="GluePoint3336Y" fmla="*/ 773914 h 3047670"/>
              <a:gd name="GluePoint3337X" fmla="*/ 1031925 w 3044273"/>
              <a:gd name="GluePoint3337Y" fmla="*/ 806071 h 3047670"/>
              <a:gd name="GluePoint3338X" fmla="*/ 999642 w 3044273"/>
              <a:gd name="GluePoint3338Y" fmla="*/ 774039 h 3047670"/>
              <a:gd name="GluePoint3339X" fmla="*/ 1031673 w 3044273"/>
              <a:gd name="GluePoint3339Y" fmla="*/ 742008 h 3047670"/>
              <a:gd name="GluePoint3340X" fmla="*/ 2006445 w 3044273"/>
              <a:gd name="GluePoint3340Y" fmla="*/ 741254 h 3047670"/>
              <a:gd name="GluePoint3341X" fmla="*/ 2035715 w 3044273"/>
              <a:gd name="GluePoint3341Y" fmla="*/ 770397 h 3047670"/>
              <a:gd name="GluePoint3342X" fmla="*/ 2006572 w 3044273"/>
              <a:gd name="GluePoint3342Y" fmla="*/ 799665 h 3047670"/>
              <a:gd name="GluePoint3343X" fmla="*/ 1977177 w 3044273"/>
              <a:gd name="GluePoint3343Y" fmla="*/ 770522 h 3047670"/>
              <a:gd name="GluePoint3344X" fmla="*/ 2006445 w 3044273"/>
              <a:gd name="GluePoint3344Y" fmla="*/ 741254 h 3047670"/>
              <a:gd name="GluePoint3345X" fmla="*/ 743388 w 3044273"/>
              <a:gd name="GluePoint3345Y" fmla="*/ 731958 h 3047670"/>
              <a:gd name="GluePoint3346X" fmla="*/ 766250 w 3044273"/>
              <a:gd name="GluePoint3346Y" fmla="*/ 754694 h 3047670"/>
              <a:gd name="GluePoint3347X" fmla="*/ 743513 w 3044273"/>
              <a:gd name="GluePoint3347Y" fmla="*/ 777556 h 3047670"/>
              <a:gd name="GluePoint3348X" fmla="*/ 720652 w 3044273"/>
              <a:gd name="GluePoint3348Y" fmla="*/ 754819 h 3047670"/>
              <a:gd name="GluePoint3349X" fmla="*/ 743388 w 3044273"/>
              <a:gd name="GluePoint3349Y" fmla="*/ 731958 h 3047670"/>
              <a:gd name="GluePoint3350X" fmla="*/ 1307903 w 3044273"/>
              <a:gd name="GluePoint3350Y" fmla="*/ 729069 h 3047670"/>
              <a:gd name="GluePoint3351X" fmla="*/ 1338803 w 3044273"/>
              <a:gd name="GluePoint3351Y" fmla="*/ 759719 h 3047670"/>
              <a:gd name="GluePoint3352X" fmla="*/ 1308153 w 3044273"/>
              <a:gd name="GluePoint3352Y" fmla="*/ 790620 h 3047670"/>
              <a:gd name="GluePoint3353X" fmla="*/ 1277253 w 3044273"/>
              <a:gd name="GluePoint3353Y" fmla="*/ 759970 h 3047670"/>
              <a:gd name="GluePoint3354X" fmla="*/ 1307903 w 3044273"/>
              <a:gd name="GluePoint3354Y" fmla="*/ 729069 h 3047670"/>
              <a:gd name="GluePoint3355X" fmla="*/ 1729842 w 3044273"/>
              <a:gd name="GluePoint3355Y" fmla="*/ 728189 h 3047670"/>
              <a:gd name="GluePoint3356X" fmla="*/ 1760241 w 3044273"/>
              <a:gd name="GluePoint3356Y" fmla="*/ 758337 h 3047670"/>
              <a:gd name="GluePoint3357X" fmla="*/ 1730092 w 3044273"/>
              <a:gd name="GluePoint3357Y" fmla="*/ 788735 h 3047670"/>
              <a:gd name="GluePoint3358X" fmla="*/ 1699694 w 3044273"/>
              <a:gd name="GluePoint3358Y" fmla="*/ 758462 h 3047670"/>
              <a:gd name="GluePoint3359X" fmla="*/ 1729842 w 3044273"/>
              <a:gd name="GluePoint3359Y" fmla="*/ 728189 h 3047670"/>
              <a:gd name="GluePoint3360X" fmla="*/ 2294355 w 3044273"/>
              <a:gd name="GluePoint3360Y" fmla="*/ 725300 h 3047670"/>
              <a:gd name="GluePoint3361X" fmla="*/ 2318348 w 3044273"/>
              <a:gd name="GluePoint3361Y" fmla="*/ 749166 h 3047670"/>
              <a:gd name="GluePoint3362X" fmla="*/ 2294607 w 3044273"/>
              <a:gd name="GluePoint3362Y" fmla="*/ 773159 h 3047670"/>
              <a:gd name="GluePoint3363X" fmla="*/ 2270614 w 3044273"/>
              <a:gd name="GluePoint3363Y" fmla="*/ 749293 h 3047670"/>
              <a:gd name="GluePoint3364X" fmla="*/ 2294355 w 3044273"/>
              <a:gd name="GluePoint3364Y" fmla="*/ 725300 h 3047670"/>
              <a:gd name="GluePoint3365X" fmla="*/ 2659267 w 3044273"/>
              <a:gd name="GluePoint3365Y" fmla="*/ 725050 h 3047670"/>
              <a:gd name="GluePoint3366X" fmla="*/ 2663035 w 3044273"/>
              <a:gd name="GluePoint3366Y" fmla="*/ 728818 h 3047670"/>
              <a:gd name="GluePoint3367X" fmla="*/ 2659267 w 3044273"/>
              <a:gd name="GluePoint3367Y" fmla="*/ 732587 h 3047670"/>
              <a:gd name="GluePoint3368X" fmla="*/ 2655498 w 3044273"/>
              <a:gd name="GluePoint3368Y" fmla="*/ 728818 h 3047670"/>
              <a:gd name="GluePoint3369X" fmla="*/ 2659267 w 3044273"/>
              <a:gd name="GluePoint3369Y" fmla="*/ 725050 h 3047670"/>
              <a:gd name="GluePoint3370X" fmla="*/ 378476 w 3044273"/>
              <a:gd name="GluePoint3370Y" fmla="*/ 724922 h 3047670"/>
              <a:gd name="GluePoint3371X" fmla="*/ 390661 w 3044273"/>
              <a:gd name="GluePoint3371Y" fmla="*/ 737107 h 3047670"/>
              <a:gd name="GluePoint3372X" fmla="*/ 378476 w 3044273"/>
              <a:gd name="GluePoint3372Y" fmla="*/ 749293 h 3047670"/>
              <a:gd name="GluePoint3373X" fmla="*/ 366292 w 3044273"/>
              <a:gd name="GluePoint3373Y" fmla="*/ 737107 h 3047670"/>
              <a:gd name="GluePoint3374X" fmla="*/ 378476 w 3044273"/>
              <a:gd name="GluePoint3374Y" fmla="*/ 724922 h 3047670"/>
              <a:gd name="GluePoint3375X" fmla="*/ 1391436 w 3044273"/>
              <a:gd name="GluePoint3375Y" fmla="*/ 713492 h 3047670"/>
              <a:gd name="GluePoint3376X" fmla="*/ 1420704 w 3044273"/>
              <a:gd name="GluePoint3376Y" fmla="*/ 742635 h 3047670"/>
              <a:gd name="GluePoint3377X" fmla="*/ 1391561 w 3044273"/>
              <a:gd name="GluePoint3377Y" fmla="*/ 771903 h 3047670"/>
              <a:gd name="GluePoint3378X" fmla="*/ 1362294 w 3044273"/>
              <a:gd name="GluePoint3378Y" fmla="*/ 742760 h 3047670"/>
              <a:gd name="GluePoint3379X" fmla="*/ 1391436 w 3044273"/>
              <a:gd name="GluePoint3379Y" fmla="*/ 713492 h 3047670"/>
              <a:gd name="GluePoint3380X" fmla="*/ 1646184 w 3044273"/>
              <a:gd name="GluePoint3380Y" fmla="*/ 712488 h 3047670"/>
              <a:gd name="GluePoint3381X" fmla="*/ 1675703 w 3044273"/>
              <a:gd name="GluePoint3381Y" fmla="*/ 741756 h 3047670"/>
              <a:gd name="GluePoint3382X" fmla="*/ 1646436 w 3044273"/>
              <a:gd name="GluePoint3382Y" fmla="*/ 771276 h 3047670"/>
              <a:gd name="GluePoint3383X" fmla="*/ 1616916 w 3044273"/>
              <a:gd name="GluePoint3383Y" fmla="*/ 741882 h 3047670"/>
              <a:gd name="GluePoint3384X" fmla="*/ 1646184 w 3044273"/>
              <a:gd name="GluePoint3384Y" fmla="*/ 712488 h 3047670"/>
              <a:gd name="GluePoint3385X" fmla="*/ 918370 w 3044273"/>
              <a:gd name="GluePoint3385Y" fmla="*/ 706835 h 3047670"/>
              <a:gd name="GluePoint3386X" fmla="*/ 946132 w 3044273"/>
              <a:gd name="GluePoint3386Y" fmla="*/ 734470 h 3047670"/>
              <a:gd name="GluePoint3387X" fmla="*/ 918622 w 3044273"/>
              <a:gd name="GluePoint3387Y" fmla="*/ 762231 h 3047670"/>
              <a:gd name="GluePoint3388X" fmla="*/ 890861 w 3044273"/>
              <a:gd name="GluePoint3388Y" fmla="*/ 734596 h 3047670"/>
              <a:gd name="GluePoint3389X" fmla="*/ 918370 w 3044273"/>
              <a:gd name="GluePoint3389Y" fmla="*/ 706835 h 3047670"/>
              <a:gd name="GluePoint3390X" fmla="*/ 278988 w 3044273"/>
              <a:gd name="GluePoint3390Y" fmla="*/ 704950 h 3047670"/>
              <a:gd name="GluePoint3391X" fmla="*/ 286777 w 3044273"/>
              <a:gd name="GluePoint3391Y" fmla="*/ 712613 h 3047670"/>
              <a:gd name="GluePoint3392X" fmla="*/ 278988 w 3044273"/>
              <a:gd name="GluePoint3392Y" fmla="*/ 720401 h 3047670"/>
              <a:gd name="GluePoint3393X" fmla="*/ 271201 w 3044273"/>
              <a:gd name="GluePoint3393Y" fmla="*/ 712613 h 3047670"/>
              <a:gd name="GluePoint3394X" fmla="*/ 278988 w 3044273"/>
              <a:gd name="GluePoint3394Y" fmla="*/ 704950 h 3047670"/>
              <a:gd name="GluePoint3395X" fmla="*/ 1476225 w 3044273"/>
              <a:gd name="GluePoint3395Y" fmla="*/ 704699 h 3047670"/>
              <a:gd name="GluePoint3396X" fmla="*/ 1505492 w 3044273"/>
              <a:gd name="GluePoint3396Y" fmla="*/ 733842 h 3047670"/>
              <a:gd name="GluePoint3397X" fmla="*/ 1476350 w 3044273"/>
              <a:gd name="GluePoint3397Y" fmla="*/ 763110 h 3047670"/>
              <a:gd name="GluePoint3398X" fmla="*/ 1447082 w 3044273"/>
              <a:gd name="GluePoint3398Y" fmla="*/ 733967 h 3047670"/>
              <a:gd name="GluePoint3399X" fmla="*/ 1476225 w 3044273"/>
              <a:gd name="GluePoint3399Y" fmla="*/ 704699 h 3047670"/>
              <a:gd name="GluePoint3400X" fmla="*/ 1561519 w 3044273"/>
              <a:gd name="GluePoint3400Y" fmla="*/ 704574 h 3047670"/>
              <a:gd name="GluePoint3401X" fmla="*/ 1590537 w 3044273"/>
              <a:gd name="GluePoint3401Y" fmla="*/ 733464 h 3047670"/>
              <a:gd name="GluePoint3402X" fmla="*/ 1561645 w 3044273"/>
              <a:gd name="GluePoint3402Y" fmla="*/ 762607 h 3047670"/>
              <a:gd name="GluePoint3403X" fmla="*/ 1532502 w 3044273"/>
              <a:gd name="GluePoint3403Y" fmla="*/ 733716 h 3047670"/>
              <a:gd name="GluePoint3404X" fmla="*/ 1561519 w 3044273"/>
              <a:gd name="GluePoint3404Y" fmla="*/ 704574 h 3047670"/>
              <a:gd name="GluePoint3405X" fmla="*/ 2119248 w 3044273"/>
              <a:gd name="GluePoint3405Y" fmla="*/ 704449 h 3047670"/>
              <a:gd name="GluePoint3406X" fmla="*/ 2144998 w 3044273"/>
              <a:gd name="GluePoint3406Y" fmla="*/ 730074 h 3047670"/>
              <a:gd name="GluePoint3407X" fmla="*/ 2119373 w 3044273"/>
              <a:gd name="GluePoint3407Y" fmla="*/ 755825 h 3047670"/>
              <a:gd name="GluePoint3408X" fmla="*/ 2093622 w 3044273"/>
              <a:gd name="GluePoint3408Y" fmla="*/ 730200 h 3047670"/>
              <a:gd name="GluePoint3409X" fmla="*/ 2119248 w 3044273"/>
              <a:gd name="GluePoint3409Y" fmla="*/ 704449 h 3047670"/>
              <a:gd name="GluePoint3410X" fmla="*/ 637872 w 3044273"/>
              <a:gd name="GluePoint3410Y" fmla="*/ 703443 h 3047670"/>
              <a:gd name="GluePoint3411X" fmla="*/ 659603 w 3044273"/>
              <a:gd name="GluePoint3411Y" fmla="*/ 725049 h 3047670"/>
              <a:gd name="GluePoint3412X" fmla="*/ 637997 w 3044273"/>
              <a:gd name="GluePoint3412Y" fmla="*/ 746780 h 3047670"/>
              <a:gd name="GluePoint3413X" fmla="*/ 616266 w 3044273"/>
              <a:gd name="GluePoint3413Y" fmla="*/ 725174 h 3047670"/>
              <a:gd name="GluePoint3414X" fmla="*/ 637872 w 3044273"/>
              <a:gd name="GluePoint3414Y" fmla="*/ 703443 h 3047670"/>
              <a:gd name="GluePoint3415X" fmla="*/ 2758626 w 3044273"/>
              <a:gd name="GluePoint3415Y" fmla="*/ 701810 h 3047670"/>
              <a:gd name="GluePoint3416X" fmla="*/ 2760386 w 3044273"/>
              <a:gd name="GluePoint3416Y" fmla="*/ 703568 h 3047670"/>
              <a:gd name="GluePoint3417X" fmla="*/ 2758626 w 3044273"/>
              <a:gd name="GluePoint3417Y" fmla="*/ 705327 h 3047670"/>
              <a:gd name="GluePoint3418X" fmla="*/ 2756868 w 3044273"/>
              <a:gd name="GluePoint3418Y" fmla="*/ 703568 h 3047670"/>
              <a:gd name="GluePoint3419X" fmla="*/ 2758626 w 3044273"/>
              <a:gd name="GluePoint3419Y" fmla="*/ 701810 h 3047670"/>
              <a:gd name="GluePoint3420X" fmla="*/ 1931076 w 3044273"/>
              <a:gd name="GluePoint3420Y" fmla="*/ 701182 h 3047670"/>
              <a:gd name="GluePoint3421X" fmla="*/ 1960219 w 3044273"/>
              <a:gd name="GluePoint3421Y" fmla="*/ 730072 h 3047670"/>
              <a:gd name="GluePoint3422X" fmla="*/ 1931328 w 3044273"/>
              <a:gd name="GluePoint3422Y" fmla="*/ 759215 h 3047670"/>
              <a:gd name="GluePoint3423X" fmla="*/ 1902186 w 3044273"/>
              <a:gd name="GluePoint3423Y" fmla="*/ 730324 h 3047670"/>
              <a:gd name="GluePoint3424X" fmla="*/ 1931076 w 3044273"/>
              <a:gd name="GluePoint3424Y" fmla="*/ 701182 h 3047670"/>
              <a:gd name="GluePoint3425X" fmla="*/ 1106415 w 3044273"/>
              <a:gd name="GluePoint3425Y" fmla="*/ 700304 h 3047670"/>
              <a:gd name="GluePoint3426X" fmla="*/ 1139452 w 3044273"/>
              <a:gd name="GluePoint3426Y" fmla="*/ 733215 h 3047670"/>
              <a:gd name="GluePoint3427X" fmla="*/ 1106667 w 3044273"/>
              <a:gd name="GluePoint3427Y" fmla="*/ 766252 h 3047670"/>
              <a:gd name="GluePoint3428X" fmla="*/ 1073630 w 3044273"/>
              <a:gd name="GluePoint3428Y" fmla="*/ 733341 h 3047670"/>
              <a:gd name="GluePoint3429X" fmla="*/ 1106415 w 3044273"/>
              <a:gd name="GluePoint3429Y" fmla="*/ 700304 h 3047670"/>
              <a:gd name="GluePoint3430X" fmla="*/ 2399747 w 3044273"/>
              <a:gd name="GluePoint3430Y" fmla="*/ 698291 h 3047670"/>
              <a:gd name="GluePoint3431X" fmla="*/ 2420348 w 3044273"/>
              <a:gd name="GluePoint3431Y" fmla="*/ 718767 h 3047670"/>
              <a:gd name="GluePoint3432X" fmla="*/ 2399873 w 3044273"/>
              <a:gd name="GluePoint3432Y" fmla="*/ 739368 h 3047670"/>
              <a:gd name="GluePoint3433X" fmla="*/ 2379272 w 3044273"/>
              <a:gd name="GluePoint3433Y" fmla="*/ 718892 h 3047670"/>
              <a:gd name="GluePoint3434X" fmla="*/ 2399747 w 3044273"/>
              <a:gd name="GluePoint3434Y" fmla="*/ 698291 h 3047670"/>
              <a:gd name="GluePoint3435X" fmla="*/ 180252 w 3044273"/>
              <a:gd name="GluePoint3435Y" fmla="*/ 685230 h 3047670"/>
              <a:gd name="GluePoint3436X" fmla="*/ 183643 w 3044273"/>
              <a:gd name="GluePoint3436Y" fmla="*/ 688496 h 3047670"/>
              <a:gd name="GluePoint3437X" fmla="*/ 180252 w 3044273"/>
              <a:gd name="GluePoint3437Y" fmla="*/ 691887 h 3047670"/>
              <a:gd name="GluePoint3438X" fmla="*/ 176860 w 3044273"/>
              <a:gd name="GluePoint3438Y" fmla="*/ 688622 h 3047670"/>
              <a:gd name="GluePoint3439X" fmla="*/ 180252 w 3044273"/>
              <a:gd name="GluePoint3439Y" fmla="*/ 685230 h 3047670"/>
              <a:gd name="GluePoint3440X" fmla="*/ 533862 w 3044273"/>
              <a:gd name="GluePoint3440Y" fmla="*/ 677567 h 3047670"/>
              <a:gd name="GluePoint3441X" fmla="*/ 553458 w 3044273"/>
              <a:gd name="GluePoint3441Y" fmla="*/ 697037 h 3047670"/>
              <a:gd name="GluePoint3442X" fmla="*/ 534113 w 3044273"/>
              <a:gd name="GluePoint3442Y" fmla="*/ 716508 h 3047670"/>
              <a:gd name="GluePoint3443X" fmla="*/ 514517 w 3044273"/>
              <a:gd name="GluePoint3443Y" fmla="*/ 697163 h 3047670"/>
              <a:gd name="GluePoint3444X" fmla="*/ 533862 w 3044273"/>
              <a:gd name="GluePoint3444Y" fmla="*/ 677567 h 3047670"/>
              <a:gd name="GluePoint3445X" fmla="*/ 807829 w 3044273"/>
              <a:gd name="GluePoint3445Y" fmla="*/ 676185 h 3047670"/>
              <a:gd name="GluePoint3446X" fmla="*/ 830691 w 3044273"/>
              <a:gd name="GluePoint3446Y" fmla="*/ 698921 h 3047670"/>
              <a:gd name="GluePoint3447X" fmla="*/ 807954 w 3044273"/>
              <a:gd name="GluePoint3447Y" fmla="*/ 721783 h 3047670"/>
              <a:gd name="GluePoint3448X" fmla="*/ 785093 w 3044273"/>
              <a:gd name="GluePoint3448Y" fmla="*/ 699046 h 3047670"/>
              <a:gd name="GluePoint3449X" fmla="*/ 807829 w 3044273"/>
              <a:gd name="GluePoint3449Y" fmla="*/ 676185 h 3047670"/>
              <a:gd name="GluePoint3450X" fmla="*/ 2503503 w 3044273"/>
              <a:gd name="GluePoint3450Y" fmla="*/ 674927 h 3047670"/>
              <a:gd name="GluePoint3451X" fmla="*/ 2518577 w 3044273"/>
              <a:gd name="GluePoint3451Y" fmla="*/ 689876 h 3047670"/>
              <a:gd name="GluePoint3452X" fmla="*/ 2503503 w 3044273"/>
              <a:gd name="GluePoint3452Y" fmla="*/ 705075 h 3047670"/>
              <a:gd name="GluePoint3453X" fmla="*/ 2488429 w 3044273"/>
              <a:gd name="GluePoint3453Y" fmla="*/ 690001 h 3047670"/>
              <a:gd name="GluePoint3454X" fmla="*/ 2503503 w 3044273"/>
              <a:gd name="GluePoint3454Y" fmla="*/ 674927 h 3047670"/>
              <a:gd name="GluePoint3455X" fmla="*/ 2229538 w 3044273"/>
              <a:gd name="GluePoint3455Y" fmla="*/ 668774 h 3047670"/>
              <a:gd name="GluePoint3456X" fmla="*/ 2254660 w 3044273"/>
              <a:gd name="GluePoint3456Y" fmla="*/ 693645 h 3047670"/>
              <a:gd name="GluePoint3457X" fmla="*/ 2229789 w 3044273"/>
              <a:gd name="GluePoint3457Y" fmla="*/ 718768 h 3047670"/>
              <a:gd name="GluePoint3458X" fmla="*/ 2204666 w 3044273"/>
              <a:gd name="GluePoint3458Y" fmla="*/ 693897 h 3047670"/>
              <a:gd name="GluePoint3459X" fmla="*/ 2229538 w 3044273"/>
              <a:gd name="GluePoint3459Y" fmla="*/ 668774 h 3047670"/>
              <a:gd name="GluePoint3460X" fmla="*/ 1852567 w 3044273"/>
              <a:gd name="GluePoint3460Y" fmla="*/ 666889 h 3047670"/>
              <a:gd name="GluePoint3461X" fmla="*/ 1882967 w 3044273"/>
              <a:gd name="GluePoint3461Y" fmla="*/ 697037 h 3047670"/>
              <a:gd name="GluePoint3462X" fmla="*/ 1852692 w 3044273"/>
              <a:gd name="GluePoint3462Y" fmla="*/ 727435 h 3047670"/>
              <a:gd name="GluePoint3463X" fmla="*/ 1822294 w 3044273"/>
              <a:gd name="GluePoint3463Y" fmla="*/ 697162 h 3047670"/>
              <a:gd name="GluePoint3464X" fmla="*/ 1852567 w 3044273"/>
              <a:gd name="GluePoint3464Y" fmla="*/ 666889 h 3047670"/>
              <a:gd name="GluePoint3465X" fmla="*/ 1184925 w 3044273"/>
              <a:gd name="GluePoint3465Y" fmla="*/ 666386 h 3047670"/>
              <a:gd name="GluePoint3466X" fmla="*/ 1217962 w 3044273"/>
              <a:gd name="GluePoint3466Y" fmla="*/ 699297 h 3047670"/>
              <a:gd name="GluePoint3467X" fmla="*/ 1185050 w 3044273"/>
              <a:gd name="GluePoint3467Y" fmla="*/ 732334 h 3047670"/>
              <a:gd name="GluePoint3468X" fmla="*/ 1152014 w 3044273"/>
              <a:gd name="GluePoint3468Y" fmla="*/ 699548 h 3047670"/>
              <a:gd name="GluePoint3469X" fmla="*/ 1184925 w 3044273"/>
              <a:gd name="GluePoint3469Y" fmla="*/ 666386 h 3047670"/>
              <a:gd name="GluePoint3470X" fmla="*/ 989970 w 3044273"/>
              <a:gd name="GluePoint3470Y" fmla="*/ 660482 h 3047670"/>
              <a:gd name="GluePoint3471X" fmla="*/ 1017730 w 3044273"/>
              <a:gd name="GluePoint3471Y" fmla="*/ 687991 h 3047670"/>
              <a:gd name="GluePoint3472X" fmla="*/ 990095 w 3044273"/>
              <a:gd name="GluePoint3472Y" fmla="*/ 715753 h 3047670"/>
              <a:gd name="GluePoint3473X" fmla="*/ 962335 w 3044273"/>
              <a:gd name="GluePoint3473Y" fmla="*/ 688243 h 3047670"/>
              <a:gd name="GluePoint3474X" fmla="*/ 989970 w 3044273"/>
              <a:gd name="GluePoint3474Y" fmla="*/ 660482 h 3047670"/>
              <a:gd name="GluePoint3475X" fmla="*/ 431487 w 3044273"/>
              <a:gd name="GluePoint3475Y" fmla="*/ 659228 h 3047670"/>
              <a:gd name="GluePoint3476X" fmla="*/ 442542 w 3044273"/>
              <a:gd name="GluePoint3476Y" fmla="*/ 670282 h 3047670"/>
              <a:gd name="GluePoint3477X" fmla="*/ 431487 w 3044273"/>
              <a:gd name="GluePoint3477Y" fmla="*/ 681336 h 3047670"/>
              <a:gd name="GluePoint3478X" fmla="*/ 420433 w 3044273"/>
              <a:gd name="GluePoint3478Y" fmla="*/ 670282 h 3047670"/>
              <a:gd name="GluePoint3479X" fmla="*/ 431487 w 3044273"/>
              <a:gd name="GluePoint3479Y" fmla="*/ 659228 h 3047670"/>
              <a:gd name="GluePoint3480X" fmla="*/ 2047397 w 3044273"/>
              <a:gd name="GluePoint3480Y" fmla="*/ 657217 h 3047670"/>
              <a:gd name="GluePoint3481X" fmla="*/ 2074656 w 3044273"/>
              <a:gd name="GluePoint3481Y" fmla="*/ 684350 h 3047670"/>
              <a:gd name="GluePoint3482X" fmla="*/ 2047523 w 3044273"/>
              <a:gd name="GluePoint3482Y" fmla="*/ 711608 h 3047670"/>
              <a:gd name="GluePoint3483X" fmla="*/ 2020265 w 3044273"/>
              <a:gd name="GluePoint3483Y" fmla="*/ 684475 h 3047670"/>
              <a:gd name="GluePoint3484X" fmla="*/ 2047397 w 3044273"/>
              <a:gd name="GluePoint3484Y" fmla="*/ 657217 h 3047670"/>
              <a:gd name="GluePoint3485X" fmla="*/ 2605754 w 3044273"/>
              <a:gd name="GluePoint3485Y" fmla="*/ 656338 h 3047670"/>
              <a:gd name="GluePoint3486X" fmla="*/ 2611784 w 3044273"/>
              <a:gd name="GluePoint3486Y" fmla="*/ 662241 h 3047670"/>
              <a:gd name="GluePoint3487X" fmla="*/ 2605880 w 3044273"/>
              <a:gd name="GluePoint3487Y" fmla="*/ 668270 h 3047670"/>
              <a:gd name="GluePoint3488X" fmla="*/ 2599850 w 3044273"/>
              <a:gd name="GluePoint3488Y" fmla="*/ 662367 h 3047670"/>
              <a:gd name="GluePoint3489X" fmla="*/ 2605754 w 3044273"/>
              <a:gd name="GluePoint3489Y" fmla="*/ 656338 h 3047670"/>
              <a:gd name="GluePoint3490X" fmla="*/ 699423 w 3044273"/>
              <a:gd name="GluePoint3490Y" fmla="*/ 646664 h 3047670"/>
              <a:gd name="GluePoint3491X" fmla="*/ 719019 w 3044273"/>
              <a:gd name="GluePoint3491Y" fmla="*/ 666010 h 3047670"/>
              <a:gd name="GluePoint3492X" fmla="*/ 699674 w 3044273"/>
              <a:gd name="GluePoint3492Y" fmla="*/ 685607 h 3047670"/>
              <a:gd name="GluePoint3493X" fmla="*/ 680078 w 3044273"/>
              <a:gd name="GluePoint3493Y" fmla="*/ 666261 h 3047670"/>
              <a:gd name="GluePoint3494X" fmla="*/ 699423 w 3044273"/>
              <a:gd name="GluePoint3494Y" fmla="*/ 646664 h 3047670"/>
              <a:gd name="GluePoint3495X" fmla="*/ 2337693 w 3044273"/>
              <a:gd name="GluePoint3495Y" fmla="*/ 643022 h 3047670"/>
              <a:gd name="GluePoint3496X" fmla="*/ 2355029 w 3044273"/>
              <a:gd name="GluePoint3496Y" fmla="*/ 660230 h 3047670"/>
              <a:gd name="GluePoint3497X" fmla="*/ 2337820 w 3044273"/>
              <a:gd name="GluePoint3497Y" fmla="*/ 677565 h 3047670"/>
              <a:gd name="GluePoint3498X" fmla="*/ 2320484 w 3044273"/>
              <a:gd name="GluePoint3498Y" fmla="*/ 660357 h 3047670"/>
              <a:gd name="GluePoint3499X" fmla="*/ 2337693 w 3044273"/>
              <a:gd name="GluePoint3499Y" fmla="*/ 643022 h 3047670"/>
              <a:gd name="GluePoint3500X" fmla="*/ 1771421 w 3044273"/>
              <a:gd name="GluePoint3500Y" fmla="*/ 640761 h 3047670"/>
              <a:gd name="GluePoint3501X" fmla="*/ 1801821 w 3044273"/>
              <a:gd name="GluePoint3501Y" fmla="*/ 670909 h 3047670"/>
              <a:gd name="GluePoint3502X" fmla="*/ 1771546 w 3044273"/>
              <a:gd name="GluePoint3502Y" fmla="*/ 701307 h 3047670"/>
              <a:gd name="GluePoint3503X" fmla="*/ 1741148 w 3044273"/>
              <a:gd name="GluePoint3503Y" fmla="*/ 671034 h 3047670"/>
              <a:gd name="GluePoint3504X" fmla="*/ 1771421 w 3044273"/>
              <a:gd name="GluePoint3504Y" fmla="*/ 640761 h 3047670"/>
              <a:gd name="GluePoint3505X" fmla="*/ 1265821 w 3044273"/>
              <a:gd name="GluePoint3505Y" fmla="*/ 640259 h 3047670"/>
              <a:gd name="GluePoint3506X" fmla="*/ 1298481 w 3044273"/>
              <a:gd name="GluePoint3506Y" fmla="*/ 672667 h 3047670"/>
              <a:gd name="GluePoint3507X" fmla="*/ 1266073 w 3044273"/>
              <a:gd name="GluePoint3507Y" fmla="*/ 705327 h 3047670"/>
              <a:gd name="GluePoint3508X" fmla="*/ 1233414 w 3044273"/>
              <a:gd name="GluePoint3508Y" fmla="*/ 672919 h 3047670"/>
              <a:gd name="GluePoint3509X" fmla="*/ 1265821 w 3044273"/>
              <a:gd name="GluePoint3509Y" fmla="*/ 640259 h 3047670"/>
              <a:gd name="GluePoint3510X" fmla="*/ 329990 w 3044273"/>
              <a:gd name="GluePoint3510Y" fmla="*/ 637872 h 3047670"/>
              <a:gd name="GluePoint3511X" fmla="*/ 336397 w 3044273"/>
              <a:gd name="GluePoint3511Y" fmla="*/ 644278 h 3047670"/>
              <a:gd name="GluePoint3512X" fmla="*/ 329990 w 3044273"/>
              <a:gd name="GluePoint3512Y" fmla="*/ 650684 h 3047670"/>
              <a:gd name="GluePoint3513X" fmla="*/ 323584 w 3044273"/>
              <a:gd name="GluePoint3513Y" fmla="*/ 644278 h 3047670"/>
              <a:gd name="GluePoint3514X" fmla="*/ 329990 w 3044273"/>
              <a:gd name="GluePoint3514Y" fmla="*/ 637872 h 3047670"/>
              <a:gd name="GluePoint3515X" fmla="*/ 2707126 w 3044273"/>
              <a:gd name="GluePoint3515Y" fmla="*/ 633225 h 3047670"/>
              <a:gd name="GluePoint3516X" fmla="*/ 2709387 w 3044273"/>
              <a:gd name="GluePoint3516Y" fmla="*/ 635487 h 3047670"/>
              <a:gd name="GluePoint3517X" fmla="*/ 2707126 w 3044273"/>
              <a:gd name="GluePoint3517Y" fmla="*/ 637747 h 3047670"/>
              <a:gd name="GluePoint3518X" fmla="*/ 2704865 w 3044273"/>
              <a:gd name="GluePoint3518Y" fmla="*/ 635612 h 3047670"/>
              <a:gd name="GluePoint3519X" fmla="*/ 2707126 w 3044273"/>
              <a:gd name="GluePoint3519Y" fmla="*/ 633225 h 3047670"/>
              <a:gd name="GluePoint3520X" fmla="*/ 876288 w 3044273"/>
              <a:gd name="GluePoint3520Y" fmla="*/ 627321 h 3047670"/>
              <a:gd name="GluePoint3521X" fmla="*/ 897141 w 3044273"/>
              <a:gd name="GluePoint3521Y" fmla="*/ 648047 h 3047670"/>
              <a:gd name="GluePoint3522X" fmla="*/ 876414 w 3044273"/>
              <a:gd name="GluePoint3522Y" fmla="*/ 668900 h 3047670"/>
              <a:gd name="GluePoint3523X" fmla="*/ 855562 w 3044273"/>
              <a:gd name="GluePoint3523Y" fmla="*/ 648173 h 3047670"/>
              <a:gd name="GluePoint3524X" fmla="*/ 876288 w 3044273"/>
              <a:gd name="GluePoint3524Y" fmla="*/ 627321 h 3047670"/>
              <a:gd name="GluePoint3525X" fmla="*/ 1688265 w 3044273"/>
              <a:gd name="GluePoint3525Y" fmla="*/ 624055 h 3047670"/>
              <a:gd name="GluePoint3526X" fmla="*/ 1716655 w 3044273"/>
              <a:gd name="GluePoint3526Y" fmla="*/ 652318 h 3047670"/>
              <a:gd name="GluePoint3527X" fmla="*/ 1688390 w 3044273"/>
              <a:gd name="GluePoint3527Y" fmla="*/ 680707 h 3047670"/>
              <a:gd name="GluePoint3528X" fmla="*/ 1660002 w 3044273"/>
              <a:gd name="GluePoint3528Y" fmla="*/ 652443 h 3047670"/>
              <a:gd name="GluePoint3529X" fmla="*/ 1688265 w 3044273"/>
              <a:gd name="GluePoint3529Y" fmla="*/ 624055 h 3047670"/>
              <a:gd name="GluePoint3530X" fmla="*/ 1348852 w 3044273"/>
              <a:gd name="GluePoint3530Y" fmla="*/ 624055 h 3047670"/>
              <a:gd name="GluePoint3531X" fmla="*/ 1378372 w 3044273"/>
              <a:gd name="GluePoint3531Y" fmla="*/ 653449 h 3047670"/>
              <a:gd name="GluePoint3532X" fmla="*/ 1349103 w 3044273"/>
              <a:gd name="GluePoint3532Y" fmla="*/ 682968 h 3047670"/>
              <a:gd name="GluePoint3533X" fmla="*/ 1319585 w 3044273"/>
              <a:gd name="GluePoint3533Y" fmla="*/ 653700 h 3047670"/>
              <a:gd name="GluePoint3534X" fmla="*/ 1348852 w 3044273"/>
              <a:gd name="GluePoint3534Y" fmla="*/ 624055 h 3047670"/>
              <a:gd name="GluePoint3535X" fmla="*/ 1065086 w 3044273"/>
              <a:gd name="GluePoint3535Y" fmla="*/ 622548 h 3047670"/>
              <a:gd name="GluePoint3536X" fmla="*/ 1090336 w 3044273"/>
              <a:gd name="GluePoint3536Y" fmla="*/ 647671 h 3047670"/>
              <a:gd name="GluePoint3537X" fmla="*/ 1065213 w 3044273"/>
              <a:gd name="GluePoint3537Y" fmla="*/ 673045 h 3047670"/>
              <a:gd name="GluePoint3538X" fmla="*/ 1039838 w 3044273"/>
              <a:gd name="GluePoint3538Y" fmla="*/ 647922 h 3047670"/>
              <a:gd name="GluePoint3539X" fmla="*/ 1065086 w 3044273"/>
              <a:gd name="GluePoint3539Y" fmla="*/ 622548 h 3047670"/>
              <a:gd name="GluePoint3540X" fmla="*/ 2160829 w 3044273"/>
              <a:gd name="GluePoint3540Y" fmla="*/ 622045 h 3047670"/>
              <a:gd name="GluePoint3541X" fmla="*/ 2182310 w 3044273"/>
              <a:gd name="GluePoint3541Y" fmla="*/ 643399 h 3047670"/>
              <a:gd name="GluePoint3542X" fmla="*/ 2160956 w 3044273"/>
              <a:gd name="GluePoint3542Y" fmla="*/ 665005 h 3047670"/>
              <a:gd name="GluePoint3543X" fmla="*/ 2139475 w 3044273"/>
              <a:gd name="GluePoint3543Y" fmla="*/ 643526 h 3047670"/>
              <a:gd name="GluePoint3544X" fmla="*/ 2160829 w 3044273"/>
              <a:gd name="GluePoint3544Y" fmla="*/ 622045 h 3047670"/>
              <a:gd name="GluePoint3545X" fmla="*/ 1971902 w 3044273"/>
              <a:gd name="GluePoint3545Y" fmla="*/ 620914 h 3047670"/>
              <a:gd name="GluePoint3546X" fmla="*/ 1995518 w 3044273"/>
              <a:gd name="GluePoint3546Y" fmla="*/ 644279 h 3047670"/>
              <a:gd name="GluePoint3547X" fmla="*/ 1972154 w 3044273"/>
              <a:gd name="GluePoint3547Y" fmla="*/ 667894 h 3047670"/>
              <a:gd name="GluePoint3548X" fmla="*/ 1948664 w 3044273"/>
              <a:gd name="GluePoint3548Y" fmla="*/ 644530 h 3047670"/>
              <a:gd name="GluePoint3549X" fmla="*/ 1971902 w 3044273"/>
              <a:gd name="GluePoint3549Y" fmla="*/ 620914 h 3047670"/>
              <a:gd name="GluePoint3550X" fmla="*/ 593153 w 3044273"/>
              <a:gd name="GluePoint3550Y" fmla="*/ 618026 h 3047670"/>
              <a:gd name="GluePoint3551X" fmla="*/ 610739 w 3044273"/>
              <a:gd name="GluePoint3551Y" fmla="*/ 635487 h 3047670"/>
              <a:gd name="GluePoint3552X" fmla="*/ 593278 w 3044273"/>
              <a:gd name="GluePoint3552Y" fmla="*/ 653073 h 3047670"/>
              <a:gd name="GluePoint3553X" fmla="*/ 575692 w 3044273"/>
              <a:gd name="GluePoint3553Y" fmla="*/ 635612 h 3047670"/>
              <a:gd name="GluePoint3554X" fmla="*/ 593153 w 3044273"/>
              <a:gd name="GluePoint3554Y" fmla="*/ 618026 h 3047670"/>
              <a:gd name="GluePoint3555X" fmla="*/ 229493 w 3044273"/>
              <a:gd name="GluePoint3555Y" fmla="*/ 616645 h 3047670"/>
              <a:gd name="GluePoint3556X" fmla="*/ 232005 w 3044273"/>
              <a:gd name="GluePoint3556Y" fmla="*/ 619032 h 3047670"/>
              <a:gd name="GluePoint3557X" fmla="*/ 229493 w 3044273"/>
              <a:gd name="GluePoint3557Y" fmla="*/ 621419 h 3047670"/>
              <a:gd name="GluePoint3558X" fmla="*/ 227107 w 3044273"/>
              <a:gd name="GluePoint3558Y" fmla="*/ 619032 h 3047670"/>
              <a:gd name="GluePoint3559X" fmla="*/ 229493 w 3044273"/>
              <a:gd name="GluePoint3559Y" fmla="*/ 616645 h 3047670"/>
              <a:gd name="GluePoint3560X" fmla="*/ 2443962 w 3044273"/>
              <a:gd name="GluePoint3560Y" fmla="*/ 616017 h 3047670"/>
              <a:gd name="GluePoint3561X" fmla="*/ 2456902 w 3044273"/>
              <a:gd name="GluePoint3561Y" fmla="*/ 628830 h 3047670"/>
              <a:gd name="GluePoint3562X" fmla="*/ 2444088 w 3044273"/>
              <a:gd name="GluePoint3562Y" fmla="*/ 641768 h 3047670"/>
              <a:gd name="GluePoint3563X" fmla="*/ 2431150 w 3044273"/>
              <a:gd name="GluePoint3563Y" fmla="*/ 628956 h 3047670"/>
              <a:gd name="GluePoint3564X" fmla="*/ 2443962 w 3044273"/>
              <a:gd name="GluePoint3564Y" fmla="*/ 616017 h 3047670"/>
              <a:gd name="GluePoint3565X" fmla="*/ 1433517 w 3044273"/>
              <a:gd name="GluePoint3565Y" fmla="*/ 612623 h 3047670"/>
              <a:gd name="GluePoint3566X" fmla="*/ 1462785 w 3044273"/>
              <a:gd name="GluePoint3566Y" fmla="*/ 641766 h 3047670"/>
              <a:gd name="GluePoint3567X" fmla="*/ 1433643 w 3044273"/>
              <a:gd name="GluePoint3567Y" fmla="*/ 671034 h 3047670"/>
              <a:gd name="GluePoint3568X" fmla="*/ 1404250 w 3044273"/>
              <a:gd name="GluePoint3568Y" fmla="*/ 641891 h 3047670"/>
              <a:gd name="GluePoint3569X" fmla="*/ 1433517 w 3044273"/>
              <a:gd name="GluePoint3569Y" fmla="*/ 612623 h 3047670"/>
              <a:gd name="GluePoint3570X" fmla="*/ 1603726 w 3044273"/>
              <a:gd name="GluePoint3570Y" fmla="*/ 611870 h 3047670"/>
              <a:gd name="GluePoint3571X" fmla="*/ 1632994 w 3044273"/>
              <a:gd name="GluePoint3571Y" fmla="*/ 641013 h 3047670"/>
              <a:gd name="GluePoint3572X" fmla="*/ 1603851 w 3044273"/>
              <a:gd name="GluePoint3572Y" fmla="*/ 670407 h 3047670"/>
              <a:gd name="GluePoint3573X" fmla="*/ 1574584 w 3044273"/>
              <a:gd name="GluePoint3573Y" fmla="*/ 641264 h 3047670"/>
              <a:gd name="GluePoint3574X" fmla="*/ 1603726 w 3044273"/>
              <a:gd name="GluePoint3574Y" fmla="*/ 611870 h 3047670"/>
              <a:gd name="GluePoint3575X" fmla="*/ 1518558 w 3044273"/>
              <a:gd name="GluePoint3575Y" fmla="*/ 608478 h 3047670"/>
              <a:gd name="GluePoint3576X" fmla="*/ 1547826 w 3044273"/>
              <a:gd name="GluePoint3576Y" fmla="*/ 637621 h 3047670"/>
              <a:gd name="GluePoint3577X" fmla="*/ 1518683 w 3044273"/>
              <a:gd name="GluePoint3577Y" fmla="*/ 666889 h 3047670"/>
              <a:gd name="GluePoint3578X" fmla="*/ 1489416 w 3044273"/>
              <a:gd name="GluePoint3578Y" fmla="*/ 637746 h 3047670"/>
              <a:gd name="GluePoint3579X" fmla="*/ 1518558 w 3044273"/>
              <a:gd name="GluePoint3579Y" fmla="*/ 608478 h 3047670"/>
              <a:gd name="GluePoint3580X" fmla="*/ 2548475 w 3044273"/>
              <a:gd name="GluePoint3580Y" fmla="*/ 593152 h 3047670"/>
              <a:gd name="GluePoint3581X" fmla="*/ 2554505 w 3044273"/>
              <a:gd name="GluePoint3581Y" fmla="*/ 599055 h 3047670"/>
              <a:gd name="GluePoint3582X" fmla="*/ 2548601 w 3044273"/>
              <a:gd name="GluePoint3582Y" fmla="*/ 605084 h 3047670"/>
              <a:gd name="GluePoint3583X" fmla="*/ 2542571 w 3044273"/>
              <a:gd name="GluePoint3583Y" fmla="*/ 599181 h 3047670"/>
              <a:gd name="GluePoint3584X" fmla="*/ 2548475 w 3044273"/>
              <a:gd name="GluePoint3584Y" fmla="*/ 593152 h 3047670"/>
              <a:gd name="GluePoint3585X" fmla="*/ 764994 w 3044273"/>
              <a:gd name="GluePoint3585Y" fmla="*/ 591771 h 3047670"/>
              <a:gd name="GluePoint3586X" fmla="*/ 784966 w 3044273"/>
              <a:gd name="GluePoint3586Y" fmla="*/ 611618 h 3047670"/>
              <a:gd name="GluePoint3587X" fmla="*/ 765119 w 3044273"/>
              <a:gd name="GluePoint3587Y" fmla="*/ 631591 h 3047670"/>
              <a:gd name="GluePoint3588X" fmla="*/ 745146 w 3044273"/>
              <a:gd name="GluePoint3588Y" fmla="*/ 611744 h 3047670"/>
              <a:gd name="GluePoint3589X" fmla="*/ 764994 w 3044273"/>
              <a:gd name="GluePoint3589Y" fmla="*/ 591771 h 3047670"/>
              <a:gd name="GluePoint3590X" fmla="*/ 488264 w 3044273"/>
              <a:gd name="GluePoint3590Y" fmla="*/ 591268 h 3047670"/>
              <a:gd name="GluePoint3591X" fmla="*/ 503589 w 3044273"/>
              <a:gd name="GluePoint3591Y" fmla="*/ 606467 h 3047670"/>
              <a:gd name="GluePoint3592X" fmla="*/ 488390 w 3044273"/>
              <a:gd name="GluePoint3592Y" fmla="*/ 621792 h 3047670"/>
              <a:gd name="GluePoint3593X" fmla="*/ 473065 w 3044273"/>
              <a:gd name="GluePoint3593Y" fmla="*/ 606593 h 3047670"/>
              <a:gd name="GluePoint3594X" fmla="*/ 488264 w 3044273"/>
              <a:gd name="GluePoint3594Y" fmla="*/ 591268 h 3047670"/>
              <a:gd name="GluePoint3595X" fmla="*/ 2271745 w 3044273"/>
              <a:gd name="GluePoint3595Y" fmla="*/ 586245 h 3047670"/>
              <a:gd name="GluePoint3596X" fmla="*/ 2291717 w 3044273"/>
              <a:gd name="GluePoint3596Y" fmla="*/ 606093 h 3047670"/>
              <a:gd name="GluePoint3597X" fmla="*/ 2271871 w 3044273"/>
              <a:gd name="GluePoint3597Y" fmla="*/ 626065 h 3047670"/>
              <a:gd name="GluePoint3598X" fmla="*/ 2251897 w 3044273"/>
              <a:gd name="GluePoint3598Y" fmla="*/ 606218 h 3047670"/>
              <a:gd name="GluePoint3599X" fmla="*/ 2271745 w 3044273"/>
              <a:gd name="GluePoint3599Y" fmla="*/ 586245 h 3047670"/>
              <a:gd name="GluePoint3600X" fmla="*/ 1893519 w 3044273"/>
              <a:gd name="GluePoint3600Y" fmla="*/ 586119 h 3047670"/>
              <a:gd name="GluePoint3601X" fmla="*/ 1918392 w 3044273"/>
              <a:gd name="GluePoint3601Y" fmla="*/ 610864 h 3047670"/>
              <a:gd name="GluePoint3602X" fmla="*/ 1893770 w 3044273"/>
              <a:gd name="GluePoint3602Y" fmla="*/ 635736 h 3047670"/>
              <a:gd name="GluePoint3603X" fmla="*/ 1868898 w 3044273"/>
              <a:gd name="GluePoint3603Y" fmla="*/ 610990 h 3047670"/>
              <a:gd name="GluePoint3604X" fmla="*/ 1893519 w 3044273"/>
              <a:gd name="GluePoint3604Y" fmla="*/ 586119 h 3047670"/>
              <a:gd name="GluePoint3605X" fmla="*/ 1143221 w 3044273"/>
              <a:gd name="GluePoint3605Y" fmla="*/ 585363 h 3047670"/>
              <a:gd name="GluePoint3606X" fmla="*/ 1171610 w 3044273"/>
              <a:gd name="GluePoint3606Y" fmla="*/ 613626 h 3047670"/>
              <a:gd name="GluePoint3607X" fmla="*/ 1143347 w 3044273"/>
              <a:gd name="GluePoint3607Y" fmla="*/ 642015 h 3047670"/>
              <a:gd name="GluePoint3608X" fmla="*/ 1114958 w 3044273"/>
              <a:gd name="GluePoint3608Y" fmla="*/ 613752 h 3047670"/>
              <a:gd name="GluePoint3609X" fmla="*/ 1143221 w 3044273"/>
              <a:gd name="GluePoint3609Y" fmla="*/ 585363 h 3047670"/>
              <a:gd name="GluePoint3610X" fmla="*/ 948267 w 3044273"/>
              <a:gd name="GluePoint3610Y" fmla="*/ 579965 h 3047670"/>
              <a:gd name="GluePoint3611X" fmla="*/ 970753 w 3044273"/>
              <a:gd name="GluePoint3611Y" fmla="*/ 602198 h 3047670"/>
              <a:gd name="GluePoint3612X" fmla="*/ 948519 w 3044273"/>
              <a:gd name="GluePoint3612Y" fmla="*/ 624683 h 3047670"/>
              <a:gd name="GluePoint3613X" fmla="*/ 926034 w 3044273"/>
              <a:gd name="GluePoint3613Y" fmla="*/ 602450 h 3047670"/>
              <a:gd name="GluePoint3614X" fmla="*/ 948267 w 3044273"/>
              <a:gd name="GluePoint3614Y" fmla="*/ 579965 h 3047670"/>
              <a:gd name="GluePoint3615X" fmla="*/ 2088346 w 3044273"/>
              <a:gd name="GluePoint3615Y" fmla="*/ 575943 h 3047670"/>
              <a:gd name="GluePoint3616X" fmla="*/ 2110831 w 3044273"/>
              <a:gd name="GluePoint3616Y" fmla="*/ 598176 h 3047670"/>
              <a:gd name="GluePoint3617X" fmla="*/ 2088598 w 3044273"/>
              <a:gd name="GluePoint3617Y" fmla="*/ 620661 h 3047670"/>
              <a:gd name="GluePoint3618X" fmla="*/ 2066112 w 3044273"/>
              <a:gd name="GluePoint3618Y" fmla="*/ 598428 h 3047670"/>
              <a:gd name="GluePoint3619X" fmla="*/ 2088346 w 3044273"/>
              <a:gd name="GluePoint3619Y" fmla="*/ 575943 h 3047670"/>
              <a:gd name="GluePoint3620X" fmla="*/ 2651981 w 3044273"/>
              <a:gd name="GluePoint3620Y" fmla="*/ 568407 h 3047670"/>
              <a:gd name="GluePoint3621X" fmla="*/ 2654242 w 3044273"/>
              <a:gd name="GluePoint3621Y" fmla="*/ 570669 h 3047670"/>
              <a:gd name="GluePoint3622X" fmla="*/ 2651981 w 3044273"/>
              <a:gd name="GluePoint3622Y" fmla="*/ 572929 h 3047670"/>
              <a:gd name="GluePoint3623X" fmla="*/ 2649720 w 3044273"/>
              <a:gd name="GluePoint3623Y" fmla="*/ 570669 h 3047670"/>
              <a:gd name="GluePoint3624X" fmla="*/ 2651981 w 3044273"/>
              <a:gd name="GluePoint3624Y" fmla="*/ 568407 h 3047670"/>
              <a:gd name="GluePoint3625X" fmla="*/ 384756 w 3044273"/>
              <a:gd name="GluePoint3625Y" fmla="*/ 567904 h 3047670"/>
              <a:gd name="GluePoint3626X" fmla="*/ 395810 w 3044273"/>
              <a:gd name="GluePoint3626Y" fmla="*/ 578958 h 3047670"/>
              <a:gd name="GluePoint3627X" fmla="*/ 384756 w 3044273"/>
              <a:gd name="GluePoint3627Y" fmla="*/ 590012 h 3047670"/>
              <a:gd name="GluePoint3628X" fmla="*/ 373702 w 3044273"/>
              <a:gd name="GluePoint3628Y" fmla="*/ 578958 h 3047670"/>
              <a:gd name="GluePoint3629X" fmla="*/ 384756 w 3044273"/>
              <a:gd name="GluePoint3629Y" fmla="*/ 567904 h 3047670"/>
              <a:gd name="GluePoint3630X" fmla="*/ 655960 w 3044273"/>
              <a:gd name="GluePoint3630Y" fmla="*/ 558483 h 3047670"/>
              <a:gd name="GluePoint3631X" fmla="*/ 675554 w 3044273"/>
              <a:gd name="GluePoint3631Y" fmla="*/ 577829 h 3047670"/>
              <a:gd name="GluePoint3632X" fmla="*/ 656210 w 3044273"/>
              <a:gd name="GluePoint3632Y" fmla="*/ 597426 h 3047670"/>
              <a:gd name="GluePoint3633X" fmla="*/ 636614 w 3044273"/>
              <a:gd name="GluePoint3633Y" fmla="*/ 578080 h 3047670"/>
              <a:gd name="GluePoint3634X" fmla="*/ 655960 w 3044273"/>
              <a:gd name="GluePoint3634Y" fmla="*/ 558483 h 3047670"/>
              <a:gd name="GluePoint3635X" fmla="*/ 1812749 w 3044273"/>
              <a:gd name="GluePoint3635Y" fmla="*/ 557102 h 3047670"/>
              <a:gd name="GluePoint3636X" fmla="*/ 1839630 w 3044273"/>
              <a:gd name="GluePoint3636Y" fmla="*/ 583733 h 3047670"/>
              <a:gd name="GluePoint3637X" fmla="*/ 1813000 w 3044273"/>
              <a:gd name="GluePoint3637Y" fmla="*/ 610614 h 3047670"/>
              <a:gd name="GluePoint3638X" fmla="*/ 1786119 w 3044273"/>
              <a:gd name="GluePoint3638Y" fmla="*/ 583983 h 3047670"/>
              <a:gd name="GluePoint3639X" fmla="*/ 1812749 w 3044273"/>
              <a:gd name="GluePoint3639Y" fmla="*/ 557102 h 3047670"/>
              <a:gd name="GluePoint3640X" fmla="*/ 1223740 w 3044273"/>
              <a:gd name="GluePoint3640Y" fmla="*/ 556348 h 3047670"/>
              <a:gd name="GluePoint3641X" fmla="*/ 1253510 w 3044273"/>
              <a:gd name="GluePoint3641Y" fmla="*/ 585867 h 3047670"/>
              <a:gd name="GluePoint3642X" fmla="*/ 1223991 w 3044273"/>
              <a:gd name="GluePoint3642Y" fmla="*/ 615639 h 3047670"/>
              <a:gd name="GluePoint3643X" fmla="*/ 1194220 w 3044273"/>
              <a:gd name="GluePoint3643Y" fmla="*/ 586119 h 3047670"/>
              <a:gd name="GluePoint3644X" fmla="*/ 1223740 w 3044273"/>
              <a:gd name="GluePoint3644Y" fmla="*/ 556348 h 3047670"/>
              <a:gd name="GluePoint3645X" fmla="*/ 2380527 w 3044273"/>
              <a:gd name="GluePoint3645Y" fmla="*/ 554463 h 3047670"/>
              <a:gd name="GluePoint3646X" fmla="*/ 2397863 w 3044273"/>
              <a:gd name="GluePoint3646Y" fmla="*/ 571671 h 3047670"/>
              <a:gd name="GluePoint3647X" fmla="*/ 2380654 w 3044273"/>
              <a:gd name="GluePoint3647Y" fmla="*/ 589006 h 3047670"/>
              <a:gd name="GluePoint3648X" fmla="*/ 2363318 w 3044273"/>
              <a:gd name="GluePoint3648Y" fmla="*/ 571798 h 3047670"/>
              <a:gd name="GluePoint3649X" fmla="*/ 2380527 w 3044273"/>
              <a:gd name="GluePoint3649Y" fmla="*/ 554463 h 3047670"/>
              <a:gd name="GluePoint3650X" fmla="*/ 282253 w 3044273"/>
              <a:gd name="GluePoint3650Y" fmla="*/ 547808 h 3047670"/>
              <a:gd name="GluePoint3651X" fmla="*/ 286775 w 3044273"/>
              <a:gd name="GluePoint3651Y" fmla="*/ 552205 h 3047670"/>
              <a:gd name="GluePoint3652X" fmla="*/ 282378 w 3044273"/>
              <a:gd name="GluePoint3652Y" fmla="*/ 556601 h 3047670"/>
              <a:gd name="GluePoint3653X" fmla="*/ 277982 w 3044273"/>
              <a:gd name="GluePoint3653Y" fmla="*/ 552205 h 3047670"/>
              <a:gd name="GluePoint3654X" fmla="*/ 282253 w 3044273"/>
              <a:gd name="GluePoint3654Y" fmla="*/ 547808 h 3047670"/>
              <a:gd name="GluePoint3655X" fmla="*/ 834333 w 3044273"/>
              <a:gd name="GluePoint3655Y" fmla="*/ 545042 h 3047670"/>
              <a:gd name="GluePoint3656X" fmla="*/ 851165 w 3044273"/>
              <a:gd name="GluePoint3656Y" fmla="*/ 561749 h 3047670"/>
              <a:gd name="GluePoint3657X" fmla="*/ 834459 w 3044273"/>
              <a:gd name="GluePoint3657Y" fmla="*/ 578582 h 3047670"/>
              <a:gd name="GluePoint3658X" fmla="*/ 817500 w 3044273"/>
              <a:gd name="GluePoint3658Y" fmla="*/ 561875 h 3047670"/>
              <a:gd name="GluePoint3659X" fmla="*/ 834333 w 3044273"/>
              <a:gd name="GluePoint3659Y" fmla="*/ 545042 h 3047670"/>
              <a:gd name="GluePoint3660X" fmla="*/ 1023634 w 3044273"/>
              <a:gd name="GluePoint3660Y" fmla="*/ 541777 h 3047670"/>
              <a:gd name="GluePoint3661X" fmla="*/ 1044110 w 3044273"/>
              <a:gd name="GluePoint3661Y" fmla="*/ 562126 h 3047670"/>
              <a:gd name="GluePoint3662X" fmla="*/ 1023761 w 3044273"/>
              <a:gd name="GluePoint3662Y" fmla="*/ 582602 h 3047670"/>
              <a:gd name="GluePoint3663X" fmla="*/ 1003285 w 3044273"/>
              <a:gd name="GluePoint3663Y" fmla="*/ 562378 h 3047670"/>
              <a:gd name="GluePoint3664X" fmla="*/ 1023634 w 3044273"/>
              <a:gd name="GluePoint3664Y" fmla="*/ 541777 h 3047670"/>
              <a:gd name="GluePoint3665X" fmla="*/ 1306395 w 3044273"/>
              <a:gd name="GluePoint3665Y" fmla="*/ 540897 h 3047670"/>
              <a:gd name="GluePoint3666X" fmla="*/ 1330638 w 3044273"/>
              <a:gd name="GluePoint3666Y" fmla="*/ 564890 h 3047670"/>
              <a:gd name="GluePoint3667X" fmla="*/ 1306646 w 3044273"/>
              <a:gd name="GluePoint3667Y" fmla="*/ 589133 h 3047670"/>
              <a:gd name="GluePoint3668X" fmla="*/ 1282402 w 3044273"/>
              <a:gd name="GluePoint3668Y" fmla="*/ 565140 h 3047670"/>
              <a:gd name="GluePoint3669X" fmla="*/ 1306395 w 3044273"/>
              <a:gd name="GluePoint3669Y" fmla="*/ 540897 h 3047670"/>
              <a:gd name="GluePoint3670X" fmla="*/ 1729967 w 3044273"/>
              <a:gd name="GluePoint3670Y" fmla="*/ 540772 h 3047670"/>
              <a:gd name="GluePoint3671X" fmla="*/ 1752830 w 3044273"/>
              <a:gd name="GluePoint3671Y" fmla="*/ 563508 h 3047670"/>
              <a:gd name="GluePoint3672X" fmla="*/ 1730092 w 3044273"/>
              <a:gd name="GluePoint3672Y" fmla="*/ 586370 h 3047670"/>
              <a:gd name="GluePoint3673X" fmla="*/ 1707231 w 3044273"/>
              <a:gd name="GluePoint3673Y" fmla="*/ 563633 h 3047670"/>
              <a:gd name="GluePoint3674X" fmla="*/ 1729967 w 3044273"/>
              <a:gd name="GluePoint3674Y" fmla="*/ 540772 h 3047670"/>
              <a:gd name="GluePoint3675X" fmla="*/ 2202281 w 3044273"/>
              <a:gd name="GluePoint3675Y" fmla="*/ 540395 h 3047670"/>
              <a:gd name="GluePoint3676X" fmla="*/ 2218736 w 3044273"/>
              <a:gd name="GluePoint3676Y" fmla="*/ 556724 h 3047670"/>
              <a:gd name="GluePoint3677X" fmla="*/ 2202407 w 3044273"/>
              <a:gd name="GluePoint3677Y" fmla="*/ 573180 h 3047670"/>
              <a:gd name="GluePoint3678X" fmla="*/ 2185950 w 3044273"/>
              <a:gd name="GluePoint3678Y" fmla="*/ 556851 h 3047670"/>
              <a:gd name="GluePoint3679X" fmla="*/ 2202281 w 3044273"/>
              <a:gd name="GluePoint3679Y" fmla="*/ 540395 h 3047670"/>
              <a:gd name="GluePoint3680X" fmla="*/ 2012853 w 3044273"/>
              <a:gd name="GluePoint3680Y" fmla="*/ 540142 h 3047670"/>
              <a:gd name="GluePoint3681X" fmla="*/ 2031570 w 3044273"/>
              <a:gd name="GluePoint3681Y" fmla="*/ 558607 h 3047670"/>
              <a:gd name="GluePoint3682X" fmla="*/ 2012978 w 3044273"/>
              <a:gd name="GluePoint3682Y" fmla="*/ 577323 h 3047670"/>
              <a:gd name="GluePoint3683X" fmla="*/ 1994387 w 3044273"/>
              <a:gd name="GluePoint3683Y" fmla="*/ 558733 h 3047670"/>
              <a:gd name="GluePoint3684X" fmla="*/ 2012853 w 3044273"/>
              <a:gd name="GluePoint3684Y" fmla="*/ 540142 h 3047670"/>
              <a:gd name="GluePoint3685X" fmla="*/ 548559 w 3044273"/>
              <a:gd name="GluePoint3685Y" fmla="*/ 531476 h 3047670"/>
              <a:gd name="GluePoint3686X" fmla="*/ 563759 w 3044273"/>
              <a:gd name="GluePoint3686Y" fmla="*/ 546425 h 3047670"/>
              <a:gd name="GluePoint3687X" fmla="*/ 548811 w 3044273"/>
              <a:gd name="GluePoint3687Y" fmla="*/ 561499 h 3047670"/>
              <a:gd name="GluePoint3688X" fmla="*/ 533737 w 3044273"/>
              <a:gd name="GluePoint3688Y" fmla="*/ 546550 h 3047670"/>
              <a:gd name="GluePoint3689X" fmla="*/ 548559 w 3044273"/>
              <a:gd name="GluePoint3689Y" fmla="*/ 531476 h 3047670"/>
              <a:gd name="GluePoint3690X" fmla="*/ 2487677 w 3044273"/>
              <a:gd name="GluePoint3690Y" fmla="*/ 530094 h 3047670"/>
              <a:gd name="GluePoint3691X" fmla="*/ 2497223 w 3044273"/>
              <a:gd name="GluePoint3691Y" fmla="*/ 539515 h 3047670"/>
              <a:gd name="GluePoint3692X" fmla="*/ 2487677 w 3044273"/>
              <a:gd name="GluePoint3692Y" fmla="*/ 549062 h 3047670"/>
              <a:gd name="GluePoint3693X" fmla="*/ 2478130 w 3044273"/>
              <a:gd name="GluePoint3693Y" fmla="*/ 539515 h 3047670"/>
              <a:gd name="GluePoint3694X" fmla="*/ 2487677 w 3044273"/>
              <a:gd name="GluePoint3694Y" fmla="*/ 530094 h 3047670"/>
              <a:gd name="GluePoint3695X" fmla="*/ 1390557 w 3044273"/>
              <a:gd name="GluePoint3695Y" fmla="*/ 527331 h 3047670"/>
              <a:gd name="GluePoint3696X" fmla="*/ 1414298 w 3044273"/>
              <a:gd name="GluePoint3696Y" fmla="*/ 550947 h 3047670"/>
              <a:gd name="GluePoint3697X" fmla="*/ 1390682 w 3044273"/>
              <a:gd name="GluePoint3697Y" fmla="*/ 574688 h 3047670"/>
              <a:gd name="GluePoint3698X" fmla="*/ 1366941 w 3044273"/>
              <a:gd name="GluePoint3698Y" fmla="*/ 551072 h 3047670"/>
              <a:gd name="GluePoint3699X" fmla="*/ 1390557 w 3044273"/>
              <a:gd name="GluePoint3699Y" fmla="*/ 527331 h 3047670"/>
              <a:gd name="GluePoint3700X" fmla="*/ 1645932 w 3044273"/>
              <a:gd name="GluePoint3700Y" fmla="*/ 526578 h 3047670"/>
              <a:gd name="GluePoint3701X" fmla="*/ 1669421 w 3044273"/>
              <a:gd name="GluePoint3701Y" fmla="*/ 549942 h 3047670"/>
              <a:gd name="GluePoint3702X" fmla="*/ 1646057 w 3044273"/>
              <a:gd name="GluePoint3702Y" fmla="*/ 573432 h 3047670"/>
              <a:gd name="GluePoint3703X" fmla="*/ 1622442 w 3044273"/>
              <a:gd name="GluePoint3703Y" fmla="*/ 550068 h 3047670"/>
              <a:gd name="GluePoint3704X" fmla="*/ 1645932 w 3044273"/>
              <a:gd name="GluePoint3704Y" fmla="*/ 526578 h 3047670"/>
              <a:gd name="GluePoint3705X" fmla="*/ 1475597 w 3044273"/>
              <a:gd name="GluePoint3705Y" fmla="*/ 520046 h 3047670"/>
              <a:gd name="GluePoint3706X" fmla="*/ 1499338 w 3044273"/>
              <a:gd name="GluePoint3706Y" fmla="*/ 543662 h 3047670"/>
              <a:gd name="GluePoint3707X" fmla="*/ 1475723 w 3044273"/>
              <a:gd name="GluePoint3707Y" fmla="*/ 567403 h 3047670"/>
              <a:gd name="GluePoint3708X" fmla="*/ 1451982 w 3044273"/>
              <a:gd name="GluePoint3708Y" fmla="*/ 543787 h 3047670"/>
              <a:gd name="GluePoint3709X" fmla="*/ 1475597 w 3044273"/>
              <a:gd name="GluePoint3709Y" fmla="*/ 520046 h 3047670"/>
              <a:gd name="GluePoint3710X" fmla="*/ 1560766 w 3044273"/>
              <a:gd name="GluePoint3710Y" fmla="*/ 519794 h 3047670"/>
              <a:gd name="GluePoint3711X" fmla="*/ 1584255 w 3044273"/>
              <a:gd name="GluePoint3711Y" fmla="*/ 543159 h 3047670"/>
              <a:gd name="GluePoint3712X" fmla="*/ 1560891 w 3044273"/>
              <a:gd name="GluePoint3712Y" fmla="*/ 566774 h 3047670"/>
              <a:gd name="GluePoint3713X" fmla="*/ 1537400 w 3044273"/>
              <a:gd name="GluePoint3713Y" fmla="*/ 543410 h 3047670"/>
              <a:gd name="GluePoint3714X" fmla="*/ 1560766 w 3044273"/>
              <a:gd name="GluePoint3714Y" fmla="*/ 519794 h 3047670"/>
              <a:gd name="GluePoint3715X" fmla="*/ 722412 w 3044273"/>
              <a:gd name="GluePoint3715Y" fmla="*/ 507985 h 3047670"/>
              <a:gd name="GluePoint3716X" fmla="*/ 739118 w 3044273"/>
              <a:gd name="GluePoint3716Y" fmla="*/ 524566 h 3047670"/>
              <a:gd name="GluePoint3717X" fmla="*/ 722537 w 3044273"/>
              <a:gd name="GluePoint3717Y" fmla="*/ 541273 h 3047670"/>
              <a:gd name="GluePoint3718X" fmla="*/ 705956 w 3044273"/>
              <a:gd name="GluePoint3718Y" fmla="*/ 524692 h 3047670"/>
              <a:gd name="GluePoint3719X" fmla="*/ 722412 w 3044273"/>
              <a:gd name="GluePoint3719Y" fmla="*/ 507985 h 3047670"/>
              <a:gd name="GluePoint3720X" fmla="*/ 1934593 w 3044273"/>
              <a:gd name="GluePoint3720Y" fmla="*/ 505473 h 3047670"/>
              <a:gd name="GluePoint3721X" fmla="*/ 1954190 w 3044273"/>
              <a:gd name="GluePoint3721Y" fmla="*/ 524817 h 3047670"/>
              <a:gd name="GluePoint3722X" fmla="*/ 1934845 w 3044273"/>
              <a:gd name="GluePoint3722Y" fmla="*/ 544288 h 3047670"/>
              <a:gd name="GluePoint3723X" fmla="*/ 1915249 w 3044273"/>
              <a:gd name="GluePoint3723Y" fmla="*/ 524944 h 3047670"/>
              <a:gd name="GluePoint3724X" fmla="*/ 1934593 w 3044273"/>
              <a:gd name="GluePoint3724Y" fmla="*/ 505473 h 3047670"/>
              <a:gd name="GluePoint3725X" fmla="*/ 1101515 w 3044273"/>
              <a:gd name="GluePoint3725Y" fmla="*/ 505223 h 3047670"/>
              <a:gd name="GluePoint3726X" fmla="*/ 1124377 w 3044273"/>
              <a:gd name="GluePoint3726Y" fmla="*/ 527959 h 3047670"/>
              <a:gd name="GluePoint3727X" fmla="*/ 1101640 w 3044273"/>
              <a:gd name="GluePoint3727Y" fmla="*/ 550821 h 3047670"/>
              <a:gd name="GluePoint3728X" fmla="*/ 1078779 w 3044273"/>
              <a:gd name="GluePoint3728Y" fmla="*/ 528084 h 3047670"/>
              <a:gd name="GluePoint3729X" fmla="*/ 1101515 w 3044273"/>
              <a:gd name="GluePoint3729Y" fmla="*/ 505223 h 3047670"/>
              <a:gd name="GluePoint3730X" fmla="*/ 2593068 w 3044273"/>
              <a:gd name="GluePoint3730Y" fmla="*/ 504343 h 3047670"/>
              <a:gd name="GluePoint3731X" fmla="*/ 2597717 w 3044273"/>
              <a:gd name="GluePoint3731Y" fmla="*/ 508991 h 3047670"/>
              <a:gd name="GluePoint3732X" fmla="*/ 2593068 w 3044273"/>
              <a:gd name="GluePoint3732Y" fmla="*/ 513639 h 3047670"/>
              <a:gd name="GluePoint3733X" fmla="*/ 2588420 w 3044273"/>
              <a:gd name="GluePoint3733Y" fmla="*/ 508991 h 3047670"/>
              <a:gd name="GluePoint3734X" fmla="*/ 2593068 w 3044273"/>
              <a:gd name="GluePoint3734Y" fmla="*/ 504343 h 3047670"/>
              <a:gd name="GluePoint3735X" fmla="*/ 2313826 w 3044273"/>
              <a:gd name="GluePoint3735Y" fmla="*/ 504094 h 3047670"/>
              <a:gd name="GluePoint3736X" fmla="*/ 2328647 w 3044273"/>
              <a:gd name="GluePoint3736Y" fmla="*/ 518917 h 3047670"/>
              <a:gd name="GluePoint3737X" fmla="*/ 2313826 w 3044273"/>
              <a:gd name="GluePoint3737Y" fmla="*/ 533739 h 3047670"/>
              <a:gd name="GluePoint3738X" fmla="*/ 2298878 w 3044273"/>
              <a:gd name="GluePoint3738Y" fmla="*/ 518917 h 3047670"/>
              <a:gd name="GluePoint3739X" fmla="*/ 2313826 w 3044273"/>
              <a:gd name="GluePoint3739Y" fmla="*/ 504094 h 3047670"/>
              <a:gd name="GluePoint3740X" fmla="*/ 443169 w 3044273"/>
              <a:gd name="GluePoint3740Y" fmla="*/ 503715 h 3047670"/>
              <a:gd name="GluePoint3741X" fmla="*/ 456233 w 3044273"/>
              <a:gd name="GluePoint3741Y" fmla="*/ 516779 h 3047670"/>
              <a:gd name="GluePoint3742X" fmla="*/ 443169 w 3044273"/>
              <a:gd name="GluePoint3742Y" fmla="*/ 529843 h 3047670"/>
              <a:gd name="GluePoint3743X" fmla="*/ 430105 w 3044273"/>
              <a:gd name="GluePoint3743Y" fmla="*/ 516779 h 3047670"/>
              <a:gd name="GluePoint3744X" fmla="*/ 443169 w 3044273"/>
              <a:gd name="GluePoint3744Y" fmla="*/ 503715 h 3047670"/>
              <a:gd name="GluePoint3745X" fmla="*/ 906561 w 3044273"/>
              <a:gd name="GluePoint3745Y" fmla="*/ 499945 h 3047670"/>
              <a:gd name="GluePoint3746X" fmla="*/ 923395 w 3044273"/>
              <a:gd name="GluePoint3746Y" fmla="*/ 516652 h 3047670"/>
              <a:gd name="GluePoint3747X" fmla="*/ 906688 w 3044273"/>
              <a:gd name="GluePoint3747Y" fmla="*/ 533485 h 3047670"/>
              <a:gd name="GluePoint3748X" fmla="*/ 889855 w 3044273"/>
              <a:gd name="GluePoint3748Y" fmla="*/ 516778 h 3047670"/>
              <a:gd name="GluePoint3749X" fmla="*/ 906561 w 3044273"/>
              <a:gd name="GluePoint3749Y" fmla="*/ 499945 h 3047670"/>
              <a:gd name="GluePoint3750X" fmla="*/ 2129547 w 3044273"/>
              <a:gd name="GluePoint3750Y" fmla="*/ 495047 h 3047670"/>
              <a:gd name="GluePoint3751X" fmla="*/ 2146883 w 3044273"/>
              <a:gd name="GluePoint3751Y" fmla="*/ 512255 h 3047670"/>
              <a:gd name="GluePoint3752X" fmla="*/ 2129674 w 3044273"/>
              <a:gd name="GluePoint3752Y" fmla="*/ 529590 h 3047670"/>
              <a:gd name="GluePoint3753X" fmla="*/ 2112339 w 3044273"/>
              <a:gd name="GluePoint3753Y" fmla="*/ 512382 h 3047670"/>
              <a:gd name="GluePoint3754X" fmla="*/ 2129547 w 3044273"/>
              <a:gd name="GluePoint3754Y" fmla="*/ 495047 h 3047670"/>
              <a:gd name="GluePoint3755X" fmla="*/ 338778 w 3044273"/>
              <a:gd name="GluePoint3755Y" fmla="*/ 483868 h 3047670"/>
              <a:gd name="GluePoint3756X" fmla="*/ 343174 w 3044273"/>
              <a:gd name="GluePoint3756Y" fmla="*/ 488265 h 3047670"/>
              <a:gd name="GluePoint3757X" fmla="*/ 338778 w 3044273"/>
              <a:gd name="GluePoint3757Y" fmla="*/ 492662 h 3047670"/>
              <a:gd name="GluePoint3758X" fmla="*/ 334382 w 3044273"/>
              <a:gd name="GluePoint3758Y" fmla="*/ 488265 h 3047670"/>
              <a:gd name="GluePoint3759X" fmla="*/ 338778 w 3044273"/>
              <a:gd name="GluePoint3759Y" fmla="*/ 483868 h 3047670"/>
              <a:gd name="GluePoint3760X" fmla="*/ 1181909 w 3044273"/>
              <a:gd name="GluePoint3760Y" fmla="*/ 476708 h 3047670"/>
              <a:gd name="GluePoint3761X" fmla="*/ 1204772 w 3044273"/>
              <a:gd name="GluePoint3761Y" fmla="*/ 499444 h 3047670"/>
              <a:gd name="GluePoint3762X" fmla="*/ 1182034 w 3044273"/>
              <a:gd name="GluePoint3762Y" fmla="*/ 522306 h 3047670"/>
              <a:gd name="GluePoint3763X" fmla="*/ 1159173 w 3044273"/>
              <a:gd name="GluePoint3763Y" fmla="*/ 499569 h 3047670"/>
              <a:gd name="GluePoint3764X" fmla="*/ 1181909 w 3044273"/>
              <a:gd name="GluePoint3764Y" fmla="*/ 476708 h 3047670"/>
              <a:gd name="GluePoint3765X" fmla="*/ 1853949 w 3044273"/>
              <a:gd name="GluePoint3765Y" fmla="*/ 475703 h 3047670"/>
              <a:gd name="GluePoint3766X" fmla="*/ 1875555 w 3044273"/>
              <a:gd name="GluePoint3766Y" fmla="*/ 497057 h 3047670"/>
              <a:gd name="GluePoint3767X" fmla="*/ 1854201 w 3044273"/>
              <a:gd name="GluePoint3767Y" fmla="*/ 518538 h 3047670"/>
              <a:gd name="GluePoint3768X" fmla="*/ 1832595 w 3044273"/>
              <a:gd name="GluePoint3768Y" fmla="*/ 497184 h 3047670"/>
              <a:gd name="GluePoint3769X" fmla="*/ 1853949 w 3044273"/>
              <a:gd name="GluePoint3769Y" fmla="*/ 475703 h 3047670"/>
              <a:gd name="GluePoint3770X" fmla="*/ 612749 w 3044273"/>
              <a:gd name="GluePoint3770Y" fmla="*/ 475200 h 3047670"/>
              <a:gd name="GluePoint3771X" fmla="*/ 627823 w 3044273"/>
              <a:gd name="GluePoint3771Y" fmla="*/ 490149 h 3047670"/>
              <a:gd name="GluePoint3772X" fmla="*/ 612875 w 3044273"/>
              <a:gd name="GluePoint3772Y" fmla="*/ 505223 h 3047670"/>
              <a:gd name="GluePoint3773X" fmla="*/ 597801 w 3044273"/>
              <a:gd name="GluePoint3773Y" fmla="*/ 490274 h 3047670"/>
              <a:gd name="GluePoint3774X" fmla="*/ 612749 w 3044273"/>
              <a:gd name="GluePoint3774Y" fmla="*/ 475200 h 3047670"/>
              <a:gd name="GluePoint3775X" fmla="*/ 2423111 w 3044273"/>
              <a:gd name="GluePoint3775Y" fmla="*/ 471056 h 3047670"/>
              <a:gd name="GluePoint3776X" fmla="*/ 2435797 w 3044273"/>
              <a:gd name="GluePoint3776Y" fmla="*/ 483617 h 3047670"/>
              <a:gd name="GluePoint3777X" fmla="*/ 2423236 w 3044273"/>
              <a:gd name="GluePoint3777Y" fmla="*/ 496304 h 3047670"/>
              <a:gd name="GluePoint3778X" fmla="*/ 2410549 w 3044273"/>
              <a:gd name="GluePoint3778Y" fmla="*/ 483743 h 3047670"/>
              <a:gd name="GluePoint3779X" fmla="*/ 2423111 w 3044273"/>
              <a:gd name="GluePoint3779Y" fmla="*/ 471056 h 3047670"/>
              <a:gd name="GluePoint3780X" fmla="*/ 792251 w 3044273"/>
              <a:gd name="GluePoint3780Y" fmla="*/ 465781 h 3047670"/>
              <a:gd name="GluePoint3781X" fmla="*/ 802049 w 3044273"/>
              <a:gd name="GluePoint3781Y" fmla="*/ 475453 h 3047670"/>
              <a:gd name="GluePoint3782X" fmla="*/ 792378 w 3044273"/>
              <a:gd name="GluePoint3782Y" fmla="*/ 485252 h 3047670"/>
              <a:gd name="GluePoint3783X" fmla="*/ 782580 w 3044273"/>
              <a:gd name="GluePoint3783Y" fmla="*/ 475578 h 3047670"/>
              <a:gd name="GluePoint3784X" fmla="*/ 792251 w 3044273"/>
              <a:gd name="GluePoint3784Y" fmla="*/ 465781 h 3047670"/>
              <a:gd name="GluePoint3785X" fmla="*/ 981929 w 3044273"/>
              <a:gd name="GluePoint3785Y" fmla="*/ 464524 h 3047670"/>
              <a:gd name="GluePoint3786X" fmla="*/ 994365 w 3044273"/>
              <a:gd name="GluePoint3786Y" fmla="*/ 476833 h 3047670"/>
              <a:gd name="GluePoint3787X" fmla="*/ 982056 w 3044273"/>
              <a:gd name="GluePoint3787Y" fmla="*/ 489269 h 3047670"/>
              <a:gd name="GluePoint3788X" fmla="*/ 969620 w 3044273"/>
              <a:gd name="GluePoint3788Y" fmla="*/ 476958 h 3047670"/>
              <a:gd name="GluePoint3789X" fmla="*/ 981929 w 3044273"/>
              <a:gd name="GluePoint3789Y" fmla="*/ 464524 h 3047670"/>
              <a:gd name="GluePoint3790X" fmla="*/ 2053802 w 3044273"/>
              <a:gd name="GluePoint3790Y" fmla="*/ 464146 h 3047670"/>
              <a:gd name="GluePoint3791X" fmla="*/ 2062721 w 3044273"/>
              <a:gd name="GluePoint3791Y" fmla="*/ 472939 h 3047670"/>
              <a:gd name="GluePoint3792X" fmla="*/ 2053929 w 3044273"/>
              <a:gd name="GluePoint3792Y" fmla="*/ 481857 h 3047670"/>
              <a:gd name="GluePoint3793X" fmla="*/ 2045010 w 3044273"/>
              <a:gd name="GluePoint3793Y" fmla="*/ 473065 h 3047670"/>
              <a:gd name="GluePoint3794X" fmla="*/ 2053802 w 3044273"/>
              <a:gd name="GluePoint3794Y" fmla="*/ 464146 h 3047670"/>
              <a:gd name="GluePoint3795X" fmla="*/ 2243608 w 3044273"/>
              <a:gd name="GluePoint3795Y" fmla="*/ 463141 h 3047670"/>
              <a:gd name="GluePoint3796X" fmla="*/ 2250767 w 3044273"/>
              <a:gd name="GluePoint3796Y" fmla="*/ 470175 h 3047670"/>
              <a:gd name="GluePoint3797X" fmla="*/ 2243733 w 3044273"/>
              <a:gd name="GluePoint3797Y" fmla="*/ 477335 h 3047670"/>
              <a:gd name="GluePoint3798X" fmla="*/ 2236573 w 3044273"/>
              <a:gd name="GluePoint3798Y" fmla="*/ 470301 h 3047670"/>
              <a:gd name="GluePoint3799X" fmla="*/ 2243608 w 3044273"/>
              <a:gd name="GluePoint3799Y" fmla="*/ 463141 h 3047670"/>
              <a:gd name="GluePoint3800X" fmla="*/ 1771671 w 3044273"/>
              <a:gd name="GluePoint3800Y" fmla="*/ 462011 h 3047670"/>
              <a:gd name="GluePoint3801X" fmla="*/ 1784985 w 3044273"/>
              <a:gd name="GluePoint3801Y" fmla="*/ 475202 h 3047670"/>
              <a:gd name="GluePoint3802X" fmla="*/ 1771797 w 3044273"/>
              <a:gd name="GluePoint3802Y" fmla="*/ 488517 h 3047670"/>
              <a:gd name="GluePoint3803X" fmla="*/ 1758482 w 3044273"/>
              <a:gd name="GluePoint3803Y" fmla="*/ 475327 h 3047670"/>
              <a:gd name="GluePoint3804X" fmla="*/ 1771671 w 3044273"/>
              <a:gd name="GluePoint3804Y" fmla="*/ 462011 h 3047670"/>
              <a:gd name="GluePoint3805X" fmla="*/ 1264063 w 3044273"/>
              <a:gd name="GluePoint3805Y" fmla="*/ 458494 h 3047670"/>
              <a:gd name="GluePoint3806X" fmla="*/ 1282779 w 3044273"/>
              <a:gd name="GluePoint3806Y" fmla="*/ 476960 h 3047670"/>
              <a:gd name="GluePoint3807X" fmla="*/ 1264314 w 3044273"/>
              <a:gd name="GluePoint3807Y" fmla="*/ 495677 h 3047670"/>
              <a:gd name="GluePoint3808X" fmla="*/ 1245723 w 3044273"/>
              <a:gd name="GluePoint3808Y" fmla="*/ 477211 h 3047670"/>
              <a:gd name="GluePoint3809X" fmla="*/ 1264063 w 3044273"/>
              <a:gd name="GluePoint3809Y" fmla="*/ 458494 h 3047670"/>
              <a:gd name="GluePoint3810X" fmla="*/ 504846 w 3044273"/>
              <a:gd name="GluePoint3810Y" fmla="*/ 449952 h 3047670"/>
              <a:gd name="GluePoint3811X" fmla="*/ 512886 w 3044273"/>
              <a:gd name="GluePoint3811Y" fmla="*/ 457866 h 3047670"/>
              <a:gd name="GluePoint3812X" fmla="*/ 504972 w 3044273"/>
              <a:gd name="GluePoint3812Y" fmla="*/ 465906 h 3047670"/>
              <a:gd name="GluePoint3813X" fmla="*/ 496932 w 3044273"/>
              <a:gd name="GluePoint3813Y" fmla="*/ 457992 h 3047670"/>
              <a:gd name="GluePoint3814X" fmla="*/ 504846 w 3044273"/>
              <a:gd name="GluePoint3814Y" fmla="*/ 449952 h 3047670"/>
              <a:gd name="GluePoint3815X" fmla="*/ 2530763 w 3044273"/>
              <a:gd name="GluePoint3815Y" fmla="*/ 448068 h 3047670"/>
              <a:gd name="GluePoint3816X" fmla="*/ 2533276 w 3044273"/>
              <a:gd name="GluePoint3816Y" fmla="*/ 450455 h 3047670"/>
              <a:gd name="GluePoint3817X" fmla="*/ 2530888 w 3044273"/>
              <a:gd name="GluePoint3817Y" fmla="*/ 452967 h 3047670"/>
              <a:gd name="GluePoint3818X" fmla="*/ 2528501 w 3044273"/>
              <a:gd name="GluePoint3818Y" fmla="*/ 450580 h 3047670"/>
              <a:gd name="GluePoint3819X" fmla="*/ 2530763 w 3044273"/>
              <a:gd name="GluePoint3819Y" fmla="*/ 448068 h 3047670"/>
              <a:gd name="GluePoint3820X" fmla="*/ 1687761 w 3044273"/>
              <a:gd name="GluePoint3820Y" fmla="*/ 445054 h 3047670"/>
              <a:gd name="GluePoint3821X" fmla="*/ 1702458 w 3044273"/>
              <a:gd name="GluePoint3821Y" fmla="*/ 459625 h 3047670"/>
              <a:gd name="GluePoint3822X" fmla="*/ 1687886 w 3044273"/>
              <a:gd name="GluePoint3822Y" fmla="*/ 474322 h 3047670"/>
              <a:gd name="GluePoint3823X" fmla="*/ 1673315 w 3044273"/>
              <a:gd name="GluePoint3823Y" fmla="*/ 459751 h 3047670"/>
              <a:gd name="GluePoint3824X" fmla="*/ 1687761 w 3044273"/>
              <a:gd name="GluePoint3824Y" fmla="*/ 445054 h 3047670"/>
              <a:gd name="GluePoint3825X" fmla="*/ 1347848 w 3044273"/>
              <a:gd name="GluePoint3825Y" fmla="*/ 443043 h 3047670"/>
              <a:gd name="GluePoint3826X" fmla="*/ 1365810 w 3044273"/>
              <a:gd name="GluePoint3826Y" fmla="*/ 460880 h 3047670"/>
              <a:gd name="GluePoint3827X" fmla="*/ 1347973 w 3044273"/>
              <a:gd name="GluePoint3827Y" fmla="*/ 478843 h 3047670"/>
              <a:gd name="GluePoint3828X" fmla="*/ 1330009 w 3044273"/>
              <a:gd name="GluePoint3828Y" fmla="*/ 461006 h 3047670"/>
              <a:gd name="GluePoint3829X" fmla="*/ 1347848 w 3044273"/>
              <a:gd name="GluePoint3829Y" fmla="*/ 443043 h 3047670"/>
              <a:gd name="GluePoint3830X" fmla="*/ 1602972 w 3044273"/>
              <a:gd name="GluePoint3830Y" fmla="*/ 435506 h 3047670"/>
              <a:gd name="GluePoint3831X" fmla="*/ 1618046 w 3044273"/>
              <a:gd name="GluePoint3831Y" fmla="*/ 450455 h 3047670"/>
              <a:gd name="GluePoint3832X" fmla="*/ 1603097 w 3044273"/>
              <a:gd name="GluePoint3832Y" fmla="*/ 465529 h 3047670"/>
              <a:gd name="GluePoint3833X" fmla="*/ 1588023 w 3044273"/>
              <a:gd name="GluePoint3833Y" fmla="*/ 450580 h 3047670"/>
              <a:gd name="GluePoint3834X" fmla="*/ 1602972 w 3044273"/>
              <a:gd name="GluePoint3834Y" fmla="*/ 435506 h 3047670"/>
              <a:gd name="GluePoint3835X" fmla="*/ 1432511 w 3044273"/>
              <a:gd name="GluePoint3835Y" fmla="*/ 434376 h 3047670"/>
              <a:gd name="GluePoint3836X" fmla="*/ 1449344 w 3044273"/>
              <a:gd name="GluePoint3836Y" fmla="*/ 451083 h 3047670"/>
              <a:gd name="GluePoint3837X" fmla="*/ 1432638 w 3044273"/>
              <a:gd name="GluePoint3837Y" fmla="*/ 467916 h 3047670"/>
              <a:gd name="GluePoint3838X" fmla="*/ 1415804 w 3044273"/>
              <a:gd name="GluePoint3838Y" fmla="*/ 451209 h 3047670"/>
              <a:gd name="GluePoint3839X" fmla="*/ 1432511 w 3044273"/>
              <a:gd name="GluePoint3839Y" fmla="*/ 434376 h 3047670"/>
              <a:gd name="GluePoint3840X" fmla="*/ 1517805 w 3044273"/>
              <a:gd name="GluePoint3840Y" fmla="*/ 431863 h 3047670"/>
              <a:gd name="GluePoint3841X" fmla="*/ 1533633 w 3044273"/>
              <a:gd name="GluePoint3841Y" fmla="*/ 447564 h 3047670"/>
              <a:gd name="GluePoint3842X" fmla="*/ 1517931 w 3044273"/>
              <a:gd name="GluePoint3842Y" fmla="*/ 463392 h 3047670"/>
              <a:gd name="GluePoint3843X" fmla="*/ 1502229 w 3044273"/>
              <a:gd name="GluePoint3843Y" fmla="*/ 447690 h 3047670"/>
              <a:gd name="GluePoint3844X" fmla="*/ 1517805 w 3044273"/>
              <a:gd name="GluePoint3844Y" fmla="*/ 431863 h 3047670"/>
              <a:gd name="GluePoint3845X" fmla="*/ 1975671 w 3044273"/>
              <a:gd name="GluePoint3845Y" fmla="*/ 429101 h 3047670"/>
              <a:gd name="GluePoint3846X" fmla="*/ 1985721 w 3044273"/>
              <a:gd name="GluePoint3846Y" fmla="*/ 439024 h 3047670"/>
              <a:gd name="GluePoint3847X" fmla="*/ 1975797 w 3044273"/>
              <a:gd name="GluePoint3847Y" fmla="*/ 448946 h 3047670"/>
              <a:gd name="GluePoint3848X" fmla="*/ 1965747 w 3044273"/>
              <a:gd name="GluePoint3848Y" fmla="*/ 439024 h 3047670"/>
              <a:gd name="GluePoint3849X" fmla="*/ 1975671 w 3044273"/>
              <a:gd name="GluePoint3849Y" fmla="*/ 429101 h 3047670"/>
              <a:gd name="GluePoint3850X" fmla="*/ 679952 w 3044273"/>
              <a:gd name="GluePoint3850Y" fmla="*/ 427844 h 3047670"/>
              <a:gd name="GluePoint3851X" fmla="*/ 690000 w 3044273"/>
              <a:gd name="GluePoint3851Y" fmla="*/ 437768 h 3047670"/>
              <a:gd name="GluePoint3852X" fmla="*/ 680077 w 3044273"/>
              <a:gd name="GluePoint3852Y" fmla="*/ 447691 h 3047670"/>
              <a:gd name="GluePoint3853X" fmla="*/ 670154 w 3044273"/>
              <a:gd name="GluePoint3853Y" fmla="*/ 437768 h 3047670"/>
              <a:gd name="GluePoint3854X" fmla="*/ 679952 w 3044273"/>
              <a:gd name="GluePoint3854Y" fmla="*/ 427844 h 3047670"/>
              <a:gd name="GluePoint3855X" fmla="*/ 1059938 w 3044273"/>
              <a:gd name="GluePoint3855Y" fmla="*/ 426714 h 3047670"/>
              <a:gd name="GluePoint3856X" fmla="*/ 1075514 w 3044273"/>
              <a:gd name="GluePoint3856Y" fmla="*/ 442165 h 3047670"/>
              <a:gd name="GluePoint3857X" fmla="*/ 1060063 w 3044273"/>
              <a:gd name="GluePoint3857Y" fmla="*/ 457742 h 3047670"/>
              <a:gd name="GluePoint3858X" fmla="*/ 1044487 w 3044273"/>
              <a:gd name="GluePoint3858Y" fmla="*/ 442291 h 3047670"/>
              <a:gd name="GluePoint3859X" fmla="*/ 1059938 w 3044273"/>
              <a:gd name="GluePoint3859Y" fmla="*/ 426714 h 3047670"/>
              <a:gd name="GluePoint3860X" fmla="*/ 2355655 w 3044273"/>
              <a:gd name="GluePoint3860Y" fmla="*/ 425958 h 3047670"/>
              <a:gd name="GluePoint3861X" fmla="*/ 2361434 w 3044273"/>
              <a:gd name="GluePoint3861Y" fmla="*/ 431736 h 3047670"/>
              <a:gd name="GluePoint3862X" fmla="*/ 2355655 w 3044273"/>
              <a:gd name="GluePoint3862Y" fmla="*/ 437515 h 3047670"/>
              <a:gd name="GluePoint3863X" fmla="*/ 2349877 w 3044273"/>
              <a:gd name="GluePoint3863Y" fmla="*/ 431736 h 3047670"/>
              <a:gd name="GluePoint3864X" fmla="*/ 2355655 w 3044273"/>
              <a:gd name="GluePoint3864Y" fmla="*/ 425958 h 3047670"/>
              <a:gd name="GluePoint3865X" fmla="*/ 398445 w 3044273"/>
              <a:gd name="GluePoint3865Y" fmla="*/ 422695 h 3047670"/>
              <a:gd name="GluePoint3866X" fmla="*/ 403093 w 3044273"/>
              <a:gd name="GluePoint3866Y" fmla="*/ 427343 h 3047670"/>
              <a:gd name="GluePoint3867X" fmla="*/ 398445 w 3044273"/>
              <a:gd name="GluePoint3867Y" fmla="*/ 431991 h 3047670"/>
              <a:gd name="GluePoint3868X" fmla="*/ 393798 w 3044273"/>
              <a:gd name="GluePoint3868Y" fmla="*/ 427343 h 3047670"/>
              <a:gd name="GluePoint3869X" fmla="*/ 398445 w 3044273"/>
              <a:gd name="GluePoint3869Y" fmla="*/ 422695 h 3047670"/>
              <a:gd name="GluePoint3870X" fmla="*/ 865108 w 3044273"/>
              <a:gd name="GluePoint3870Y" fmla="*/ 420935 h 3047670"/>
              <a:gd name="GluePoint3871X" fmla="*/ 875284 w 3044273"/>
              <a:gd name="GluePoint3871Y" fmla="*/ 431109 h 3047670"/>
              <a:gd name="GluePoint3872X" fmla="*/ 865108 w 3044273"/>
              <a:gd name="GluePoint3872Y" fmla="*/ 441284 h 3047670"/>
              <a:gd name="GluePoint3873X" fmla="*/ 854934 w 3044273"/>
              <a:gd name="GluePoint3873Y" fmla="*/ 431109 h 3047670"/>
              <a:gd name="GluePoint3874X" fmla="*/ 865108 w 3044273"/>
              <a:gd name="GluePoint3874Y" fmla="*/ 420935 h 3047670"/>
              <a:gd name="GluePoint3875X" fmla="*/ 2170501 w 3044273"/>
              <a:gd name="GluePoint3875Y" fmla="*/ 418423 h 3047670"/>
              <a:gd name="GluePoint3876X" fmla="*/ 2178541 w 3044273"/>
              <a:gd name="GluePoint3876Y" fmla="*/ 426337 h 3047670"/>
              <a:gd name="GluePoint3877X" fmla="*/ 2170626 w 3044273"/>
              <a:gd name="GluePoint3877Y" fmla="*/ 434377 h 3047670"/>
              <a:gd name="GluePoint3878X" fmla="*/ 2162586 w 3044273"/>
              <a:gd name="GluePoint3878Y" fmla="*/ 426463 h 3047670"/>
              <a:gd name="GluePoint3879X" fmla="*/ 2170501 w 3044273"/>
              <a:gd name="GluePoint3879Y" fmla="*/ 418423 h 3047670"/>
              <a:gd name="GluePoint3880X" fmla="*/ 1895278 w 3044273"/>
              <a:gd name="GluePoint3880Y" fmla="*/ 398828 h 3047670"/>
              <a:gd name="GluePoint3881X" fmla="*/ 1906835 w 3044273"/>
              <a:gd name="GluePoint3881Y" fmla="*/ 410258 h 3047670"/>
              <a:gd name="GluePoint3882X" fmla="*/ 1895403 w 3044273"/>
              <a:gd name="GluePoint3882Y" fmla="*/ 421815 h 3047670"/>
              <a:gd name="GluePoint3883X" fmla="*/ 1883846 w 3044273"/>
              <a:gd name="GluePoint3883Y" fmla="*/ 410384 h 3047670"/>
              <a:gd name="GluePoint3884X" fmla="*/ 1895278 w 3044273"/>
              <a:gd name="GluePoint3884Y" fmla="*/ 398828 h 3047670"/>
              <a:gd name="GluePoint3885X" fmla="*/ 1140080 w 3044273"/>
              <a:gd name="GluePoint3885Y" fmla="*/ 395184 h 3047670"/>
              <a:gd name="GluePoint3886X" fmla="*/ 1158042 w 3044273"/>
              <a:gd name="GluePoint3886Y" fmla="*/ 413022 h 3047670"/>
              <a:gd name="GluePoint3887X" fmla="*/ 1140205 w 3044273"/>
              <a:gd name="GluePoint3887Y" fmla="*/ 430984 h 3047670"/>
              <a:gd name="GluePoint3888X" fmla="*/ 1122242 w 3044273"/>
              <a:gd name="GluePoint3888Y" fmla="*/ 413147 h 3047670"/>
              <a:gd name="GluePoint3889X" fmla="*/ 1140080 w 3044273"/>
              <a:gd name="GluePoint3889Y" fmla="*/ 395184 h 3047670"/>
              <a:gd name="GluePoint3890X" fmla="*/ 569786 w 3044273"/>
              <a:gd name="GluePoint3890Y" fmla="*/ 392924 h 3047670"/>
              <a:gd name="GluePoint3891X" fmla="*/ 579584 w 3044273"/>
              <a:gd name="GluePoint3891Y" fmla="*/ 402595 h 3047670"/>
              <a:gd name="GluePoint3892X" fmla="*/ 569911 w 3044273"/>
              <a:gd name="GluePoint3892Y" fmla="*/ 412393 h 3047670"/>
              <a:gd name="GluePoint3893X" fmla="*/ 560115 w 3044273"/>
              <a:gd name="GluePoint3893Y" fmla="*/ 402722 h 3047670"/>
              <a:gd name="GluePoint3894X" fmla="*/ 569786 w 3044273"/>
              <a:gd name="GluePoint3894Y" fmla="*/ 392924 h 3047670"/>
              <a:gd name="GluePoint3895X" fmla="*/ 2465442 w 3044273"/>
              <a:gd name="GluePoint3895Y" fmla="*/ 391543 h 3047670"/>
              <a:gd name="GluePoint3896X" fmla="*/ 2469713 w 3044273"/>
              <a:gd name="GluePoint3896Y" fmla="*/ 395688 h 3047670"/>
              <a:gd name="GluePoint3897X" fmla="*/ 2465567 w 3044273"/>
              <a:gd name="GluePoint3897Y" fmla="*/ 399960 h 3047670"/>
              <a:gd name="GluePoint3898X" fmla="*/ 2461297 w 3044273"/>
              <a:gd name="GluePoint3898Y" fmla="*/ 395815 h 3047670"/>
              <a:gd name="GluePoint3899X" fmla="*/ 2465442 w 3044273"/>
              <a:gd name="GluePoint3899Y" fmla="*/ 391543 h 3047670"/>
              <a:gd name="GluePoint3900X" fmla="*/ 750296 w 3044273"/>
              <a:gd name="GluePoint3900Y" fmla="*/ 379732 h 3047670"/>
              <a:gd name="GluePoint3901X" fmla="*/ 760094 w 3044273"/>
              <a:gd name="GluePoint3901Y" fmla="*/ 389404 h 3047670"/>
              <a:gd name="GluePoint3902X" fmla="*/ 750422 w 3044273"/>
              <a:gd name="GluePoint3902Y" fmla="*/ 399203 h 3047670"/>
              <a:gd name="GluePoint3903X" fmla="*/ 740624 w 3044273"/>
              <a:gd name="GluePoint3903Y" fmla="*/ 389531 h 3047670"/>
              <a:gd name="GluePoint3904X" fmla="*/ 750296 w 3044273"/>
              <a:gd name="GluePoint3904Y" fmla="*/ 379732 h 3047670"/>
              <a:gd name="GluePoint3905X" fmla="*/ 940353 w 3044273"/>
              <a:gd name="GluePoint3905Y" fmla="*/ 378980 h 3047670"/>
              <a:gd name="GluePoint3906X" fmla="*/ 952787 w 3044273"/>
              <a:gd name="GluePoint3906Y" fmla="*/ 391289 h 3047670"/>
              <a:gd name="GluePoint3907X" fmla="*/ 940478 w 3044273"/>
              <a:gd name="GluePoint3907Y" fmla="*/ 403726 h 3047670"/>
              <a:gd name="GluePoint3908X" fmla="*/ 928042 w 3044273"/>
              <a:gd name="GluePoint3908Y" fmla="*/ 391415 h 3047670"/>
              <a:gd name="GluePoint3909X" fmla="*/ 940353 w 3044273"/>
              <a:gd name="GluePoint3909Y" fmla="*/ 378980 h 3047670"/>
              <a:gd name="GluePoint3910X" fmla="*/ 2094752 w 3044273"/>
              <a:gd name="GluePoint3910Y" fmla="*/ 378353 h 3047670"/>
              <a:gd name="GluePoint3911X" fmla="*/ 2103671 w 3044273"/>
              <a:gd name="GluePoint3911Y" fmla="*/ 387145 h 3047670"/>
              <a:gd name="GluePoint3912X" fmla="*/ 2094879 w 3044273"/>
              <a:gd name="GluePoint3912Y" fmla="*/ 396064 h 3047670"/>
              <a:gd name="GluePoint3913X" fmla="*/ 2085960 w 3044273"/>
              <a:gd name="GluePoint3913Y" fmla="*/ 387272 h 3047670"/>
              <a:gd name="GluePoint3914X" fmla="*/ 2094752 w 3044273"/>
              <a:gd name="GluePoint3914Y" fmla="*/ 378353 h 3047670"/>
              <a:gd name="GluePoint3915X" fmla="*/ 2284935 w 3044273"/>
              <a:gd name="GluePoint3915Y" fmla="*/ 376845 h 3047670"/>
              <a:gd name="GluePoint3916X" fmla="*/ 2291971 w 3044273"/>
              <a:gd name="GluePoint3916Y" fmla="*/ 383879 h 3047670"/>
              <a:gd name="GluePoint3917X" fmla="*/ 2284935 w 3044273"/>
              <a:gd name="GluePoint3917Y" fmla="*/ 391039 h 3047670"/>
              <a:gd name="GluePoint3918X" fmla="*/ 2277900 w 3044273"/>
              <a:gd name="GluePoint3918Y" fmla="*/ 384005 h 3047670"/>
              <a:gd name="GluePoint3919X" fmla="*/ 2284935 w 3044273"/>
              <a:gd name="GluePoint3919Y" fmla="*/ 376845 h 3047670"/>
              <a:gd name="GluePoint3920X" fmla="*/ 1813126 w 3044273"/>
              <a:gd name="GluePoint3920Y" fmla="*/ 374206 h 3047670"/>
              <a:gd name="GluePoint3921X" fmla="*/ 1826442 w 3044273"/>
              <a:gd name="GluePoint3921Y" fmla="*/ 387397 h 3047670"/>
              <a:gd name="GluePoint3922X" fmla="*/ 1813252 w 3044273"/>
              <a:gd name="GluePoint3922Y" fmla="*/ 400712 h 3047670"/>
              <a:gd name="GluePoint3923X" fmla="*/ 1799936 w 3044273"/>
              <a:gd name="GluePoint3923Y" fmla="*/ 387522 h 3047670"/>
              <a:gd name="GluePoint3924X" fmla="*/ 1813126 w 3044273"/>
              <a:gd name="GluePoint3924Y" fmla="*/ 374206 h 3047670"/>
              <a:gd name="GluePoint3925X" fmla="*/ 1222108 w 3044273"/>
              <a:gd name="GluePoint3925Y" fmla="*/ 370941 h 3047670"/>
              <a:gd name="GluePoint3926X" fmla="*/ 1240824 w 3044273"/>
              <a:gd name="GluePoint3926Y" fmla="*/ 389407 h 3047670"/>
              <a:gd name="GluePoint3927X" fmla="*/ 1222233 w 3044273"/>
              <a:gd name="GluePoint3927Y" fmla="*/ 408124 h 3047670"/>
              <a:gd name="GluePoint3928X" fmla="*/ 1203517 w 3044273"/>
              <a:gd name="GluePoint3928Y" fmla="*/ 389658 h 3047670"/>
              <a:gd name="GluePoint3929X" fmla="*/ 1222108 w 3044273"/>
              <a:gd name="GluePoint3929Y" fmla="*/ 370941 h 3047670"/>
              <a:gd name="GluePoint3930X" fmla="*/ 461253 w 3044273"/>
              <a:gd name="GluePoint3930Y" fmla="*/ 366166 h 3047670"/>
              <a:gd name="GluePoint3931X" fmla="*/ 464770 w 3044273"/>
              <a:gd name="GluePoint3931Y" fmla="*/ 369684 h 3047670"/>
              <a:gd name="GluePoint3932X" fmla="*/ 461253 w 3044273"/>
              <a:gd name="GluePoint3932Y" fmla="*/ 373201 h 3047670"/>
              <a:gd name="GluePoint3933X" fmla="*/ 457736 w 3044273"/>
              <a:gd name="GluePoint3933Y" fmla="*/ 369684 h 3047670"/>
              <a:gd name="GluePoint3934X" fmla="*/ 461253 w 3044273"/>
              <a:gd name="GluePoint3934Y" fmla="*/ 366166 h 3047670"/>
              <a:gd name="GluePoint3935X" fmla="*/ 1729715 w 3044273"/>
              <a:gd name="GluePoint3935Y" fmla="*/ 362901 h 3047670"/>
              <a:gd name="GluePoint3936X" fmla="*/ 1737000 w 3044273"/>
              <a:gd name="GluePoint3936Y" fmla="*/ 370186 h 3047670"/>
              <a:gd name="GluePoint3937X" fmla="*/ 1729715 w 3044273"/>
              <a:gd name="GluePoint3937Y" fmla="*/ 377472 h 3047670"/>
              <a:gd name="GluePoint3938X" fmla="*/ 1722429 w 3044273"/>
              <a:gd name="GluePoint3938Y" fmla="*/ 370186 h 3047670"/>
              <a:gd name="GluePoint3939X" fmla="*/ 1729715 w 3044273"/>
              <a:gd name="GluePoint3939Y" fmla="*/ 362901 h 3047670"/>
              <a:gd name="GluePoint3940X" fmla="*/ 1305389 w 3044273"/>
              <a:gd name="GluePoint3940Y" fmla="*/ 357373 h 3047670"/>
              <a:gd name="GluePoint3941X" fmla="*/ 1319835 w 3044273"/>
              <a:gd name="GluePoint3941Y" fmla="*/ 371692 h 3047670"/>
              <a:gd name="GluePoint3942X" fmla="*/ 1305516 w 3044273"/>
              <a:gd name="GluePoint3942Y" fmla="*/ 386138 h 3047670"/>
              <a:gd name="GluePoint3943X" fmla="*/ 1291070 w 3044273"/>
              <a:gd name="GluePoint3943Y" fmla="*/ 371819 h 3047670"/>
              <a:gd name="GluePoint3944X" fmla="*/ 1305389 w 3044273"/>
              <a:gd name="GluePoint3944Y" fmla="*/ 357373 h 3047670"/>
              <a:gd name="GluePoint3945X" fmla="*/ 1645303 w 3044273"/>
              <a:gd name="GluePoint3945Y" fmla="*/ 350464 h 3047670"/>
              <a:gd name="GluePoint3946X" fmla="*/ 1653470 w 3044273"/>
              <a:gd name="GluePoint3946Y" fmla="*/ 358629 h 3047670"/>
              <a:gd name="GluePoint3947X" fmla="*/ 1645303 w 3044273"/>
              <a:gd name="GluePoint3947Y" fmla="*/ 366920 h 3047670"/>
              <a:gd name="GluePoint3948X" fmla="*/ 1637013 w 3044273"/>
              <a:gd name="GluePoint3948Y" fmla="*/ 358754 h 3047670"/>
              <a:gd name="GluePoint3949X" fmla="*/ 1645303 w 3044273"/>
              <a:gd name="GluePoint3949Y" fmla="*/ 350464 h 3047670"/>
              <a:gd name="GluePoint3950X" fmla="*/ 2016747 w 3044273"/>
              <a:gd name="GluePoint3950Y" fmla="*/ 349209 h 3047670"/>
              <a:gd name="GluePoint3951X" fmla="*/ 2020515 w 3044273"/>
              <a:gd name="GluePoint3951Y" fmla="*/ 352978 h 3047670"/>
              <a:gd name="GluePoint3952X" fmla="*/ 2016747 w 3044273"/>
              <a:gd name="GluePoint3952Y" fmla="*/ 356746 h 3047670"/>
              <a:gd name="GluePoint3953X" fmla="*/ 2012978 w 3044273"/>
              <a:gd name="GluePoint3953Y" fmla="*/ 352978 h 3047670"/>
              <a:gd name="GluePoint3954X" fmla="*/ 2016747 w 3044273"/>
              <a:gd name="GluePoint3954Y" fmla="*/ 349209 h 3047670"/>
              <a:gd name="GluePoint3955X" fmla="*/ 1389802 w 3044273"/>
              <a:gd name="GluePoint3955Y" fmla="*/ 347325 h 3047670"/>
              <a:gd name="GluePoint3956X" fmla="*/ 1402238 w 3044273"/>
              <a:gd name="GluePoint3956Y" fmla="*/ 359635 h 3047670"/>
              <a:gd name="GluePoint3957X" fmla="*/ 1389928 w 3044273"/>
              <a:gd name="GluePoint3957Y" fmla="*/ 372071 h 3047670"/>
              <a:gd name="GluePoint3958X" fmla="*/ 1377492 w 3044273"/>
              <a:gd name="GluePoint3958Y" fmla="*/ 359761 h 3047670"/>
              <a:gd name="GluePoint3959X" fmla="*/ 1389802 w 3044273"/>
              <a:gd name="GluePoint3959Y" fmla="*/ 347325 h 3047670"/>
              <a:gd name="GluePoint3960X" fmla="*/ 637745 w 3044273"/>
              <a:gd name="GluePoint3960Y" fmla="*/ 346949 h 3047670"/>
              <a:gd name="GluePoint3961X" fmla="*/ 642016 w 3044273"/>
              <a:gd name="GluePoint3961Y" fmla="*/ 351094 h 3047670"/>
              <a:gd name="GluePoint3962X" fmla="*/ 637871 w 3044273"/>
              <a:gd name="GluePoint3962Y" fmla="*/ 355366 h 3047670"/>
              <a:gd name="GluePoint3963X" fmla="*/ 633600 w 3044273"/>
              <a:gd name="GluePoint3963Y" fmla="*/ 351220 h 3047670"/>
              <a:gd name="GluePoint3964X" fmla="*/ 637745 w 3044273"/>
              <a:gd name="GluePoint3964Y" fmla="*/ 346949 h 3047670"/>
              <a:gd name="GluePoint3965X" fmla="*/ 1018359 w 3044273"/>
              <a:gd name="GluePoint3965Y" fmla="*/ 345441 h 3047670"/>
              <a:gd name="GluePoint3966X" fmla="*/ 1029414 w 3044273"/>
              <a:gd name="GluePoint3966Y" fmla="*/ 356495 h 3047670"/>
              <a:gd name="GluePoint3967X" fmla="*/ 1018359 w 3044273"/>
              <a:gd name="GluePoint3967Y" fmla="*/ 367675 h 3047670"/>
              <a:gd name="GluePoint3968X" fmla="*/ 1007305 w 3044273"/>
              <a:gd name="GluePoint3968Y" fmla="*/ 356621 h 3047670"/>
              <a:gd name="GluePoint3969X" fmla="*/ 1018359 w 3044273"/>
              <a:gd name="GluePoint3969Y" fmla="*/ 345441 h 3047670"/>
              <a:gd name="GluePoint3970X" fmla="*/ 1560137 w 3044273"/>
              <a:gd name="GluePoint3970Y" fmla="*/ 343179 h 3047670"/>
              <a:gd name="GluePoint3971X" fmla="*/ 1570187 w 3044273"/>
              <a:gd name="GluePoint3971Y" fmla="*/ 353103 h 3047670"/>
              <a:gd name="GluePoint3972X" fmla="*/ 1560263 w 3044273"/>
              <a:gd name="GluePoint3972Y" fmla="*/ 363152 h 3047670"/>
              <a:gd name="GluePoint3973X" fmla="*/ 1550213 w 3044273"/>
              <a:gd name="GluePoint3973Y" fmla="*/ 353228 h 3047670"/>
              <a:gd name="GluePoint3974X" fmla="*/ 1560137 w 3044273"/>
              <a:gd name="GluePoint3974Y" fmla="*/ 343179 h 3047670"/>
              <a:gd name="GluePoint3975X" fmla="*/ 2397233 w 3044273"/>
              <a:gd name="GluePoint3975Y" fmla="*/ 342803 h 3047670"/>
              <a:gd name="GluePoint3976X" fmla="*/ 2399242 w 3044273"/>
              <a:gd name="GluePoint3976Y" fmla="*/ 344813 h 3047670"/>
              <a:gd name="GluePoint3977X" fmla="*/ 2397233 w 3044273"/>
              <a:gd name="GluePoint3977Y" fmla="*/ 346823 h 3047670"/>
              <a:gd name="GluePoint3978X" fmla="*/ 2395223 w 3044273"/>
              <a:gd name="GluePoint3978Y" fmla="*/ 344813 h 3047670"/>
              <a:gd name="GluePoint3979X" fmla="*/ 2397233 w 3044273"/>
              <a:gd name="GluePoint3979Y" fmla="*/ 342803 h 3047670"/>
              <a:gd name="GluePoint3980X" fmla="*/ 823405 w 3044273"/>
              <a:gd name="GluePoint3980Y" fmla="*/ 341422 h 3047670"/>
              <a:gd name="GluePoint3981X" fmla="*/ 827676 w 3044273"/>
              <a:gd name="GluePoint3981Y" fmla="*/ 345568 h 3047670"/>
              <a:gd name="GluePoint3982X" fmla="*/ 823530 w 3044273"/>
              <a:gd name="GluePoint3982Y" fmla="*/ 349713 h 3047670"/>
              <a:gd name="GluePoint3983X" fmla="*/ 819260 w 3044273"/>
              <a:gd name="GluePoint3983Y" fmla="*/ 345568 h 3047670"/>
              <a:gd name="GluePoint3984X" fmla="*/ 823405 w 3044273"/>
              <a:gd name="GluePoint3984Y" fmla="*/ 341422 h 3047670"/>
              <a:gd name="GluePoint3985X" fmla="*/ 1474844 w 3044273"/>
              <a:gd name="GluePoint3985Y" fmla="*/ 341044 h 3047670"/>
              <a:gd name="GluePoint3986X" fmla="*/ 1487278 w 3044273"/>
              <a:gd name="GluePoint3986Y" fmla="*/ 353354 h 3047670"/>
              <a:gd name="GluePoint3987X" fmla="*/ 1474969 w 3044273"/>
              <a:gd name="GluePoint3987Y" fmla="*/ 365790 h 3047670"/>
              <a:gd name="GluePoint3988X" fmla="*/ 1462533 w 3044273"/>
              <a:gd name="GluePoint3988Y" fmla="*/ 353480 h 3047670"/>
              <a:gd name="GluePoint3989X" fmla="*/ 1474844 w 3044273"/>
              <a:gd name="GluePoint3989Y" fmla="*/ 341044 h 3047670"/>
              <a:gd name="GluePoint3990X" fmla="*/ 2211576 w 3044273"/>
              <a:gd name="GluePoint3990Y" fmla="*/ 337652 h 3047670"/>
              <a:gd name="GluePoint3991X" fmla="*/ 2214464 w 3044273"/>
              <a:gd name="GluePoint3991Y" fmla="*/ 340542 h 3047670"/>
              <a:gd name="GluePoint3992X" fmla="*/ 2211576 w 3044273"/>
              <a:gd name="GluePoint3992Y" fmla="*/ 343431 h 3047670"/>
              <a:gd name="GluePoint3993X" fmla="*/ 2208686 w 3044273"/>
              <a:gd name="GluePoint3993Y" fmla="*/ 340542 h 3047670"/>
              <a:gd name="GluePoint3994X" fmla="*/ 2211576 w 3044273"/>
              <a:gd name="GluePoint3994Y" fmla="*/ 337652 h 3047670"/>
              <a:gd name="GluePoint3995X" fmla="*/ 1936605 w 3044273"/>
              <a:gd name="GluePoint3995Y" fmla="*/ 319187 h 3047670"/>
              <a:gd name="GluePoint3996X" fmla="*/ 1941252 w 3044273"/>
              <a:gd name="GluePoint3996Y" fmla="*/ 323835 h 3047670"/>
              <a:gd name="GluePoint3997X" fmla="*/ 1936605 w 3044273"/>
              <a:gd name="GluePoint3997Y" fmla="*/ 328483 h 3047670"/>
              <a:gd name="GluePoint3998X" fmla="*/ 1931957 w 3044273"/>
              <a:gd name="GluePoint3998Y" fmla="*/ 323835 h 3047670"/>
              <a:gd name="GluePoint3999X" fmla="*/ 1936605 w 3044273"/>
              <a:gd name="GluePoint3999Y" fmla="*/ 319187 h 3047670"/>
              <a:gd name="GluePoint4000X" fmla="*/ 1098125 w 3044273"/>
              <a:gd name="GluePoint4000Y" fmla="*/ 315921 h 3047670"/>
              <a:gd name="GluePoint4001X" fmla="*/ 1109305 w 3044273"/>
              <a:gd name="GluePoint4001Y" fmla="*/ 326975 h 3047670"/>
              <a:gd name="GluePoint4002X" fmla="*/ 1098250 w 3044273"/>
              <a:gd name="GluePoint4002Y" fmla="*/ 338029 h 3047670"/>
              <a:gd name="GluePoint4003X" fmla="*/ 1087196 w 3044273"/>
              <a:gd name="GluePoint4003Y" fmla="*/ 326975 h 3047670"/>
              <a:gd name="GluePoint4004X" fmla="*/ 1098125 w 3044273"/>
              <a:gd name="GluePoint4004Y" fmla="*/ 315921 h 3047670"/>
              <a:gd name="GluePoint4005X" fmla="*/ 527075 w 3044273"/>
              <a:gd name="GluePoint4005Y" fmla="*/ 311900 h 3047670"/>
              <a:gd name="GluePoint4006X" fmla="*/ 530592 w 3044273"/>
              <a:gd name="GluePoint4006Y" fmla="*/ 315418 h 3047670"/>
              <a:gd name="GluePoint4007X" fmla="*/ 527075 w 3044273"/>
              <a:gd name="GluePoint4007Y" fmla="*/ 318935 h 3047670"/>
              <a:gd name="GluePoint4008X" fmla="*/ 523558 w 3044273"/>
              <a:gd name="GluePoint4008Y" fmla="*/ 315418 h 3047670"/>
              <a:gd name="GluePoint4009X" fmla="*/ 527075 w 3044273"/>
              <a:gd name="GluePoint4009Y" fmla="*/ 311900 h 3047670"/>
              <a:gd name="GluePoint4010X" fmla="*/ 898899 w 3044273"/>
              <a:gd name="GluePoint4010Y" fmla="*/ 301727 h 3047670"/>
              <a:gd name="GluePoint4011X" fmla="*/ 903170 w 3044273"/>
              <a:gd name="GluePoint4011Y" fmla="*/ 305872 h 3047670"/>
              <a:gd name="GluePoint4012X" fmla="*/ 899024 w 3044273"/>
              <a:gd name="GluePoint4012Y" fmla="*/ 310144 h 3047670"/>
              <a:gd name="GluePoint4013X" fmla="*/ 894754 w 3044273"/>
              <a:gd name="GluePoint4013Y" fmla="*/ 305999 h 3047670"/>
              <a:gd name="GluePoint4014X" fmla="*/ 898899 w 3044273"/>
              <a:gd name="GluePoint4014Y" fmla="*/ 301727 h 3047670"/>
              <a:gd name="GluePoint4015X" fmla="*/ 708467 w 3044273"/>
              <a:gd name="GluePoint4015Y" fmla="*/ 299214 h 3047670"/>
              <a:gd name="GluePoint4016X" fmla="*/ 712738 w 3044273"/>
              <a:gd name="GluePoint4016Y" fmla="*/ 303359 h 3047670"/>
              <a:gd name="GluePoint4017X" fmla="*/ 708593 w 3044273"/>
              <a:gd name="GluePoint4017Y" fmla="*/ 307630 h 3047670"/>
              <a:gd name="GluePoint4018X" fmla="*/ 704322 w 3044273"/>
              <a:gd name="GluePoint4018Y" fmla="*/ 303485 h 3047670"/>
              <a:gd name="GluePoint4019X" fmla="*/ 708467 w 3044273"/>
              <a:gd name="GluePoint4019Y" fmla="*/ 299214 h 3047670"/>
              <a:gd name="GluePoint4020X" fmla="*/ 2135829 w 3044273"/>
              <a:gd name="GluePoint4020Y" fmla="*/ 298335 h 3047670"/>
              <a:gd name="GluePoint4021X" fmla="*/ 2138971 w 3044273"/>
              <a:gd name="GluePoint4021Y" fmla="*/ 301475 h 3047670"/>
              <a:gd name="GluePoint4022X" fmla="*/ 2135829 w 3044273"/>
              <a:gd name="GluePoint4022Y" fmla="*/ 304616 h 3047670"/>
              <a:gd name="GluePoint4023X" fmla="*/ 2132689 w 3044273"/>
              <a:gd name="GluePoint4023Y" fmla="*/ 301475 h 3047670"/>
              <a:gd name="GluePoint4024X" fmla="*/ 2135829 w 3044273"/>
              <a:gd name="GluePoint4024Y" fmla="*/ 298335 h 3047670"/>
              <a:gd name="GluePoint4025X" fmla="*/ 2326260 w 3044273"/>
              <a:gd name="GluePoint4025Y" fmla="*/ 295320 h 3047670"/>
              <a:gd name="GluePoint4026X" fmla="*/ 2328647 w 3044273"/>
              <a:gd name="GluePoint4026Y" fmla="*/ 297708 h 3047670"/>
              <a:gd name="GluePoint4027X" fmla="*/ 2326260 w 3044273"/>
              <a:gd name="GluePoint4027Y" fmla="*/ 300095 h 3047670"/>
              <a:gd name="GluePoint4028X" fmla="*/ 2323748 w 3044273"/>
              <a:gd name="GluePoint4028Y" fmla="*/ 297708 h 3047670"/>
              <a:gd name="GluePoint4029X" fmla="*/ 2326260 w 3044273"/>
              <a:gd name="GluePoint4029Y" fmla="*/ 295320 h 3047670"/>
              <a:gd name="GluePoint4030X" fmla="*/ 1854579 w 3044273"/>
              <a:gd name="GluePoint4030Y" fmla="*/ 293687 h 3047670"/>
              <a:gd name="GluePoint4031X" fmla="*/ 1860859 w 3044273"/>
              <a:gd name="GluePoint4031Y" fmla="*/ 299842 h 3047670"/>
              <a:gd name="GluePoint4032X" fmla="*/ 1854704 w 3044273"/>
              <a:gd name="GluePoint4032Y" fmla="*/ 305998 h 3047670"/>
              <a:gd name="GluePoint4033X" fmla="*/ 1848549 w 3044273"/>
              <a:gd name="GluePoint4033Y" fmla="*/ 299842 h 3047670"/>
              <a:gd name="GluePoint4034X" fmla="*/ 1854579 w 3044273"/>
              <a:gd name="GluePoint4034Y" fmla="*/ 293687 h 3047670"/>
              <a:gd name="GluePoint4035X" fmla="*/ 1179900 w 3044273"/>
              <a:gd name="GluePoint4035Y" fmla="*/ 287658 h 3047670"/>
              <a:gd name="GluePoint4036X" fmla="*/ 1194597 w 3044273"/>
              <a:gd name="GluePoint4036Y" fmla="*/ 302229 h 3047670"/>
              <a:gd name="GluePoint4037X" fmla="*/ 1180025 w 3044273"/>
              <a:gd name="GluePoint4037Y" fmla="*/ 316926 h 3047670"/>
              <a:gd name="GluePoint4038X" fmla="*/ 1165329 w 3044273"/>
              <a:gd name="GluePoint4038Y" fmla="*/ 302355 h 3047670"/>
              <a:gd name="GluePoint4039X" fmla="*/ 1179900 w 3044273"/>
              <a:gd name="GluePoint4039Y" fmla="*/ 287658 h 3047670"/>
              <a:gd name="GluePoint4040X" fmla="*/ 1771546 w 3044273"/>
              <a:gd name="GluePoint4040Y" fmla="*/ 279116 h 3047670"/>
              <a:gd name="GluePoint4041X" fmla="*/ 1773555 w 3044273"/>
              <a:gd name="GluePoint4041Y" fmla="*/ 281126 h 3047670"/>
              <a:gd name="GluePoint4042X" fmla="*/ 1771546 w 3044273"/>
              <a:gd name="GluePoint4042Y" fmla="*/ 283136 h 3047670"/>
              <a:gd name="GluePoint4043X" fmla="*/ 1769536 w 3044273"/>
              <a:gd name="GluePoint4043Y" fmla="*/ 281126 h 3047670"/>
              <a:gd name="GluePoint4044X" fmla="*/ 1771546 w 3044273"/>
              <a:gd name="GluePoint4044Y" fmla="*/ 279116 h 3047670"/>
              <a:gd name="GluePoint4045X" fmla="*/ 1262933 w 3044273"/>
              <a:gd name="GluePoint4045Y" fmla="*/ 270197 h 3047670"/>
              <a:gd name="GluePoint4046X" fmla="*/ 1275870 w 3044273"/>
              <a:gd name="GluePoint4046Y" fmla="*/ 283010 h 3047670"/>
              <a:gd name="GluePoint4047X" fmla="*/ 1263058 w 3044273"/>
              <a:gd name="GluePoint4047Y" fmla="*/ 295948 h 3047670"/>
              <a:gd name="GluePoint4048X" fmla="*/ 1250119 w 3044273"/>
              <a:gd name="GluePoint4048Y" fmla="*/ 283136 h 3047670"/>
              <a:gd name="GluePoint4049X" fmla="*/ 1262933 w 3044273"/>
              <a:gd name="GluePoint4049Y" fmla="*/ 270197 h 3047670"/>
              <a:gd name="GluePoint4050X" fmla="*/ 976780 w 3044273"/>
              <a:gd name="GluePoint4050Y" fmla="*/ 268061 h 3047670"/>
              <a:gd name="GluePoint4051X" fmla="*/ 979669 w 3044273"/>
              <a:gd name="GluePoint4051Y" fmla="*/ 270951 h 3047670"/>
              <a:gd name="GluePoint4052X" fmla="*/ 976780 w 3044273"/>
              <a:gd name="GluePoint4052Y" fmla="*/ 273839 h 3047670"/>
              <a:gd name="GluePoint4053X" fmla="*/ 973891 w 3044273"/>
              <a:gd name="GluePoint4053Y" fmla="*/ 270951 h 3047670"/>
              <a:gd name="GluePoint4054X" fmla="*/ 976780 w 3044273"/>
              <a:gd name="GluePoint4054Y" fmla="*/ 268061 h 3047670"/>
              <a:gd name="GluePoint4055X" fmla="*/ 2057698 w 3044273"/>
              <a:gd name="GluePoint4055Y" fmla="*/ 266178 h 3047670"/>
              <a:gd name="GluePoint4056X" fmla="*/ 2058577 w 3044273"/>
              <a:gd name="GluePoint4056Y" fmla="*/ 267058 h 3047670"/>
              <a:gd name="GluePoint4057X" fmla="*/ 2057698 w 3044273"/>
              <a:gd name="GluePoint4057Y" fmla="*/ 267937 h 3047670"/>
              <a:gd name="GluePoint4058X" fmla="*/ 2056818 w 3044273"/>
              <a:gd name="GluePoint4058Y" fmla="*/ 267058 h 3047670"/>
              <a:gd name="GluePoint4059X" fmla="*/ 2057698 w 3044273"/>
              <a:gd name="GluePoint4059Y" fmla="*/ 266178 h 3047670"/>
              <a:gd name="GluePoint4060X" fmla="*/ 1687133 w 3044273"/>
              <a:gd name="GluePoint4060Y" fmla="*/ 265549 h 3047670"/>
              <a:gd name="GluePoint4061X" fmla="*/ 1689645 w 3044273"/>
              <a:gd name="GluePoint4061Y" fmla="*/ 267936 h 3047670"/>
              <a:gd name="GluePoint4062X" fmla="*/ 1687259 w 3044273"/>
              <a:gd name="GluePoint4062Y" fmla="*/ 270323 h 3047670"/>
              <a:gd name="GluePoint4063X" fmla="*/ 1684872 w 3044273"/>
              <a:gd name="GluePoint4063Y" fmla="*/ 267936 h 3047670"/>
              <a:gd name="GluePoint4064X" fmla="*/ 1687133 w 3044273"/>
              <a:gd name="GluePoint4064Y" fmla="*/ 265549 h 3047670"/>
              <a:gd name="GluePoint4065X" fmla="*/ 595659 w 3044273"/>
              <a:gd name="GluePoint4065Y" fmla="*/ 263414 h 3047670"/>
              <a:gd name="GluePoint4066X" fmla="*/ 596790 w 3044273"/>
              <a:gd name="GluePoint4066Y" fmla="*/ 264544 h 3047670"/>
              <a:gd name="GluePoint4067X" fmla="*/ 595659 w 3044273"/>
              <a:gd name="GluePoint4067Y" fmla="*/ 265675 h 3047670"/>
              <a:gd name="GluePoint4068X" fmla="*/ 594530 w 3044273"/>
              <a:gd name="GluePoint4068Y" fmla="*/ 264544 h 3047670"/>
              <a:gd name="GluePoint4069X" fmla="*/ 595659 w 3044273"/>
              <a:gd name="GluePoint4069Y" fmla="*/ 263414 h 3047670"/>
              <a:gd name="GluePoint4070X" fmla="*/ 781825 w 3044273"/>
              <a:gd name="GluePoint4070Y" fmla="*/ 258767 h 3047670"/>
              <a:gd name="GluePoint4071X" fmla="*/ 782956 w 3044273"/>
              <a:gd name="GluePoint4071Y" fmla="*/ 259897 h 3047670"/>
              <a:gd name="GluePoint4072X" fmla="*/ 781825 w 3044273"/>
              <a:gd name="GluePoint4072Y" fmla="*/ 261028 h 3047670"/>
              <a:gd name="GluePoint4073X" fmla="*/ 780695 w 3044273"/>
              <a:gd name="GluePoint4073Y" fmla="*/ 259897 h 3047670"/>
              <a:gd name="GluePoint4074X" fmla="*/ 781825 w 3044273"/>
              <a:gd name="GluePoint4074Y" fmla="*/ 258767 h 3047670"/>
              <a:gd name="GluePoint4075X" fmla="*/ 1347093 w 3044273"/>
              <a:gd name="GluePoint4075Y" fmla="*/ 256884 h 3047670"/>
              <a:gd name="GluePoint4076X" fmla="*/ 1359530 w 3044273"/>
              <a:gd name="GluePoint4076Y" fmla="*/ 269193 h 3047670"/>
              <a:gd name="GluePoint4077X" fmla="*/ 1347219 w 3044273"/>
              <a:gd name="GluePoint4077Y" fmla="*/ 281629 h 3047670"/>
              <a:gd name="GluePoint4078X" fmla="*/ 1334784 w 3044273"/>
              <a:gd name="GluePoint4078Y" fmla="*/ 269193 h 3047670"/>
              <a:gd name="GluePoint4079X" fmla="*/ 1347093 w 3044273"/>
              <a:gd name="GluePoint4079Y" fmla="*/ 256884 h 3047670"/>
              <a:gd name="GluePoint4080X" fmla="*/ 1602469 w 3044273"/>
              <a:gd name="GluePoint4080Y" fmla="*/ 256253 h 3047670"/>
              <a:gd name="GluePoint4081X" fmla="*/ 1606237 w 3044273"/>
              <a:gd name="GluePoint4081Y" fmla="*/ 260022 h 3047670"/>
              <a:gd name="GluePoint4082X" fmla="*/ 1602469 w 3044273"/>
              <a:gd name="GluePoint4082Y" fmla="*/ 263790 h 3047670"/>
              <a:gd name="GluePoint4083X" fmla="*/ 1598700 w 3044273"/>
              <a:gd name="GluePoint4083Y" fmla="*/ 260022 h 3047670"/>
              <a:gd name="GluePoint4084X" fmla="*/ 1602469 w 3044273"/>
              <a:gd name="GluePoint4084Y" fmla="*/ 256253 h 3047670"/>
              <a:gd name="GluePoint4085X" fmla="*/ 1517176 w 3044273"/>
              <a:gd name="GluePoint4085Y" fmla="*/ 250978 h 3047670"/>
              <a:gd name="GluePoint4086X" fmla="*/ 1523833 w 3044273"/>
              <a:gd name="GluePoint4086Y" fmla="*/ 257635 h 3047670"/>
              <a:gd name="GluePoint4087X" fmla="*/ 1517176 w 3044273"/>
              <a:gd name="GluePoint4087Y" fmla="*/ 264294 h 3047670"/>
              <a:gd name="GluePoint4088X" fmla="*/ 1510518 w 3044273"/>
              <a:gd name="GluePoint4088Y" fmla="*/ 257635 h 3047670"/>
              <a:gd name="GluePoint4089X" fmla="*/ 1517176 w 3044273"/>
              <a:gd name="GluePoint4089Y" fmla="*/ 250978 h 3047670"/>
              <a:gd name="GluePoint4090X" fmla="*/ 1431883 w 3044273"/>
              <a:gd name="GluePoint4090Y" fmla="*/ 250351 h 3047670"/>
              <a:gd name="GluePoint4091X" fmla="*/ 1442310 w 3044273"/>
              <a:gd name="GluePoint4091Y" fmla="*/ 260650 h 3047670"/>
              <a:gd name="GluePoint4092X" fmla="*/ 1432010 w 3044273"/>
              <a:gd name="GluePoint4092Y" fmla="*/ 271076 h 3047670"/>
              <a:gd name="GluePoint4093X" fmla="*/ 1421583 w 3044273"/>
              <a:gd name="GluePoint4093Y" fmla="*/ 260650 h 3047670"/>
              <a:gd name="GluePoint4094X" fmla="*/ 1431883 w 3044273"/>
              <a:gd name="GluePoint4094Y" fmla="*/ 250351 h 3047670"/>
              <a:gd name="GluePoint4095X" fmla="*/ 1977807 w 3044273"/>
              <a:gd name="GluePoint4095Y" fmla="*/ 236532 h 3047670"/>
              <a:gd name="GluePoint4096X" fmla="*/ 1978686 w 3044273"/>
              <a:gd name="GluePoint4096Y" fmla="*/ 237412 h 3047670"/>
              <a:gd name="GluePoint4097X" fmla="*/ 1977807 w 3044273"/>
              <a:gd name="GluePoint4097Y" fmla="*/ 238291 h 3047670"/>
              <a:gd name="GluePoint4098X" fmla="*/ 1976927 w 3044273"/>
              <a:gd name="GluePoint4098Y" fmla="*/ 237412 h 3047670"/>
              <a:gd name="GluePoint4099X" fmla="*/ 1977807 w 3044273"/>
              <a:gd name="GluePoint4099Y" fmla="*/ 236532 h 3047670"/>
              <a:gd name="GluePoint4100X" fmla="*/ 1056420 w 3044273"/>
              <a:gd name="GluePoint4100Y" fmla="*/ 234398 h 3047670"/>
              <a:gd name="GluePoint4101X" fmla="*/ 1062827 w 3044273"/>
              <a:gd name="GluePoint4101Y" fmla="*/ 240804 h 3047670"/>
              <a:gd name="GluePoint4102X" fmla="*/ 1056420 w 3044273"/>
              <a:gd name="GluePoint4102Y" fmla="*/ 247209 h 3047670"/>
              <a:gd name="GluePoint4103X" fmla="*/ 1050014 w 3044273"/>
              <a:gd name="GluePoint4103Y" fmla="*/ 240804 h 3047670"/>
              <a:gd name="GluePoint4104X" fmla="*/ 1056420 w 3044273"/>
              <a:gd name="GluePoint4104Y" fmla="*/ 234398 h 3047670"/>
              <a:gd name="GluePoint4105X" fmla="*/ 857446 w 3044273"/>
              <a:gd name="GluePoint4105Y" fmla="*/ 219073 h 3047670"/>
              <a:gd name="GluePoint4106X" fmla="*/ 858827 w 3044273"/>
              <a:gd name="GluePoint4106Y" fmla="*/ 220455 h 3047670"/>
              <a:gd name="GluePoint4107X" fmla="*/ 857571 w 3044273"/>
              <a:gd name="GluePoint4107Y" fmla="*/ 221836 h 3047670"/>
              <a:gd name="GluePoint4108X" fmla="*/ 856189 w 3044273"/>
              <a:gd name="GluePoint4108Y" fmla="*/ 220455 h 3047670"/>
              <a:gd name="GluePoint4109X" fmla="*/ 857446 w 3044273"/>
              <a:gd name="GluePoint4109Y" fmla="*/ 219073 h 3047670"/>
              <a:gd name="GluePoint4110X" fmla="*/ 1896282 w 3044273"/>
              <a:gd name="GluePoint4110Y" fmla="*/ 211284 h 3047670"/>
              <a:gd name="GluePoint4111X" fmla="*/ 1897665 w 3044273"/>
              <a:gd name="GluePoint4111Y" fmla="*/ 212540 h 3047670"/>
              <a:gd name="GluePoint4112X" fmla="*/ 1896282 w 3044273"/>
              <a:gd name="GluePoint4112Y" fmla="*/ 213921 h 3047670"/>
              <a:gd name="GluePoint4113X" fmla="*/ 1894900 w 3044273"/>
              <a:gd name="GluePoint4113Y" fmla="*/ 212540 h 3047670"/>
              <a:gd name="GluePoint4114X" fmla="*/ 1896282 w 3044273"/>
              <a:gd name="GluePoint4114Y" fmla="*/ 211284 h 3047670"/>
              <a:gd name="GluePoint4115X" fmla="*/ 1137822 w 3044273"/>
              <a:gd name="GluePoint4115Y" fmla="*/ 204375 h 3047670"/>
              <a:gd name="GluePoint4116X" fmla="*/ 1148625 w 3044273"/>
              <a:gd name="GluePoint4116Y" fmla="*/ 215177 h 3047670"/>
              <a:gd name="GluePoint4117X" fmla="*/ 1137822 w 3044273"/>
              <a:gd name="GluePoint4117Y" fmla="*/ 226106 h 3047670"/>
              <a:gd name="GluePoint4118X" fmla="*/ 1127018 w 3044273"/>
              <a:gd name="GluePoint4118Y" fmla="*/ 215304 h 3047670"/>
              <a:gd name="GluePoint4119X" fmla="*/ 1137822 w 3044273"/>
              <a:gd name="GluePoint4119Y" fmla="*/ 204375 h 3047670"/>
              <a:gd name="GluePoint4120X" fmla="*/ 1813251 w 3044273"/>
              <a:gd name="GluePoint4120Y" fmla="*/ 190684 h 3047670"/>
              <a:gd name="GluePoint4121X" fmla="*/ 1815261 w 3044273"/>
              <a:gd name="GluePoint4121Y" fmla="*/ 192694 h 3047670"/>
              <a:gd name="GluePoint4122X" fmla="*/ 1813251 w 3044273"/>
              <a:gd name="GluePoint4122Y" fmla="*/ 194704 h 3047670"/>
              <a:gd name="GluePoint4123X" fmla="*/ 1811241 w 3044273"/>
              <a:gd name="GluePoint4123Y" fmla="*/ 192694 h 3047670"/>
              <a:gd name="GluePoint4124X" fmla="*/ 1813251 w 3044273"/>
              <a:gd name="GluePoint4124Y" fmla="*/ 190684 h 3047670"/>
              <a:gd name="GluePoint4125X" fmla="*/ 935201 w 3044273"/>
              <a:gd name="GluePoint4125Y" fmla="*/ 183900 h 3047670"/>
              <a:gd name="GluePoint4126X" fmla="*/ 936456 w 3044273"/>
              <a:gd name="GluePoint4126Y" fmla="*/ 185282 h 3047670"/>
              <a:gd name="GluePoint4127X" fmla="*/ 935201 w 3044273"/>
              <a:gd name="GluePoint4127Y" fmla="*/ 186663 h 3047670"/>
              <a:gd name="GluePoint4128X" fmla="*/ 933820 w 3044273"/>
              <a:gd name="GluePoint4128Y" fmla="*/ 185408 h 3047670"/>
              <a:gd name="GluePoint4129X" fmla="*/ 935201 w 3044273"/>
              <a:gd name="GluePoint4129Y" fmla="*/ 183900 h 3047670"/>
              <a:gd name="GluePoint4130X" fmla="*/ 1220598 w 3044273"/>
              <a:gd name="GluePoint4130Y" fmla="*/ 181889 h 3047670"/>
              <a:gd name="GluePoint4131X" fmla="*/ 1233537 w 3044273"/>
              <a:gd name="GluePoint4131Y" fmla="*/ 194702 h 3047670"/>
              <a:gd name="GluePoint4132X" fmla="*/ 1220725 w 3044273"/>
              <a:gd name="GluePoint4132Y" fmla="*/ 207640 h 3047670"/>
              <a:gd name="GluePoint4133X" fmla="*/ 1207786 w 3044273"/>
              <a:gd name="GluePoint4133Y" fmla="*/ 194828 h 3047670"/>
              <a:gd name="GluePoint4134X" fmla="*/ 1220598 w 3044273"/>
              <a:gd name="GluePoint4134Y" fmla="*/ 181889 h 3047670"/>
              <a:gd name="GluePoint4135X" fmla="*/ 1729341 w 3044273"/>
              <a:gd name="GluePoint4135Y" fmla="*/ 176865 h 3047670"/>
              <a:gd name="GluePoint4136X" fmla="*/ 1730220 w 3044273"/>
              <a:gd name="GluePoint4136Y" fmla="*/ 177745 h 3047670"/>
              <a:gd name="GluePoint4137X" fmla="*/ 1729341 w 3044273"/>
              <a:gd name="GluePoint4137Y" fmla="*/ 178625 h 3047670"/>
              <a:gd name="GluePoint4138X" fmla="*/ 1728461 w 3044273"/>
              <a:gd name="GluePoint4138Y" fmla="*/ 177745 h 3047670"/>
              <a:gd name="GluePoint4139X" fmla="*/ 1729341 w 3044273"/>
              <a:gd name="GluePoint4139Y" fmla="*/ 176865 h 3047670"/>
              <a:gd name="GluePoint4140X" fmla="*/ 1304509 w 3044273"/>
              <a:gd name="GluePoint4140Y" fmla="*/ 169956 h 3047670"/>
              <a:gd name="GluePoint4141X" fmla="*/ 1313806 w 3044273"/>
              <a:gd name="GluePoint4141Y" fmla="*/ 179253 h 3047670"/>
              <a:gd name="GluePoint4142X" fmla="*/ 1304509 w 3044273"/>
              <a:gd name="GluePoint4142Y" fmla="*/ 188547 h 3047670"/>
              <a:gd name="GluePoint4143X" fmla="*/ 1295214 w 3044273"/>
              <a:gd name="GluePoint4143Y" fmla="*/ 179253 h 3047670"/>
              <a:gd name="GluePoint4144X" fmla="*/ 1304509 w 3044273"/>
              <a:gd name="GluePoint4144Y" fmla="*/ 169956 h 3047670"/>
              <a:gd name="GluePoint4145X" fmla="*/ 1644550 w 3044273"/>
              <a:gd name="GluePoint4145Y" fmla="*/ 165435 h 3047670"/>
              <a:gd name="GluePoint4146X" fmla="*/ 1646938 w 3044273"/>
              <a:gd name="GluePoint4146Y" fmla="*/ 167822 h 3047670"/>
              <a:gd name="GluePoint4147X" fmla="*/ 1644550 w 3044273"/>
              <a:gd name="GluePoint4147Y" fmla="*/ 170209 h 3047670"/>
              <a:gd name="GluePoint4148X" fmla="*/ 1642163 w 3044273"/>
              <a:gd name="GluePoint4148Y" fmla="*/ 167822 h 3047670"/>
              <a:gd name="GluePoint4149X" fmla="*/ 1644550 w 3044273"/>
              <a:gd name="GluePoint4149Y" fmla="*/ 165435 h 3047670"/>
              <a:gd name="GluePoint4150X" fmla="*/ 1389050 w 3044273"/>
              <a:gd name="GluePoint4150Y" fmla="*/ 160788 h 3047670"/>
              <a:gd name="GluePoint4151X" fmla="*/ 1397090 w 3044273"/>
              <a:gd name="GluePoint4151Y" fmla="*/ 168703 h 3047670"/>
              <a:gd name="GluePoint4152X" fmla="*/ 1389175 w 3044273"/>
              <a:gd name="GluePoint4152Y" fmla="*/ 176743 h 3047670"/>
              <a:gd name="GluePoint4153X" fmla="*/ 1381135 w 3044273"/>
              <a:gd name="GluePoint4153Y" fmla="*/ 168828 h 3047670"/>
              <a:gd name="GluePoint4154X" fmla="*/ 1389050 w 3044273"/>
              <a:gd name="GluePoint4154Y" fmla="*/ 160788 h 3047670"/>
              <a:gd name="GluePoint4155X" fmla="*/ 1559509 w 3044273"/>
              <a:gd name="GluePoint4155Y" fmla="*/ 158275 h 3047670"/>
              <a:gd name="GluePoint4156X" fmla="*/ 1564407 w 3044273"/>
              <a:gd name="GluePoint4156Y" fmla="*/ 163048 h 3047670"/>
              <a:gd name="GluePoint4157X" fmla="*/ 1559509 w 3044273"/>
              <a:gd name="GluePoint4157Y" fmla="*/ 167947 h 3047670"/>
              <a:gd name="GluePoint4158X" fmla="*/ 1554610 w 3044273"/>
              <a:gd name="GluePoint4158Y" fmla="*/ 163048 h 3047670"/>
              <a:gd name="GluePoint4159X" fmla="*/ 1559509 w 3044273"/>
              <a:gd name="GluePoint4159Y" fmla="*/ 158275 h 3047670"/>
              <a:gd name="GluePoint4160X" fmla="*/ 1474215 w 3044273"/>
              <a:gd name="GluePoint4160Y" fmla="*/ 155385 h 3047670"/>
              <a:gd name="GluePoint4161X" fmla="*/ 1482254 w 3044273"/>
              <a:gd name="GluePoint4161Y" fmla="*/ 163300 h 3047670"/>
              <a:gd name="GluePoint4162X" fmla="*/ 1474340 w 3044273"/>
              <a:gd name="GluePoint4162Y" fmla="*/ 171339 h 3047670"/>
              <a:gd name="GluePoint4163X" fmla="*/ 1466301 w 3044273"/>
              <a:gd name="GluePoint4163Y" fmla="*/ 163425 h 3047670"/>
              <a:gd name="GluePoint4164X" fmla="*/ 1474215 w 3044273"/>
              <a:gd name="GluePoint4164Y" fmla="*/ 155385 h 3047670"/>
              <a:gd name="GluePoint4165X" fmla="*/ 1014716 w 3044273"/>
              <a:gd name="GluePoint4165Y" fmla="*/ 151115 h 3047670"/>
              <a:gd name="GluePoint4166X" fmla="*/ 1018233 w 3044273"/>
              <a:gd name="GluePoint4166Y" fmla="*/ 154632 h 3047670"/>
              <a:gd name="GluePoint4167X" fmla="*/ 1014716 w 3044273"/>
              <a:gd name="GluePoint4167Y" fmla="*/ 158149 h 3047670"/>
              <a:gd name="GluePoint4168X" fmla="*/ 1011199 w 3044273"/>
              <a:gd name="GluePoint4168Y" fmla="*/ 154632 h 3047670"/>
              <a:gd name="GluePoint4169X" fmla="*/ 1014716 w 3044273"/>
              <a:gd name="GluePoint4169Y" fmla="*/ 151115 h 3047670"/>
              <a:gd name="GluePoint4170X" fmla="*/ 1095862 w 3044273"/>
              <a:gd name="GluePoint4170Y" fmla="*/ 124986 h 3047670"/>
              <a:gd name="GluePoint4171X" fmla="*/ 1099379 w 3044273"/>
              <a:gd name="GluePoint4171Y" fmla="*/ 128503 h 3047670"/>
              <a:gd name="GluePoint4172X" fmla="*/ 1095862 w 3044273"/>
              <a:gd name="GluePoint4172Y" fmla="*/ 132020 h 3047670"/>
              <a:gd name="GluePoint4173X" fmla="*/ 1092345 w 3044273"/>
              <a:gd name="GluePoint4173Y" fmla="*/ 128503 h 3047670"/>
              <a:gd name="GluePoint4174X" fmla="*/ 1095862 w 3044273"/>
              <a:gd name="GluePoint4174Y" fmla="*/ 124986 h 3047670"/>
              <a:gd name="GluePoint4175X" fmla="*/ 1854956 w 3044273"/>
              <a:gd name="GluePoint4175Y" fmla="*/ 103507 h 3047670"/>
              <a:gd name="GluePoint4176X" fmla="*/ 1855837 w 3044273"/>
              <a:gd name="GluePoint4176Y" fmla="*/ 104387 h 3047670"/>
              <a:gd name="GluePoint4177X" fmla="*/ 1854956 w 3044273"/>
              <a:gd name="GluePoint4177Y" fmla="*/ 105268 h 3047670"/>
              <a:gd name="GluePoint4178X" fmla="*/ 1854076 w 3044273"/>
              <a:gd name="GluePoint4178Y" fmla="*/ 104387 h 3047670"/>
              <a:gd name="GluePoint4179X" fmla="*/ 1854956 w 3044273"/>
              <a:gd name="GluePoint4179Y" fmla="*/ 103507 h 3047670"/>
              <a:gd name="GluePoint4180X" fmla="*/ 1178391 w 3044273"/>
              <a:gd name="GluePoint4180Y" fmla="*/ 100240 h 3047670"/>
              <a:gd name="GluePoint4181X" fmla="*/ 1185049 w 3044273"/>
              <a:gd name="GluePoint4181Y" fmla="*/ 106898 h 3047670"/>
              <a:gd name="GluePoint4182X" fmla="*/ 1178391 w 3044273"/>
              <a:gd name="GluePoint4182Y" fmla="*/ 113555 h 3047670"/>
              <a:gd name="GluePoint4183X" fmla="*/ 1171734 w 3044273"/>
              <a:gd name="GluePoint4183Y" fmla="*/ 106898 h 3047670"/>
              <a:gd name="GluePoint4184X" fmla="*/ 1178391 w 3044273"/>
              <a:gd name="GluePoint4184Y" fmla="*/ 100240 h 3047670"/>
              <a:gd name="GluePoint4185X" fmla="*/ 893493 w 3044273"/>
              <a:gd name="GluePoint4185Y" fmla="*/ 99110 h 3047670"/>
              <a:gd name="GluePoint4186X" fmla="*/ 894121 w 3044273"/>
              <a:gd name="GluePoint4186Y" fmla="*/ 99738 h 3047670"/>
              <a:gd name="GluePoint4187X" fmla="*/ 893493 w 3044273"/>
              <a:gd name="GluePoint4187Y" fmla="*/ 100365 h 3047670"/>
              <a:gd name="GluePoint4188X" fmla="*/ 892866 w 3044273"/>
              <a:gd name="GluePoint4188Y" fmla="*/ 99738 h 3047670"/>
              <a:gd name="GluePoint4189X" fmla="*/ 893493 w 3044273"/>
              <a:gd name="GluePoint4189Y" fmla="*/ 99110 h 3047670"/>
              <a:gd name="GluePoint4190X" fmla="*/ 1771168 w 3044273"/>
              <a:gd name="GluePoint4190Y" fmla="*/ 87552 h 3047670"/>
              <a:gd name="GluePoint4191X" fmla="*/ 1771797 w 3044273"/>
              <a:gd name="GluePoint4191Y" fmla="*/ 88181 h 3047670"/>
              <a:gd name="GluePoint4192X" fmla="*/ 1771168 w 3044273"/>
              <a:gd name="GluePoint4192Y" fmla="*/ 88809 h 3047670"/>
              <a:gd name="GluePoint4193X" fmla="*/ 1770540 w 3044273"/>
              <a:gd name="GluePoint4193Y" fmla="*/ 88181 h 3047670"/>
              <a:gd name="GluePoint4194X" fmla="*/ 1771168 w 3044273"/>
              <a:gd name="GluePoint4194Y" fmla="*/ 87552 h 3047670"/>
              <a:gd name="GluePoint4195X" fmla="*/ 1261926 w 3044273"/>
              <a:gd name="GluePoint4195Y" fmla="*/ 86799 h 3047670"/>
              <a:gd name="GluePoint4196X" fmla="*/ 1265068 w 3044273"/>
              <a:gd name="GluePoint4196Y" fmla="*/ 89939 h 3047670"/>
              <a:gd name="GluePoint4197X" fmla="*/ 1261926 w 3044273"/>
              <a:gd name="GluePoint4197Y" fmla="*/ 93080 h 3047670"/>
              <a:gd name="GluePoint4198X" fmla="*/ 1258786 w 3044273"/>
              <a:gd name="GluePoint4198Y" fmla="*/ 89939 h 3047670"/>
              <a:gd name="GluePoint4199X" fmla="*/ 1261926 w 3044273"/>
              <a:gd name="GluePoint4199Y" fmla="*/ 86799 h 3047670"/>
              <a:gd name="GluePoint4200X" fmla="*/ 1686755 w 3044273"/>
              <a:gd name="GluePoint4200Y" fmla="*/ 75870 h 3047670"/>
              <a:gd name="GluePoint4201X" fmla="*/ 1687384 w 3044273"/>
              <a:gd name="GluePoint4201Y" fmla="*/ 76498 h 3047670"/>
              <a:gd name="GluePoint4202X" fmla="*/ 1686755 w 3044273"/>
              <a:gd name="GluePoint4202Y" fmla="*/ 77125 h 3047670"/>
              <a:gd name="GluePoint4203X" fmla="*/ 1686127 w 3044273"/>
              <a:gd name="GluePoint4203Y" fmla="*/ 76498 h 3047670"/>
              <a:gd name="GluePoint4204X" fmla="*/ 1686755 w 3044273"/>
              <a:gd name="GluePoint4204Y" fmla="*/ 75870 h 3047670"/>
              <a:gd name="GluePoint4205X" fmla="*/ 1346339 w 3044273"/>
              <a:gd name="GluePoint4205Y" fmla="*/ 73987 h 3047670"/>
              <a:gd name="GluePoint4206X" fmla="*/ 1350107 w 3044273"/>
              <a:gd name="GluePoint4206Y" fmla="*/ 77756 h 3047670"/>
              <a:gd name="GluePoint4207X" fmla="*/ 1346339 w 3044273"/>
              <a:gd name="GluePoint4207Y" fmla="*/ 81524 h 3047670"/>
              <a:gd name="GluePoint4208X" fmla="*/ 1342570 w 3044273"/>
              <a:gd name="GluePoint4208Y" fmla="*/ 77756 h 3047670"/>
              <a:gd name="GluePoint4209X" fmla="*/ 1346339 w 3044273"/>
              <a:gd name="GluePoint4209Y" fmla="*/ 73987 h 3047670"/>
              <a:gd name="GluePoint4210X" fmla="*/ 1601840 w 3044273"/>
              <a:gd name="GluePoint4210Y" fmla="*/ 68208 h 3047670"/>
              <a:gd name="GluePoint4211X" fmla="*/ 1603221 w 3044273"/>
              <a:gd name="GluePoint4211Y" fmla="*/ 69465 h 3047670"/>
              <a:gd name="GluePoint4212X" fmla="*/ 1601840 w 3044273"/>
              <a:gd name="GluePoint4212Y" fmla="*/ 70845 h 3047670"/>
              <a:gd name="GluePoint4213X" fmla="*/ 1600458 w 3044273"/>
              <a:gd name="GluePoint4213Y" fmla="*/ 69590 h 3047670"/>
              <a:gd name="GluePoint4214X" fmla="*/ 1601840 w 3044273"/>
              <a:gd name="GluePoint4214Y" fmla="*/ 68208 h 3047670"/>
              <a:gd name="GluePoint4215X" fmla="*/ 972881 w 3044273"/>
              <a:gd name="GluePoint4215Y" fmla="*/ 67832 h 3047670"/>
              <a:gd name="GluePoint4216X" fmla="*/ 973760 w 3044273"/>
              <a:gd name="GluePoint4216Y" fmla="*/ 68712 h 3047670"/>
              <a:gd name="GluePoint4217X" fmla="*/ 972881 w 3044273"/>
              <a:gd name="GluePoint4217Y" fmla="*/ 69591 h 3047670"/>
              <a:gd name="GluePoint4218X" fmla="*/ 972001 w 3044273"/>
              <a:gd name="GluePoint4218Y" fmla="*/ 68712 h 3047670"/>
              <a:gd name="GluePoint4219X" fmla="*/ 972881 w 3044273"/>
              <a:gd name="GluePoint4219Y" fmla="*/ 67832 h 3047670"/>
              <a:gd name="GluePoint4220X" fmla="*/ 1431254 w 3044273"/>
              <a:gd name="GluePoint4220Y" fmla="*/ 66701 h 3047670"/>
              <a:gd name="GluePoint4221X" fmla="*/ 1434772 w 3044273"/>
              <a:gd name="GluePoint4221Y" fmla="*/ 70218 h 3047670"/>
              <a:gd name="GluePoint4222X" fmla="*/ 1431254 w 3044273"/>
              <a:gd name="GluePoint4222Y" fmla="*/ 73735 h 3047670"/>
              <a:gd name="GluePoint4223X" fmla="*/ 1427737 w 3044273"/>
              <a:gd name="GluePoint4223Y" fmla="*/ 70218 h 3047670"/>
              <a:gd name="GluePoint4224X" fmla="*/ 1431254 w 3044273"/>
              <a:gd name="GluePoint4224Y" fmla="*/ 66701 h 3047670"/>
              <a:gd name="GluePoint4225X" fmla="*/ 1516423 w 3044273"/>
              <a:gd name="GluePoint4225Y" fmla="*/ 65193 h 3047670"/>
              <a:gd name="GluePoint4226X" fmla="*/ 1518809 w 3044273"/>
              <a:gd name="GluePoint4226Y" fmla="*/ 67580 h 3047670"/>
              <a:gd name="GluePoint4227X" fmla="*/ 1516423 w 3044273"/>
              <a:gd name="GluePoint4227Y" fmla="*/ 70093 h 3047670"/>
              <a:gd name="GluePoint4228X" fmla="*/ 1514036 w 3044273"/>
              <a:gd name="GluePoint4228Y" fmla="*/ 67580 h 3047670"/>
              <a:gd name="GluePoint4229X" fmla="*/ 1516423 w 3044273"/>
              <a:gd name="GluePoint4229Y" fmla="*/ 65193 h 3047670"/>
              <a:gd name="GluePoint4230X" fmla="*/ 1053902 w 3044273"/>
              <a:gd name="GluePoint4230Y" fmla="*/ 40448 h 3047670"/>
              <a:gd name="GluePoint4231X" fmla="*/ 1055284 w 3044273"/>
              <a:gd name="GluePoint4231Y" fmla="*/ 41830 h 3047670"/>
              <a:gd name="GluePoint4232X" fmla="*/ 1053902 w 3044273"/>
              <a:gd name="GluePoint4232Y" fmla="*/ 43212 h 3047670"/>
              <a:gd name="GluePoint4233X" fmla="*/ 1052520 w 3044273"/>
              <a:gd name="GluePoint4233Y" fmla="*/ 41830 h 3047670"/>
              <a:gd name="GluePoint4234X" fmla="*/ 1053902 w 3044273"/>
              <a:gd name="GluePoint4234Y" fmla="*/ 40448 h 3047670"/>
              <a:gd name="GluePoint4235X" fmla="*/ 1136181 w 3044273"/>
              <a:gd name="GluePoint4235Y" fmla="*/ 16957 h 3047670"/>
              <a:gd name="GluePoint4236X" fmla="*/ 1138442 w 3044273"/>
              <a:gd name="GluePoint4236Y" fmla="*/ 19217 h 3047670"/>
              <a:gd name="GluePoint4237X" fmla="*/ 1136181 w 3044273"/>
              <a:gd name="GluePoint4237Y" fmla="*/ 21479 h 3047670"/>
              <a:gd name="GluePoint4238X" fmla="*/ 1133920 w 3044273"/>
              <a:gd name="GluePoint4238Y" fmla="*/ 19344 h 3047670"/>
              <a:gd name="GluePoint4239X" fmla="*/ 1136181 w 3044273"/>
              <a:gd name="GluePoint4239Y" fmla="*/ 16957 h 3047670"/>
              <a:gd name="GluePoint4240X" fmla="*/ 1219461 w 3044273"/>
              <a:gd name="GluePoint4240Y" fmla="*/ 0 h 3047670"/>
              <a:gd name="GluePoint4241X" fmla="*/ 1220593 w 3044273"/>
              <a:gd name="GluePoint4241Y" fmla="*/ 1130 h 3047670"/>
              <a:gd name="GluePoint4242X" fmla="*/ 1219461 w 3044273"/>
              <a:gd name="GluePoint4242Y" fmla="*/ 2261 h 3047670"/>
              <a:gd name="GluePoint4243X" fmla="*/ 1218331 w 3044273"/>
              <a:gd name="GluePoint4243Y" fmla="*/ 1130 h 3047670"/>
              <a:gd name="GluePoint4244X" fmla="*/ 1219461 w 3044273"/>
              <a:gd name="GluePoint4244Y" fmla="*/ 0 h 3047670"/>
            </a:gdLst>
            <a:ahLst/>
            <a:cxnLst/>
            <a:rect l="textAreaLeft" t="textAreaTop" r="textAreaRight" b="textAreaBottom"/>
            <a:pathLst>
              <a:path w="3044273" h="3047670">
                <a:moveTo>
                  <a:pt x="1948158" y="3046415"/>
                </a:moveTo>
                <a:cubicBezTo>
                  <a:pt x="1948535" y="3046415"/>
                  <a:pt x="1948787" y="3046666"/>
                  <a:pt x="1948787" y="3047043"/>
                </a:cubicBezTo>
                <a:cubicBezTo>
                  <a:pt x="1948787" y="3047420"/>
                  <a:pt x="1948535" y="3047670"/>
                  <a:pt x="1948158" y="3047670"/>
                </a:cubicBezTo>
                <a:cubicBezTo>
                  <a:pt x="1947782" y="3047670"/>
                  <a:pt x="1947530" y="3047420"/>
                  <a:pt x="1947530" y="3047043"/>
                </a:cubicBezTo>
                <a:cubicBezTo>
                  <a:pt x="1947530" y="3046666"/>
                  <a:pt x="1947782" y="3046415"/>
                  <a:pt x="1948158" y="3046415"/>
                </a:cubicBezTo>
                <a:close/>
                <a:moveTo>
                  <a:pt x="2262811" y="3022973"/>
                </a:moveTo>
                <a:cubicBezTo>
                  <a:pt x="2263063" y="3022973"/>
                  <a:pt x="2263440" y="3023224"/>
                  <a:pt x="2263440" y="3023601"/>
                </a:cubicBezTo>
                <a:cubicBezTo>
                  <a:pt x="2263440" y="3023979"/>
                  <a:pt x="2263188" y="3024229"/>
                  <a:pt x="2262811" y="3024229"/>
                </a:cubicBezTo>
                <a:cubicBezTo>
                  <a:pt x="2262435" y="3024229"/>
                  <a:pt x="2262183" y="3023979"/>
                  <a:pt x="2262183" y="3023601"/>
                </a:cubicBezTo>
                <a:cubicBezTo>
                  <a:pt x="2262183" y="3023224"/>
                  <a:pt x="2262435" y="3022847"/>
                  <a:pt x="2262811" y="3022973"/>
                </a:cubicBezTo>
                <a:close/>
                <a:moveTo>
                  <a:pt x="2029306" y="3020035"/>
                </a:moveTo>
                <a:cubicBezTo>
                  <a:pt x="2029809" y="3020035"/>
                  <a:pt x="2030185" y="3020413"/>
                  <a:pt x="2030185" y="3020915"/>
                </a:cubicBezTo>
                <a:cubicBezTo>
                  <a:pt x="2030185" y="3021418"/>
                  <a:pt x="2029809" y="3021794"/>
                  <a:pt x="2029306" y="3021794"/>
                </a:cubicBezTo>
                <a:cubicBezTo>
                  <a:pt x="2028804" y="3021794"/>
                  <a:pt x="2028426" y="3021418"/>
                  <a:pt x="2028426" y="3020915"/>
                </a:cubicBezTo>
                <a:cubicBezTo>
                  <a:pt x="2028426" y="3020413"/>
                  <a:pt x="2028804" y="3020035"/>
                  <a:pt x="2029306" y="3020035"/>
                </a:cubicBezTo>
                <a:close/>
                <a:moveTo>
                  <a:pt x="1527099" y="3010364"/>
                </a:moveTo>
                <a:cubicBezTo>
                  <a:pt x="1528606" y="3010364"/>
                  <a:pt x="1529736" y="3011494"/>
                  <a:pt x="1529736" y="3013001"/>
                </a:cubicBezTo>
                <a:cubicBezTo>
                  <a:pt x="1529736" y="3014383"/>
                  <a:pt x="1528606" y="3015640"/>
                  <a:pt x="1527099" y="3015640"/>
                </a:cubicBezTo>
                <a:cubicBezTo>
                  <a:pt x="1525592" y="3015640"/>
                  <a:pt x="1524462" y="3014508"/>
                  <a:pt x="1524462" y="3013001"/>
                </a:cubicBezTo>
                <a:cubicBezTo>
                  <a:pt x="1524462" y="3011494"/>
                  <a:pt x="1525717" y="3010364"/>
                  <a:pt x="1527099" y="3010364"/>
                </a:cubicBezTo>
                <a:close/>
                <a:moveTo>
                  <a:pt x="1612392" y="3008101"/>
                </a:moveTo>
                <a:cubicBezTo>
                  <a:pt x="1613522" y="3008101"/>
                  <a:pt x="1614401" y="3008981"/>
                  <a:pt x="1614401" y="3010111"/>
                </a:cubicBezTo>
                <a:cubicBezTo>
                  <a:pt x="1614401" y="3011242"/>
                  <a:pt x="1613522" y="3012122"/>
                  <a:pt x="1612392" y="3012122"/>
                </a:cubicBezTo>
                <a:cubicBezTo>
                  <a:pt x="1611262" y="3012122"/>
                  <a:pt x="1610382" y="3011242"/>
                  <a:pt x="1610382" y="3010111"/>
                </a:cubicBezTo>
                <a:cubicBezTo>
                  <a:pt x="1610382" y="3009106"/>
                  <a:pt x="1611262" y="3008101"/>
                  <a:pt x="1612392" y="3008101"/>
                </a:cubicBezTo>
                <a:close/>
                <a:moveTo>
                  <a:pt x="1441807" y="3007221"/>
                </a:moveTo>
                <a:cubicBezTo>
                  <a:pt x="1443566" y="3007221"/>
                  <a:pt x="1444949" y="3008729"/>
                  <a:pt x="1444949" y="3010361"/>
                </a:cubicBezTo>
                <a:lnTo>
                  <a:pt x="1438667" y="3010361"/>
                </a:lnTo>
                <a:cubicBezTo>
                  <a:pt x="1438667" y="3008603"/>
                  <a:pt x="1440049" y="3007221"/>
                  <a:pt x="1441807" y="3007221"/>
                </a:cubicBezTo>
                <a:close/>
                <a:moveTo>
                  <a:pt x="1697183" y="3000691"/>
                </a:moveTo>
                <a:cubicBezTo>
                  <a:pt x="1698062" y="3000691"/>
                  <a:pt x="1698816" y="3001319"/>
                  <a:pt x="1698816" y="3002198"/>
                </a:cubicBezTo>
                <a:cubicBezTo>
                  <a:pt x="1698816" y="3002951"/>
                  <a:pt x="1698188" y="3003706"/>
                  <a:pt x="1697309" y="3003706"/>
                </a:cubicBezTo>
                <a:cubicBezTo>
                  <a:pt x="1696429" y="3003706"/>
                  <a:pt x="1695801" y="3003078"/>
                  <a:pt x="1695801" y="3002198"/>
                </a:cubicBezTo>
                <a:cubicBezTo>
                  <a:pt x="1695801" y="3001319"/>
                  <a:pt x="1696429" y="3000691"/>
                  <a:pt x="1697183" y="3000691"/>
                </a:cubicBezTo>
                <a:close/>
                <a:moveTo>
                  <a:pt x="2108820" y="2989510"/>
                </a:moveTo>
                <a:cubicBezTo>
                  <a:pt x="2109072" y="2989510"/>
                  <a:pt x="2109447" y="2989761"/>
                  <a:pt x="2109447" y="2990138"/>
                </a:cubicBezTo>
                <a:cubicBezTo>
                  <a:pt x="2109447" y="2990390"/>
                  <a:pt x="2109197" y="2990765"/>
                  <a:pt x="2108820" y="2990765"/>
                </a:cubicBezTo>
                <a:cubicBezTo>
                  <a:pt x="2108444" y="2990765"/>
                  <a:pt x="2108192" y="2990515"/>
                  <a:pt x="2108192" y="2990138"/>
                </a:cubicBezTo>
                <a:cubicBezTo>
                  <a:pt x="2108192" y="2989887"/>
                  <a:pt x="2108444" y="2989510"/>
                  <a:pt x="2108820" y="2989510"/>
                </a:cubicBezTo>
                <a:close/>
                <a:moveTo>
                  <a:pt x="1781596" y="2987877"/>
                </a:moveTo>
                <a:cubicBezTo>
                  <a:pt x="1782349" y="2987877"/>
                  <a:pt x="1782979" y="2988380"/>
                  <a:pt x="1782979" y="2989135"/>
                </a:cubicBezTo>
                <a:cubicBezTo>
                  <a:pt x="1782979" y="2989888"/>
                  <a:pt x="1782349" y="2990516"/>
                  <a:pt x="1781596" y="2990516"/>
                </a:cubicBezTo>
                <a:cubicBezTo>
                  <a:pt x="1780842" y="2990516"/>
                  <a:pt x="1780214" y="2989888"/>
                  <a:pt x="1780214" y="2989135"/>
                </a:cubicBezTo>
                <a:cubicBezTo>
                  <a:pt x="1780214" y="2988505"/>
                  <a:pt x="1780842" y="2987877"/>
                  <a:pt x="1781596" y="2987877"/>
                </a:cubicBezTo>
                <a:close/>
                <a:moveTo>
                  <a:pt x="2340852" y="2979519"/>
                </a:moveTo>
                <a:cubicBezTo>
                  <a:pt x="2341229" y="2979519"/>
                  <a:pt x="2341607" y="2979771"/>
                  <a:pt x="2341607" y="2980147"/>
                </a:cubicBezTo>
                <a:cubicBezTo>
                  <a:pt x="2341480" y="2980524"/>
                  <a:pt x="2341229" y="2980774"/>
                  <a:pt x="2340852" y="2980774"/>
                </a:cubicBezTo>
                <a:cubicBezTo>
                  <a:pt x="2340475" y="2980774"/>
                  <a:pt x="2340223" y="2980524"/>
                  <a:pt x="2340223" y="2980147"/>
                </a:cubicBezTo>
                <a:cubicBezTo>
                  <a:pt x="2340223" y="2979771"/>
                  <a:pt x="2340475" y="2979519"/>
                  <a:pt x="2340852" y="2979519"/>
                </a:cubicBezTo>
                <a:close/>
                <a:moveTo>
                  <a:pt x="1864879" y="2969789"/>
                </a:moveTo>
                <a:cubicBezTo>
                  <a:pt x="1865632" y="2969789"/>
                  <a:pt x="1866259" y="2970417"/>
                  <a:pt x="1866259" y="2971171"/>
                </a:cubicBezTo>
                <a:cubicBezTo>
                  <a:pt x="1866386" y="2971924"/>
                  <a:pt x="1865757" y="2972554"/>
                  <a:pt x="1865005" y="2972554"/>
                </a:cubicBezTo>
                <a:cubicBezTo>
                  <a:pt x="1864251" y="2972554"/>
                  <a:pt x="1863623" y="2971924"/>
                  <a:pt x="1863623" y="2971171"/>
                </a:cubicBezTo>
                <a:cubicBezTo>
                  <a:pt x="1863623" y="2970417"/>
                  <a:pt x="1864125" y="2969789"/>
                  <a:pt x="1864879" y="2969789"/>
                </a:cubicBezTo>
                <a:close/>
                <a:moveTo>
                  <a:pt x="2186577" y="2954463"/>
                </a:moveTo>
                <a:cubicBezTo>
                  <a:pt x="2186954" y="2954463"/>
                  <a:pt x="2187204" y="2954715"/>
                  <a:pt x="2187204" y="2955091"/>
                </a:cubicBezTo>
                <a:cubicBezTo>
                  <a:pt x="2187204" y="2955343"/>
                  <a:pt x="2186954" y="2955720"/>
                  <a:pt x="2186577" y="2955720"/>
                </a:cubicBezTo>
                <a:cubicBezTo>
                  <a:pt x="2186200" y="2955720"/>
                  <a:pt x="2185949" y="2955468"/>
                  <a:pt x="2185949" y="2955091"/>
                </a:cubicBezTo>
                <a:cubicBezTo>
                  <a:pt x="2185949" y="2954715"/>
                  <a:pt x="2186200" y="2954463"/>
                  <a:pt x="2186577" y="2954463"/>
                </a:cubicBezTo>
                <a:close/>
                <a:moveTo>
                  <a:pt x="1947029" y="2947053"/>
                </a:moveTo>
                <a:cubicBezTo>
                  <a:pt x="1947657" y="2947053"/>
                  <a:pt x="1948159" y="2947556"/>
                  <a:pt x="1948159" y="2948183"/>
                </a:cubicBezTo>
                <a:cubicBezTo>
                  <a:pt x="1948159" y="2948811"/>
                  <a:pt x="1947657" y="2949313"/>
                  <a:pt x="1947029" y="2949313"/>
                </a:cubicBezTo>
                <a:cubicBezTo>
                  <a:pt x="1946402" y="2949313"/>
                  <a:pt x="1945899" y="2948811"/>
                  <a:pt x="1945899" y="2948183"/>
                </a:cubicBezTo>
                <a:cubicBezTo>
                  <a:pt x="1945899" y="2947556"/>
                  <a:pt x="1946402" y="2947053"/>
                  <a:pt x="1947029" y="2947053"/>
                </a:cubicBezTo>
                <a:close/>
                <a:moveTo>
                  <a:pt x="2413200" y="2934380"/>
                </a:moveTo>
                <a:cubicBezTo>
                  <a:pt x="2413577" y="2934380"/>
                  <a:pt x="2413830" y="2934631"/>
                  <a:pt x="2413830" y="2935008"/>
                </a:cubicBezTo>
                <a:cubicBezTo>
                  <a:pt x="2413830" y="2935385"/>
                  <a:pt x="2413577" y="2935635"/>
                  <a:pt x="2413200" y="2935635"/>
                </a:cubicBezTo>
                <a:cubicBezTo>
                  <a:pt x="2412824" y="2935635"/>
                  <a:pt x="2412446" y="2935385"/>
                  <a:pt x="2412446" y="2935008"/>
                </a:cubicBezTo>
                <a:cubicBezTo>
                  <a:pt x="2412572" y="2934631"/>
                  <a:pt x="2412824" y="2934380"/>
                  <a:pt x="2413200" y="2934380"/>
                </a:cubicBezTo>
                <a:close/>
                <a:moveTo>
                  <a:pt x="2027550" y="2917782"/>
                </a:moveTo>
                <a:cubicBezTo>
                  <a:pt x="2028932" y="2917782"/>
                  <a:pt x="2030062" y="2918787"/>
                  <a:pt x="2030062" y="2920169"/>
                </a:cubicBezTo>
                <a:cubicBezTo>
                  <a:pt x="2030062" y="2921551"/>
                  <a:pt x="2029057" y="2922682"/>
                  <a:pt x="2027675" y="2922682"/>
                </a:cubicBezTo>
                <a:cubicBezTo>
                  <a:pt x="2026293" y="2922682"/>
                  <a:pt x="2025163" y="2921677"/>
                  <a:pt x="2025163" y="2920295"/>
                </a:cubicBezTo>
                <a:cubicBezTo>
                  <a:pt x="2025163" y="2919039"/>
                  <a:pt x="2026293" y="2917908"/>
                  <a:pt x="2027550" y="2917782"/>
                </a:cubicBezTo>
                <a:close/>
                <a:moveTo>
                  <a:pt x="2262194" y="2915021"/>
                </a:moveTo>
                <a:cubicBezTo>
                  <a:pt x="2262571" y="2915021"/>
                  <a:pt x="2262823" y="2915273"/>
                  <a:pt x="2262823" y="2915649"/>
                </a:cubicBezTo>
                <a:cubicBezTo>
                  <a:pt x="2262823" y="2916026"/>
                  <a:pt x="2262571" y="2916278"/>
                  <a:pt x="2262194" y="2916278"/>
                </a:cubicBezTo>
                <a:cubicBezTo>
                  <a:pt x="2261943" y="2916278"/>
                  <a:pt x="2261566" y="2916026"/>
                  <a:pt x="2261566" y="2915649"/>
                </a:cubicBezTo>
                <a:cubicBezTo>
                  <a:pt x="2261566" y="2915273"/>
                  <a:pt x="2261818" y="2915021"/>
                  <a:pt x="2262194" y="2915021"/>
                </a:cubicBezTo>
                <a:close/>
                <a:moveTo>
                  <a:pt x="1526850" y="2912005"/>
                </a:moveTo>
                <a:cubicBezTo>
                  <a:pt x="1530115" y="2912005"/>
                  <a:pt x="1532880" y="2914643"/>
                  <a:pt x="1532880" y="2917909"/>
                </a:cubicBezTo>
                <a:cubicBezTo>
                  <a:pt x="1532880" y="2921299"/>
                  <a:pt x="1530115" y="2923938"/>
                  <a:pt x="1526850" y="2923938"/>
                </a:cubicBezTo>
                <a:cubicBezTo>
                  <a:pt x="1523458" y="2923938"/>
                  <a:pt x="1520820" y="2921299"/>
                  <a:pt x="1520820" y="2918034"/>
                </a:cubicBezTo>
                <a:cubicBezTo>
                  <a:pt x="1520820" y="2914768"/>
                  <a:pt x="1523458" y="2912005"/>
                  <a:pt x="1526850" y="2912005"/>
                </a:cubicBezTo>
                <a:close/>
                <a:moveTo>
                  <a:pt x="1612017" y="2909746"/>
                </a:moveTo>
                <a:cubicBezTo>
                  <a:pt x="1614906" y="2909619"/>
                  <a:pt x="1617166" y="2912006"/>
                  <a:pt x="1617166" y="2914770"/>
                </a:cubicBezTo>
                <a:cubicBezTo>
                  <a:pt x="1617166" y="2917658"/>
                  <a:pt x="1615031" y="2919919"/>
                  <a:pt x="1612142" y="2919919"/>
                </a:cubicBezTo>
                <a:cubicBezTo>
                  <a:pt x="1609254" y="2920045"/>
                  <a:pt x="1606992" y="2917784"/>
                  <a:pt x="1606992" y="2914895"/>
                </a:cubicBezTo>
                <a:cubicBezTo>
                  <a:pt x="1606992" y="2912131"/>
                  <a:pt x="1609254" y="2909871"/>
                  <a:pt x="1612017" y="2909746"/>
                </a:cubicBezTo>
                <a:close/>
                <a:moveTo>
                  <a:pt x="1441556" y="2908739"/>
                </a:moveTo>
                <a:cubicBezTo>
                  <a:pt x="1445325" y="2908739"/>
                  <a:pt x="1448465" y="2911754"/>
                  <a:pt x="1448465" y="2915523"/>
                </a:cubicBezTo>
                <a:cubicBezTo>
                  <a:pt x="1448590" y="2919290"/>
                  <a:pt x="1445450" y="2922430"/>
                  <a:pt x="1441681" y="2922430"/>
                </a:cubicBezTo>
                <a:cubicBezTo>
                  <a:pt x="1437913" y="2922430"/>
                  <a:pt x="1434773" y="2919416"/>
                  <a:pt x="1434773" y="2915648"/>
                </a:cubicBezTo>
                <a:cubicBezTo>
                  <a:pt x="1434647" y="2911754"/>
                  <a:pt x="1437788" y="2908739"/>
                  <a:pt x="1441556" y="2908739"/>
                </a:cubicBezTo>
                <a:close/>
                <a:moveTo>
                  <a:pt x="1696805" y="2902207"/>
                </a:moveTo>
                <a:cubicBezTo>
                  <a:pt x="1699192" y="2902207"/>
                  <a:pt x="1701077" y="2904092"/>
                  <a:pt x="1701077" y="2906352"/>
                </a:cubicBezTo>
                <a:cubicBezTo>
                  <a:pt x="1701077" y="2908739"/>
                  <a:pt x="1699192" y="2910624"/>
                  <a:pt x="1696930" y="2910624"/>
                </a:cubicBezTo>
                <a:cubicBezTo>
                  <a:pt x="1694545" y="2910749"/>
                  <a:pt x="1692660" y="2908739"/>
                  <a:pt x="1692660" y="2906479"/>
                </a:cubicBezTo>
                <a:cubicBezTo>
                  <a:pt x="1692660" y="2904092"/>
                  <a:pt x="1694545" y="2902207"/>
                  <a:pt x="1696805" y="2902207"/>
                </a:cubicBezTo>
                <a:close/>
                <a:moveTo>
                  <a:pt x="1356767" y="2900575"/>
                </a:moveTo>
                <a:cubicBezTo>
                  <a:pt x="1360536" y="2900575"/>
                  <a:pt x="1363801" y="2903715"/>
                  <a:pt x="1363801" y="2907610"/>
                </a:cubicBezTo>
                <a:cubicBezTo>
                  <a:pt x="1363801" y="2911504"/>
                  <a:pt x="1360661" y="2914769"/>
                  <a:pt x="1356767" y="2914769"/>
                </a:cubicBezTo>
                <a:cubicBezTo>
                  <a:pt x="1352747" y="2914769"/>
                  <a:pt x="1349607" y="2911629"/>
                  <a:pt x="1349607" y="2907735"/>
                </a:cubicBezTo>
                <a:cubicBezTo>
                  <a:pt x="1349607" y="2903841"/>
                  <a:pt x="1352747" y="2900575"/>
                  <a:pt x="1356767" y="2900575"/>
                </a:cubicBezTo>
                <a:close/>
                <a:moveTo>
                  <a:pt x="1781094" y="2888766"/>
                </a:moveTo>
                <a:cubicBezTo>
                  <a:pt x="1783230" y="2888766"/>
                  <a:pt x="1784863" y="2890399"/>
                  <a:pt x="1784863" y="2892535"/>
                </a:cubicBezTo>
                <a:cubicBezTo>
                  <a:pt x="1784863" y="2894671"/>
                  <a:pt x="1783230" y="2896303"/>
                  <a:pt x="1781094" y="2896303"/>
                </a:cubicBezTo>
                <a:cubicBezTo>
                  <a:pt x="1778958" y="2896303"/>
                  <a:pt x="1777326" y="2894671"/>
                  <a:pt x="1777326" y="2892535"/>
                </a:cubicBezTo>
                <a:cubicBezTo>
                  <a:pt x="1777199" y="2890524"/>
                  <a:pt x="1778958" y="2888766"/>
                  <a:pt x="1781094" y="2888766"/>
                </a:cubicBezTo>
                <a:close/>
                <a:moveTo>
                  <a:pt x="1272353" y="2887510"/>
                </a:moveTo>
                <a:cubicBezTo>
                  <a:pt x="1276121" y="2887385"/>
                  <a:pt x="1279261" y="2890525"/>
                  <a:pt x="1279261" y="2894292"/>
                </a:cubicBezTo>
                <a:cubicBezTo>
                  <a:pt x="1279261" y="2898061"/>
                  <a:pt x="1276246" y="2901201"/>
                  <a:pt x="1272479" y="2901201"/>
                </a:cubicBezTo>
                <a:cubicBezTo>
                  <a:pt x="1268709" y="2901201"/>
                  <a:pt x="1265569" y="2898187"/>
                  <a:pt x="1265569" y="2894419"/>
                </a:cubicBezTo>
                <a:cubicBezTo>
                  <a:pt x="1265569" y="2890650"/>
                  <a:pt x="1268584" y="2887510"/>
                  <a:pt x="1272353" y="2887510"/>
                </a:cubicBezTo>
                <a:close/>
                <a:moveTo>
                  <a:pt x="2106435" y="2886128"/>
                </a:moveTo>
                <a:cubicBezTo>
                  <a:pt x="2107189" y="2886128"/>
                  <a:pt x="2107942" y="2886756"/>
                  <a:pt x="2107942" y="2887636"/>
                </a:cubicBezTo>
                <a:cubicBezTo>
                  <a:pt x="2107942" y="2888390"/>
                  <a:pt x="2107315" y="2889143"/>
                  <a:pt x="2106435" y="2889143"/>
                </a:cubicBezTo>
                <a:cubicBezTo>
                  <a:pt x="2105555" y="2889143"/>
                  <a:pt x="2104802" y="2888515"/>
                  <a:pt x="2104802" y="2887636"/>
                </a:cubicBezTo>
                <a:cubicBezTo>
                  <a:pt x="2104802" y="2886883"/>
                  <a:pt x="2105555" y="2886128"/>
                  <a:pt x="2106435" y="2886128"/>
                </a:cubicBezTo>
                <a:close/>
                <a:moveTo>
                  <a:pt x="2483053" y="2885373"/>
                </a:moveTo>
                <a:cubicBezTo>
                  <a:pt x="2483430" y="2885373"/>
                  <a:pt x="2483682" y="2885625"/>
                  <a:pt x="2483682" y="2886001"/>
                </a:cubicBezTo>
                <a:cubicBezTo>
                  <a:pt x="2483682" y="2886253"/>
                  <a:pt x="2483430" y="2886630"/>
                  <a:pt x="2483053" y="2886630"/>
                </a:cubicBezTo>
                <a:cubicBezTo>
                  <a:pt x="2482677" y="2886630"/>
                  <a:pt x="2482425" y="2886378"/>
                  <a:pt x="2482425" y="2886001"/>
                </a:cubicBezTo>
                <a:cubicBezTo>
                  <a:pt x="2482425" y="2885625"/>
                  <a:pt x="2482677" y="2885373"/>
                  <a:pt x="2483053" y="2885373"/>
                </a:cubicBezTo>
                <a:close/>
                <a:moveTo>
                  <a:pt x="2335429" y="2871432"/>
                </a:moveTo>
                <a:cubicBezTo>
                  <a:pt x="2335806" y="2871432"/>
                  <a:pt x="2336058" y="2871684"/>
                  <a:pt x="2336058" y="2872060"/>
                </a:cubicBezTo>
                <a:cubicBezTo>
                  <a:pt x="2336058" y="2872437"/>
                  <a:pt x="2335806" y="2872689"/>
                  <a:pt x="2335429" y="2872689"/>
                </a:cubicBezTo>
                <a:cubicBezTo>
                  <a:pt x="2335053" y="2872689"/>
                  <a:pt x="2334801" y="2872437"/>
                  <a:pt x="2334801" y="2872060"/>
                </a:cubicBezTo>
                <a:cubicBezTo>
                  <a:pt x="2334801" y="2871684"/>
                  <a:pt x="2335053" y="2871432"/>
                  <a:pt x="2335429" y="2871432"/>
                </a:cubicBezTo>
                <a:close/>
                <a:moveTo>
                  <a:pt x="1864125" y="2869549"/>
                </a:moveTo>
                <a:cubicBezTo>
                  <a:pt x="1866262" y="2869549"/>
                  <a:pt x="1867895" y="2871307"/>
                  <a:pt x="1867895" y="2873319"/>
                </a:cubicBezTo>
                <a:cubicBezTo>
                  <a:pt x="1867895" y="2875454"/>
                  <a:pt x="1866135" y="2877087"/>
                  <a:pt x="1864125" y="2877087"/>
                </a:cubicBezTo>
                <a:cubicBezTo>
                  <a:pt x="1862115" y="2877087"/>
                  <a:pt x="1860356" y="2875454"/>
                  <a:pt x="1860356" y="2873319"/>
                </a:cubicBezTo>
                <a:cubicBezTo>
                  <a:pt x="1860356" y="2871182"/>
                  <a:pt x="1861989" y="2869549"/>
                  <a:pt x="1864125" y="2869549"/>
                </a:cubicBezTo>
                <a:close/>
                <a:moveTo>
                  <a:pt x="1189323" y="2869549"/>
                </a:moveTo>
                <a:cubicBezTo>
                  <a:pt x="1192713" y="2869549"/>
                  <a:pt x="1195478" y="2872314"/>
                  <a:pt x="1195478" y="2875704"/>
                </a:cubicBezTo>
                <a:cubicBezTo>
                  <a:pt x="1195478" y="2879096"/>
                  <a:pt x="1192713" y="2881859"/>
                  <a:pt x="1189323" y="2881859"/>
                </a:cubicBezTo>
                <a:cubicBezTo>
                  <a:pt x="1185805" y="2881859"/>
                  <a:pt x="1183041" y="2879096"/>
                  <a:pt x="1183041" y="2875704"/>
                </a:cubicBezTo>
                <a:cubicBezTo>
                  <a:pt x="1183041" y="2872314"/>
                  <a:pt x="1185805" y="2869549"/>
                  <a:pt x="1189323" y="2869549"/>
                </a:cubicBezTo>
                <a:close/>
                <a:moveTo>
                  <a:pt x="2182937" y="2848067"/>
                </a:moveTo>
                <a:cubicBezTo>
                  <a:pt x="2184319" y="2847942"/>
                  <a:pt x="2185449" y="2849072"/>
                  <a:pt x="2185449" y="2850455"/>
                </a:cubicBezTo>
                <a:cubicBezTo>
                  <a:pt x="2185449" y="2851711"/>
                  <a:pt x="2184444" y="2852842"/>
                  <a:pt x="2183063" y="2852842"/>
                </a:cubicBezTo>
                <a:cubicBezTo>
                  <a:pt x="2181807" y="2852842"/>
                  <a:pt x="2180676" y="2851837"/>
                  <a:pt x="2180676" y="2850455"/>
                </a:cubicBezTo>
                <a:cubicBezTo>
                  <a:pt x="2180676" y="2849072"/>
                  <a:pt x="2181807" y="2847942"/>
                  <a:pt x="2182937" y="2848067"/>
                </a:cubicBezTo>
                <a:close/>
                <a:moveTo>
                  <a:pt x="1107422" y="2843796"/>
                </a:moveTo>
                <a:cubicBezTo>
                  <a:pt x="1111692" y="2843796"/>
                  <a:pt x="1115210" y="2847313"/>
                  <a:pt x="1115210" y="2851584"/>
                </a:cubicBezTo>
                <a:cubicBezTo>
                  <a:pt x="1115210" y="2855855"/>
                  <a:pt x="1111818" y="2859373"/>
                  <a:pt x="1107547" y="2859373"/>
                </a:cubicBezTo>
                <a:cubicBezTo>
                  <a:pt x="1103276" y="2859498"/>
                  <a:pt x="1099758" y="2855981"/>
                  <a:pt x="1099758" y="2851710"/>
                </a:cubicBezTo>
                <a:cubicBezTo>
                  <a:pt x="1099633" y="2847439"/>
                  <a:pt x="1103150" y="2844048"/>
                  <a:pt x="1107422" y="2843796"/>
                </a:cubicBezTo>
                <a:close/>
                <a:moveTo>
                  <a:pt x="1945774" y="2842288"/>
                </a:moveTo>
                <a:cubicBezTo>
                  <a:pt x="1949291" y="2842288"/>
                  <a:pt x="1952181" y="2845177"/>
                  <a:pt x="1952181" y="2848694"/>
                </a:cubicBezTo>
                <a:cubicBezTo>
                  <a:pt x="1952181" y="2852211"/>
                  <a:pt x="1949291" y="2855099"/>
                  <a:pt x="1945774" y="2855099"/>
                </a:cubicBezTo>
                <a:cubicBezTo>
                  <a:pt x="1942257" y="2855099"/>
                  <a:pt x="1939367" y="2852211"/>
                  <a:pt x="1939367" y="2848694"/>
                </a:cubicBezTo>
                <a:cubicBezTo>
                  <a:pt x="1939242" y="2845177"/>
                  <a:pt x="1942131" y="2842288"/>
                  <a:pt x="1945774" y="2842288"/>
                </a:cubicBezTo>
                <a:close/>
                <a:moveTo>
                  <a:pt x="2550112" y="2832866"/>
                </a:moveTo>
                <a:cubicBezTo>
                  <a:pt x="2550364" y="2832866"/>
                  <a:pt x="2550739" y="2833117"/>
                  <a:pt x="2550739" y="2833494"/>
                </a:cubicBezTo>
                <a:cubicBezTo>
                  <a:pt x="2550739" y="2833871"/>
                  <a:pt x="2550489" y="2834121"/>
                  <a:pt x="2550112" y="2834121"/>
                </a:cubicBezTo>
                <a:cubicBezTo>
                  <a:pt x="2549861" y="2834121"/>
                  <a:pt x="2549484" y="2833871"/>
                  <a:pt x="2549484" y="2833494"/>
                </a:cubicBezTo>
                <a:cubicBezTo>
                  <a:pt x="2549484" y="2833117"/>
                  <a:pt x="2549861" y="2832866"/>
                  <a:pt x="2550112" y="2832866"/>
                </a:cubicBezTo>
                <a:close/>
                <a:moveTo>
                  <a:pt x="2406151" y="2823573"/>
                </a:moveTo>
                <a:cubicBezTo>
                  <a:pt x="2406654" y="2823573"/>
                  <a:pt x="2407030" y="2823951"/>
                  <a:pt x="2407030" y="2824453"/>
                </a:cubicBezTo>
                <a:cubicBezTo>
                  <a:pt x="2407030" y="2824956"/>
                  <a:pt x="2406654" y="2825332"/>
                  <a:pt x="2406151" y="2825332"/>
                </a:cubicBezTo>
                <a:cubicBezTo>
                  <a:pt x="2405649" y="2825332"/>
                  <a:pt x="2405271" y="2824956"/>
                  <a:pt x="2405271" y="2824453"/>
                </a:cubicBezTo>
                <a:cubicBezTo>
                  <a:pt x="2405271" y="2823951"/>
                  <a:pt x="2405774" y="2823573"/>
                  <a:pt x="2406151" y="2823573"/>
                </a:cubicBezTo>
                <a:close/>
                <a:moveTo>
                  <a:pt x="1027151" y="2814905"/>
                </a:moveTo>
                <a:cubicBezTo>
                  <a:pt x="1031423" y="2814780"/>
                  <a:pt x="1034940" y="2818297"/>
                  <a:pt x="1034940" y="2822569"/>
                </a:cubicBezTo>
                <a:cubicBezTo>
                  <a:pt x="1034940" y="2826839"/>
                  <a:pt x="1031548" y="2830356"/>
                  <a:pt x="1027276" y="2830356"/>
                </a:cubicBezTo>
                <a:cubicBezTo>
                  <a:pt x="1023006" y="2830356"/>
                  <a:pt x="1019489" y="2826966"/>
                  <a:pt x="1019489" y="2822694"/>
                </a:cubicBezTo>
                <a:cubicBezTo>
                  <a:pt x="1019489" y="2818297"/>
                  <a:pt x="1023006" y="2814905"/>
                  <a:pt x="1027151" y="2814905"/>
                </a:cubicBezTo>
                <a:close/>
                <a:moveTo>
                  <a:pt x="1526472" y="2814026"/>
                </a:moveTo>
                <a:cubicBezTo>
                  <a:pt x="1531370" y="2813901"/>
                  <a:pt x="1535389" y="2817920"/>
                  <a:pt x="1535389" y="2822819"/>
                </a:cubicBezTo>
                <a:cubicBezTo>
                  <a:pt x="1535389" y="2827717"/>
                  <a:pt x="1531496" y="2831737"/>
                  <a:pt x="1526597" y="2831737"/>
                </a:cubicBezTo>
                <a:cubicBezTo>
                  <a:pt x="1521698" y="2831863"/>
                  <a:pt x="1517678" y="2827844"/>
                  <a:pt x="1517678" y="2822945"/>
                </a:cubicBezTo>
                <a:cubicBezTo>
                  <a:pt x="1517553" y="2818171"/>
                  <a:pt x="1521572" y="2814151"/>
                  <a:pt x="1526472" y="2814026"/>
                </a:cubicBezTo>
                <a:close/>
                <a:moveTo>
                  <a:pt x="2025790" y="2813776"/>
                </a:moveTo>
                <a:cubicBezTo>
                  <a:pt x="2028680" y="2813776"/>
                  <a:pt x="2031065" y="2816161"/>
                  <a:pt x="2031065" y="2819050"/>
                </a:cubicBezTo>
                <a:cubicBezTo>
                  <a:pt x="2031065" y="2821940"/>
                  <a:pt x="2028680" y="2824327"/>
                  <a:pt x="2025790" y="2824327"/>
                </a:cubicBezTo>
                <a:cubicBezTo>
                  <a:pt x="2022775" y="2824327"/>
                  <a:pt x="2020388" y="2821940"/>
                  <a:pt x="2020388" y="2819050"/>
                </a:cubicBezTo>
                <a:cubicBezTo>
                  <a:pt x="2020388" y="2816036"/>
                  <a:pt x="2022650" y="2813649"/>
                  <a:pt x="2025790" y="2813776"/>
                </a:cubicBezTo>
                <a:close/>
                <a:moveTo>
                  <a:pt x="1611639" y="2811640"/>
                </a:moveTo>
                <a:cubicBezTo>
                  <a:pt x="1616162" y="2811640"/>
                  <a:pt x="1619804" y="2815283"/>
                  <a:pt x="1619804" y="2819806"/>
                </a:cubicBezTo>
                <a:cubicBezTo>
                  <a:pt x="1619804" y="2824329"/>
                  <a:pt x="1616162" y="2827972"/>
                  <a:pt x="1611639" y="2827972"/>
                </a:cubicBezTo>
                <a:cubicBezTo>
                  <a:pt x="1607117" y="2827972"/>
                  <a:pt x="1603474" y="2824329"/>
                  <a:pt x="1603474" y="2819806"/>
                </a:cubicBezTo>
                <a:cubicBezTo>
                  <a:pt x="1603474" y="2815283"/>
                  <a:pt x="1607117" y="2811515"/>
                  <a:pt x="1611639" y="2811640"/>
                </a:cubicBezTo>
                <a:close/>
                <a:moveTo>
                  <a:pt x="1441179" y="2810760"/>
                </a:moveTo>
                <a:cubicBezTo>
                  <a:pt x="1446454" y="2810635"/>
                  <a:pt x="1450726" y="2814905"/>
                  <a:pt x="1450726" y="2820181"/>
                </a:cubicBezTo>
                <a:cubicBezTo>
                  <a:pt x="1450851" y="2825456"/>
                  <a:pt x="1446581" y="2829728"/>
                  <a:pt x="1441305" y="2829728"/>
                </a:cubicBezTo>
                <a:cubicBezTo>
                  <a:pt x="1436028" y="2829853"/>
                  <a:pt x="1431758" y="2825583"/>
                  <a:pt x="1431758" y="2820307"/>
                </a:cubicBezTo>
                <a:cubicBezTo>
                  <a:pt x="1431758" y="2815157"/>
                  <a:pt x="1436028" y="2810885"/>
                  <a:pt x="1441179" y="2810760"/>
                </a:cubicBezTo>
                <a:close/>
                <a:moveTo>
                  <a:pt x="2257423" y="2807494"/>
                </a:moveTo>
                <a:cubicBezTo>
                  <a:pt x="2258051" y="2807494"/>
                  <a:pt x="2258555" y="2807997"/>
                  <a:pt x="2258555" y="2808624"/>
                </a:cubicBezTo>
                <a:cubicBezTo>
                  <a:pt x="2258555" y="2809252"/>
                  <a:pt x="2258051" y="2809754"/>
                  <a:pt x="2257423" y="2809754"/>
                </a:cubicBezTo>
                <a:cubicBezTo>
                  <a:pt x="2256796" y="2809754"/>
                  <a:pt x="2256293" y="2809252"/>
                  <a:pt x="2256293" y="2808624"/>
                </a:cubicBezTo>
                <a:cubicBezTo>
                  <a:pt x="2256293" y="2807997"/>
                  <a:pt x="2256796" y="2807494"/>
                  <a:pt x="2257423" y="2807494"/>
                </a:cubicBezTo>
                <a:close/>
                <a:moveTo>
                  <a:pt x="1696430" y="2802847"/>
                </a:moveTo>
                <a:cubicBezTo>
                  <a:pt x="1700701" y="2802722"/>
                  <a:pt x="1704219" y="2806239"/>
                  <a:pt x="1704219" y="2810511"/>
                </a:cubicBezTo>
                <a:cubicBezTo>
                  <a:pt x="1704344" y="2814781"/>
                  <a:pt x="1700827" y="2818299"/>
                  <a:pt x="1696555" y="2818299"/>
                </a:cubicBezTo>
                <a:cubicBezTo>
                  <a:pt x="1692285" y="2818424"/>
                  <a:pt x="1688767" y="2814907"/>
                  <a:pt x="1688767" y="2810636"/>
                </a:cubicBezTo>
                <a:cubicBezTo>
                  <a:pt x="1688767" y="2806364"/>
                  <a:pt x="1692159" y="2802847"/>
                  <a:pt x="1696430" y="2802847"/>
                </a:cubicBezTo>
                <a:close/>
                <a:moveTo>
                  <a:pt x="1356389" y="2802092"/>
                </a:moveTo>
                <a:cubicBezTo>
                  <a:pt x="1361790" y="2802092"/>
                  <a:pt x="1366187" y="2806363"/>
                  <a:pt x="1366187" y="2811764"/>
                </a:cubicBezTo>
                <a:cubicBezTo>
                  <a:pt x="1366187" y="2817166"/>
                  <a:pt x="1361915" y="2821563"/>
                  <a:pt x="1356514" y="2821563"/>
                </a:cubicBezTo>
                <a:cubicBezTo>
                  <a:pt x="1351114" y="2821688"/>
                  <a:pt x="1346717" y="2817291"/>
                  <a:pt x="1346717" y="2811890"/>
                </a:cubicBezTo>
                <a:cubicBezTo>
                  <a:pt x="1346717" y="2806489"/>
                  <a:pt x="1350989" y="2802092"/>
                  <a:pt x="1356389" y="2802092"/>
                </a:cubicBezTo>
                <a:close/>
                <a:moveTo>
                  <a:pt x="1780465" y="2788150"/>
                </a:moveTo>
                <a:cubicBezTo>
                  <a:pt x="1784610" y="2788150"/>
                  <a:pt x="1788002" y="2791542"/>
                  <a:pt x="1788002" y="2795686"/>
                </a:cubicBezTo>
                <a:cubicBezTo>
                  <a:pt x="1788002" y="2799831"/>
                  <a:pt x="1784610" y="2803223"/>
                  <a:pt x="1780465" y="2803223"/>
                </a:cubicBezTo>
                <a:cubicBezTo>
                  <a:pt x="1776319" y="2803223"/>
                  <a:pt x="1772928" y="2799831"/>
                  <a:pt x="1772928" y="2795686"/>
                </a:cubicBezTo>
                <a:cubicBezTo>
                  <a:pt x="1772802" y="2791542"/>
                  <a:pt x="1776193" y="2788150"/>
                  <a:pt x="1780465" y="2788150"/>
                </a:cubicBezTo>
                <a:close/>
                <a:moveTo>
                  <a:pt x="1272353" y="2787649"/>
                </a:moveTo>
                <a:cubicBezTo>
                  <a:pt x="1277880" y="2787649"/>
                  <a:pt x="1282403" y="2792045"/>
                  <a:pt x="1282403" y="2797572"/>
                </a:cubicBezTo>
                <a:cubicBezTo>
                  <a:pt x="1282403" y="2802972"/>
                  <a:pt x="1278006" y="2807494"/>
                  <a:pt x="1272479" y="2807494"/>
                </a:cubicBezTo>
                <a:cubicBezTo>
                  <a:pt x="1266951" y="2807494"/>
                  <a:pt x="1262429" y="2803099"/>
                  <a:pt x="1262429" y="2797572"/>
                </a:cubicBezTo>
                <a:cubicBezTo>
                  <a:pt x="1262429" y="2792045"/>
                  <a:pt x="1266826" y="2787524"/>
                  <a:pt x="1272353" y="2787649"/>
                </a:cubicBezTo>
                <a:close/>
                <a:moveTo>
                  <a:pt x="949144" y="2782874"/>
                </a:moveTo>
                <a:cubicBezTo>
                  <a:pt x="952159" y="2782874"/>
                  <a:pt x="954671" y="2785387"/>
                  <a:pt x="954671" y="2788401"/>
                </a:cubicBezTo>
                <a:cubicBezTo>
                  <a:pt x="954671" y="2791416"/>
                  <a:pt x="952159" y="2793928"/>
                  <a:pt x="949144" y="2793928"/>
                </a:cubicBezTo>
                <a:cubicBezTo>
                  <a:pt x="946130" y="2793928"/>
                  <a:pt x="943618" y="2791416"/>
                  <a:pt x="943618" y="2788401"/>
                </a:cubicBezTo>
                <a:cubicBezTo>
                  <a:pt x="943618" y="2785261"/>
                  <a:pt x="946130" y="2782874"/>
                  <a:pt x="949144" y="2782874"/>
                </a:cubicBezTo>
                <a:close/>
                <a:moveTo>
                  <a:pt x="2103549" y="2780361"/>
                </a:moveTo>
                <a:cubicBezTo>
                  <a:pt x="2105685" y="2780361"/>
                  <a:pt x="2107318" y="2782119"/>
                  <a:pt x="2107318" y="2784130"/>
                </a:cubicBezTo>
                <a:cubicBezTo>
                  <a:pt x="2107318" y="2786266"/>
                  <a:pt x="2105558" y="2787898"/>
                  <a:pt x="2103549" y="2787898"/>
                </a:cubicBezTo>
                <a:cubicBezTo>
                  <a:pt x="2101538" y="2787898"/>
                  <a:pt x="2099779" y="2786266"/>
                  <a:pt x="2099779" y="2784130"/>
                </a:cubicBezTo>
                <a:cubicBezTo>
                  <a:pt x="2099779" y="2782119"/>
                  <a:pt x="2101412" y="2780361"/>
                  <a:pt x="2103549" y="2780361"/>
                </a:cubicBezTo>
                <a:close/>
                <a:moveTo>
                  <a:pt x="2474108" y="2772322"/>
                </a:moveTo>
                <a:cubicBezTo>
                  <a:pt x="2474485" y="2772322"/>
                  <a:pt x="2474735" y="2772574"/>
                  <a:pt x="2474735" y="2772950"/>
                </a:cubicBezTo>
                <a:cubicBezTo>
                  <a:pt x="2474735" y="2773327"/>
                  <a:pt x="2474485" y="2773579"/>
                  <a:pt x="2474108" y="2773579"/>
                </a:cubicBezTo>
                <a:cubicBezTo>
                  <a:pt x="2473731" y="2773579"/>
                  <a:pt x="2473480" y="2773327"/>
                  <a:pt x="2473480" y="2772950"/>
                </a:cubicBezTo>
                <a:cubicBezTo>
                  <a:pt x="2473480" y="2772574"/>
                  <a:pt x="2473731" y="2772322"/>
                  <a:pt x="2474108" y="2772322"/>
                </a:cubicBezTo>
                <a:close/>
                <a:moveTo>
                  <a:pt x="1189447" y="2768428"/>
                </a:moveTo>
                <a:cubicBezTo>
                  <a:pt x="1194471" y="2768428"/>
                  <a:pt x="1198616" y="2772448"/>
                  <a:pt x="1198616" y="2777472"/>
                </a:cubicBezTo>
                <a:cubicBezTo>
                  <a:pt x="1198616" y="2782371"/>
                  <a:pt x="1194597" y="2786516"/>
                  <a:pt x="1189572" y="2786516"/>
                </a:cubicBezTo>
                <a:cubicBezTo>
                  <a:pt x="1184548" y="2786516"/>
                  <a:pt x="1180403" y="2782497"/>
                  <a:pt x="1180403" y="2777472"/>
                </a:cubicBezTo>
                <a:cubicBezTo>
                  <a:pt x="1180403" y="2772448"/>
                  <a:pt x="1184548" y="2768303"/>
                  <a:pt x="1189447" y="2768428"/>
                </a:cubicBezTo>
                <a:close/>
                <a:moveTo>
                  <a:pt x="1863121" y="2767422"/>
                </a:moveTo>
                <a:cubicBezTo>
                  <a:pt x="1867266" y="2767422"/>
                  <a:pt x="1870658" y="2770814"/>
                  <a:pt x="1870658" y="2774958"/>
                </a:cubicBezTo>
                <a:cubicBezTo>
                  <a:pt x="1870658" y="2779103"/>
                  <a:pt x="1867266" y="2782495"/>
                  <a:pt x="1863121" y="2782495"/>
                </a:cubicBezTo>
                <a:cubicBezTo>
                  <a:pt x="1858976" y="2782495"/>
                  <a:pt x="1855584" y="2779103"/>
                  <a:pt x="1855584" y="2774958"/>
                </a:cubicBezTo>
                <a:cubicBezTo>
                  <a:pt x="1855584" y="2770814"/>
                  <a:pt x="1858976" y="2767422"/>
                  <a:pt x="1863121" y="2767422"/>
                </a:cubicBezTo>
                <a:close/>
                <a:moveTo>
                  <a:pt x="2329151" y="2761393"/>
                </a:moveTo>
                <a:cubicBezTo>
                  <a:pt x="2329779" y="2761393"/>
                  <a:pt x="2330281" y="2761896"/>
                  <a:pt x="2330281" y="2762523"/>
                </a:cubicBezTo>
                <a:cubicBezTo>
                  <a:pt x="2330281" y="2763151"/>
                  <a:pt x="2329779" y="2763653"/>
                  <a:pt x="2329151" y="2763653"/>
                </a:cubicBezTo>
                <a:cubicBezTo>
                  <a:pt x="2328524" y="2763653"/>
                  <a:pt x="2328021" y="2763151"/>
                  <a:pt x="2328021" y="2762523"/>
                </a:cubicBezTo>
                <a:cubicBezTo>
                  <a:pt x="2328021" y="2761896"/>
                  <a:pt x="2328524" y="2761393"/>
                  <a:pt x="2329151" y="2761393"/>
                </a:cubicBezTo>
                <a:close/>
                <a:moveTo>
                  <a:pt x="873401" y="2744309"/>
                </a:moveTo>
                <a:cubicBezTo>
                  <a:pt x="876164" y="2744309"/>
                  <a:pt x="878299" y="2746570"/>
                  <a:pt x="878299" y="2749208"/>
                </a:cubicBezTo>
                <a:cubicBezTo>
                  <a:pt x="878299" y="2751846"/>
                  <a:pt x="876038" y="2754106"/>
                  <a:pt x="873401" y="2754106"/>
                </a:cubicBezTo>
                <a:cubicBezTo>
                  <a:pt x="870763" y="2754106"/>
                  <a:pt x="868502" y="2751846"/>
                  <a:pt x="868502" y="2749208"/>
                </a:cubicBezTo>
                <a:cubicBezTo>
                  <a:pt x="868627" y="2746444"/>
                  <a:pt x="870763" y="2744309"/>
                  <a:pt x="873401" y="2744309"/>
                </a:cubicBezTo>
                <a:close/>
                <a:moveTo>
                  <a:pt x="1108300" y="2742802"/>
                </a:moveTo>
                <a:cubicBezTo>
                  <a:pt x="1113073" y="2742802"/>
                  <a:pt x="1116967" y="2746697"/>
                  <a:pt x="1116967" y="2751469"/>
                </a:cubicBezTo>
                <a:cubicBezTo>
                  <a:pt x="1116967" y="2756244"/>
                  <a:pt x="1113073" y="2760137"/>
                  <a:pt x="1108300" y="2760137"/>
                </a:cubicBezTo>
                <a:cubicBezTo>
                  <a:pt x="1103526" y="2760263"/>
                  <a:pt x="1099631" y="2756369"/>
                  <a:pt x="1099631" y="2751595"/>
                </a:cubicBezTo>
                <a:cubicBezTo>
                  <a:pt x="1099506" y="2746822"/>
                  <a:pt x="1103401" y="2743053"/>
                  <a:pt x="1108300" y="2742802"/>
                </a:cubicBezTo>
                <a:close/>
                <a:moveTo>
                  <a:pt x="2178915" y="2738908"/>
                </a:moveTo>
                <a:cubicBezTo>
                  <a:pt x="2181929" y="2738908"/>
                  <a:pt x="2184442" y="2741421"/>
                  <a:pt x="2184442" y="2744435"/>
                </a:cubicBezTo>
                <a:cubicBezTo>
                  <a:pt x="2184442" y="2747450"/>
                  <a:pt x="2181929" y="2749962"/>
                  <a:pt x="2178915" y="2749962"/>
                </a:cubicBezTo>
                <a:cubicBezTo>
                  <a:pt x="2175900" y="2749962"/>
                  <a:pt x="2173388" y="2747575"/>
                  <a:pt x="2173388" y="2744435"/>
                </a:cubicBezTo>
                <a:cubicBezTo>
                  <a:pt x="2173388" y="2741421"/>
                  <a:pt x="2175900" y="2738908"/>
                  <a:pt x="2178915" y="2738908"/>
                </a:cubicBezTo>
                <a:close/>
                <a:moveTo>
                  <a:pt x="1944140" y="2738029"/>
                </a:moveTo>
                <a:cubicBezTo>
                  <a:pt x="1949918" y="2738029"/>
                  <a:pt x="1954566" y="2742677"/>
                  <a:pt x="1954566" y="2748456"/>
                </a:cubicBezTo>
                <a:cubicBezTo>
                  <a:pt x="1954692" y="2754233"/>
                  <a:pt x="1950043" y="2758882"/>
                  <a:pt x="1944266" y="2758882"/>
                </a:cubicBezTo>
                <a:cubicBezTo>
                  <a:pt x="1938487" y="2759007"/>
                  <a:pt x="1933839" y="2754360"/>
                  <a:pt x="1933839" y="2748581"/>
                </a:cubicBezTo>
                <a:cubicBezTo>
                  <a:pt x="1933839" y="2742929"/>
                  <a:pt x="1938361" y="2738155"/>
                  <a:pt x="1944140" y="2738029"/>
                </a:cubicBezTo>
                <a:close/>
                <a:moveTo>
                  <a:pt x="2539052" y="2717051"/>
                </a:moveTo>
                <a:cubicBezTo>
                  <a:pt x="2539429" y="2717051"/>
                  <a:pt x="2539679" y="2717303"/>
                  <a:pt x="2539679" y="2717679"/>
                </a:cubicBezTo>
                <a:cubicBezTo>
                  <a:pt x="2539679" y="2718056"/>
                  <a:pt x="2539429" y="2718306"/>
                  <a:pt x="2539052" y="2718306"/>
                </a:cubicBezTo>
                <a:cubicBezTo>
                  <a:pt x="2538676" y="2718306"/>
                  <a:pt x="2538424" y="2718056"/>
                  <a:pt x="2538424" y="2717679"/>
                </a:cubicBezTo>
                <a:cubicBezTo>
                  <a:pt x="2538424" y="2717303"/>
                  <a:pt x="2538676" y="2717051"/>
                  <a:pt x="2539052" y="2717051"/>
                </a:cubicBezTo>
                <a:close/>
                <a:moveTo>
                  <a:pt x="1526096" y="2716423"/>
                </a:moveTo>
                <a:cubicBezTo>
                  <a:pt x="1532501" y="2716423"/>
                  <a:pt x="1537653" y="2721448"/>
                  <a:pt x="1537653" y="2727855"/>
                </a:cubicBezTo>
                <a:cubicBezTo>
                  <a:pt x="1537653" y="2734260"/>
                  <a:pt x="1532628" y="2739412"/>
                  <a:pt x="1526221" y="2739412"/>
                </a:cubicBezTo>
                <a:cubicBezTo>
                  <a:pt x="1519814" y="2739412"/>
                  <a:pt x="1514664" y="2734387"/>
                  <a:pt x="1514664" y="2727980"/>
                </a:cubicBezTo>
                <a:cubicBezTo>
                  <a:pt x="1514664" y="2721699"/>
                  <a:pt x="1519689" y="2716423"/>
                  <a:pt x="1526096" y="2716423"/>
                </a:cubicBezTo>
                <a:close/>
                <a:moveTo>
                  <a:pt x="1440929" y="2713284"/>
                </a:moveTo>
                <a:cubicBezTo>
                  <a:pt x="1447461" y="2713284"/>
                  <a:pt x="1452738" y="2718434"/>
                  <a:pt x="1452738" y="2724967"/>
                </a:cubicBezTo>
                <a:cubicBezTo>
                  <a:pt x="1452738" y="2731499"/>
                  <a:pt x="1447461" y="2736776"/>
                  <a:pt x="1441056" y="2736776"/>
                </a:cubicBezTo>
                <a:cubicBezTo>
                  <a:pt x="1434522" y="2736776"/>
                  <a:pt x="1429247" y="2731625"/>
                  <a:pt x="1429247" y="2725093"/>
                </a:cubicBezTo>
                <a:cubicBezTo>
                  <a:pt x="1429247" y="2718686"/>
                  <a:pt x="1434397" y="2713410"/>
                  <a:pt x="1440929" y="2713284"/>
                </a:cubicBezTo>
                <a:close/>
                <a:moveTo>
                  <a:pt x="1611261" y="2713284"/>
                </a:moveTo>
                <a:cubicBezTo>
                  <a:pt x="1617416" y="2713159"/>
                  <a:pt x="1622566" y="2718182"/>
                  <a:pt x="1622566" y="2724463"/>
                </a:cubicBezTo>
                <a:cubicBezTo>
                  <a:pt x="1622692" y="2730618"/>
                  <a:pt x="1617668" y="2735768"/>
                  <a:pt x="1611386" y="2735768"/>
                </a:cubicBezTo>
                <a:cubicBezTo>
                  <a:pt x="1605106" y="2735768"/>
                  <a:pt x="1600082" y="2730744"/>
                  <a:pt x="1600082" y="2724463"/>
                </a:cubicBezTo>
                <a:cubicBezTo>
                  <a:pt x="1599957" y="2718309"/>
                  <a:pt x="1605106" y="2713159"/>
                  <a:pt x="1611261" y="2713284"/>
                </a:cubicBezTo>
                <a:close/>
                <a:moveTo>
                  <a:pt x="1028784" y="2711651"/>
                </a:moveTo>
                <a:cubicBezTo>
                  <a:pt x="1033557" y="2711526"/>
                  <a:pt x="1037451" y="2715420"/>
                  <a:pt x="1037451" y="2720193"/>
                </a:cubicBezTo>
                <a:cubicBezTo>
                  <a:pt x="1037576" y="2724967"/>
                  <a:pt x="1033683" y="2728861"/>
                  <a:pt x="1028910" y="2728861"/>
                </a:cubicBezTo>
                <a:cubicBezTo>
                  <a:pt x="1024137" y="2728986"/>
                  <a:pt x="1020243" y="2725092"/>
                  <a:pt x="1020243" y="2720319"/>
                </a:cubicBezTo>
                <a:cubicBezTo>
                  <a:pt x="1020243" y="2715545"/>
                  <a:pt x="1024137" y="2711651"/>
                  <a:pt x="1028784" y="2711651"/>
                </a:cubicBezTo>
                <a:close/>
                <a:moveTo>
                  <a:pt x="2397988" y="2710268"/>
                </a:moveTo>
                <a:cubicBezTo>
                  <a:pt x="2398993" y="2710268"/>
                  <a:pt x="2399746" y="2711023"/>
                  <a:pt x="2399746" y="2712026"/>
                </a:cubicBezTo>
                <a:cubicBezTo>
                  <a:pt x="2399746" y="2713033"/>
                  <a:pt x="2398993" y="2713786"/>
                  <a:pt x="2397988" y="2713786"/>
                </a:cubicBezTo>
                <a:cubicBezTo>
                  <a:pt x="2396983" y="2713786"/>
                  <a:pt x="2396229" y="2713033"/>
                  <a:pt x="2396229" y="2712026"/>
                </a:cubicBezTo>
                <a:cubicBezTo>
                  <a:pt x="2396104" y="2711148"/>
                  <a:pt x="2396983" y="2710268"/>
                  <a:pt x="2397988" y="2710268"/>
                </a:cubicBezTo>
                <a:close/>
                <a:moveTo>
                  <a:pt x="2023280" y="2707378"/>
                </a:moveTo>
                <a:cubicBezTo>
                  <a:pt x="2028430" y="2707378"/>
                  <a:pt x="2032575" y="2711523"/>
                  <a:pt x="2032575" y="2716675"/>
                </a:cubicBezTo>
                <a:cubicBezTo>
                  <a:pt x="2032575" y="2721825"/>
                  <a:pt x="2028430" y="2725970"/>
                  <a:pt x="2023280" y="2725970"/>
                </a:cubicBezTo>
                <a:cubicBezTo>
                  <a:pt x="2018128" y="2725970"/>
                  <a:pt x="2013983" y="2721825"/>
                  <a:pt x="2013983" y="2716675"/>
                </a:cubicBezTo>
                <a:cubicBezTo>
                  <a:pt x="2013983" y="2711649"/>
                  <a:pt x="2018128" y="2707378"/>
                  <a:pt x="2023280" y="2707378"/>
                </a:cubicBezTo>
                <a:close/>
                <a:moveTo>
                  <a:pt x="1356140" y="2703863"/>
                </a:moveTo>
                <a:cubicBezTo>
                  <a:pt x="1362797" y="2703863"/>
                  <a:pt x="1368199" y="2709265"/>
                  <a:pt x="1368199" y="2715797"/>
                </a:cubicBezTo>
                <a:cubicBezTo>
                  <a:pt x="1368199" y="2722454"/>
                  <a:pt x="1362797" y="2727856"/>
                  <a:pt x="1356265" y="2727856"/>
                </a:cubicBezTo>
                <a:cubicBezTo>
                  <a:pt x="1349608" y="2727856"/>
                  <a:pt x="1344206" y="2722579"/>
                  <a:pt x="1344206" y="2715922"/>
                </a:cubicBezTo>
                <a:cubicBezTo>
                  <a:pt x="1344206" y="2709265"/>
                  <a:pt x="1349481" y="2703863"/>
                  <a:pt x="1356140" y="2703863"/>
                </a:cubicBezTo>
                <a:close/>
                <a:moveTo>
                  <a:pt x="1695926" y="2703360"/>
                </a:moveTo>
                <a:cubicBezTo>
                  <a:pt x="1702207" y="2703360"/>
                  <a:pt x="1707232" y="2708385"/>
                  <a:pt x="1707232" y="2714664"/>
                </a:cubicBezTo>
                <a:cubicBezTo>
                  <a:pt x="1707357" y="2720945"/>
                  <a:pt x="1702207" y="2725970"/>
                  <a:pt x="1696052" y="2725970"/>
                </a:cubicBezTo>
                <a:cubicBezTo>
                  <a:pt x="1689896" y="2725970"/>
                  <a:pt x="1684746" y="2720945"/>
                  <a:pt x="1684746" y="2714664"/>
                </a:cubicBezTo>
                <a:cubicBezTo>
                  <a:pt x="1684746" y="2708385"/>
                  <a:pt x="1689771" y="2703360"/>
                  <a:pt x="1695926" y="2703360"/>
                </a:cubicBezTo>
                <a:close/>
                <a:moveTo>
                  <a:pt x="800417" y="2701727"/>
                </a:moveTo>
                <a:cubicBezTo>
                  <a:pt x="802301" y="2701727"/>
                  <a:pt x="803934" y="2703235"/>
                  <a:pt x="803934" y="2705244"/>
                </a:cubicBezTo>
                <a:cubicBezTo>
                  <a:pt x="803934" y="2707129"/>
                  <a:pt x="802426" y="2708762"/>
                  <a:pt x="800417" y="2708762"/>
                </a:cubicBezTo>
                <a:cubicBezTo>
                  <a:pt x="798532" y="2708762"/>
                  <a:pt x="796899" y="2707254"/>
                  <a:pt x="796899" y="2705244"/>
                </a:cubicBezTo>
                <a:cubicBezTo>
                  <a:pt x="796774" y="2703360"/>
                  <a:pt x="798407" y="2701727"/>
                  <a:pt x="800417" y="2701727"/>
                </a:cubicBezTo>
                <a:close/>
                <a:moveTo>
                  <a:pt x="2251646" y="2696451"/>
                </a:moveTo>
                <a:cubicBezTo>
                  <a:pt x="2253531" y="2696451"/>
                  <a:pt x="2255164" y="2697959"/>
                  <a:pt x="2255164" y="2699968"/>
                </a:cubicBezTo>
                <a:cubicBezTo>
                  <a:pt x="2255164" y="2701853"/>
                  <a:pt x="2253656" y="2703486"/>
                  <a:pt x="2251646" y="2703486"/>
                </a:cubicBezTo>
                <a:cubicBezTo>
                  <a:pt x="2249762" y="2703486"/>
                  <a:pt x="2248129" y="2701978"/>
                  <a:pt x="2248129" y="2699968"/>
                </a:cubicBezTo>
                <a:cubicBezTo>
                  <a:pt x="2248129" y="2698084"/>
                  <a:pt x="2249762" y="2696451"/>
                  <a:pt x="2251646" y="2696451"/>
                </a:cubicBezTo>
                <a:close/>
                <a:moveTo>
                  <a:pt x="1272226" y="2688537"/>
                </a:moveTo>
                <a:cubicBezTo>
                  <a:pt x="1278758" y="2688537"/>
                  <a:pt x="1284035" y="2693813"/>
                  <a:pt x="1284035" y="2700220"/>
                </a:cubicBezTo>
                <a:cubicBezTo>
                  <a:pt x="1284035" y="2706752"/>
                  <a:pt x="1278758" y="2712029"/>
                  <a:pt x="1272353" y="2712029"/>
                </a:cubicBezTo>
                <a:cubicBezTo>
                  <a:pt x="1265819" y="2712029"/>
                  <a:pt x="1260544" y="2706878"/>
                  <a:pt x="1260544" y="2700346"/>
                </a:cubicBezTo>
                <a:cubicBezTo>
                  <a:pt x="1260544" y="2693813"/>
                  <a:pt x="1265819" y="2688663"/>
                  <a:pt x="1272226" y="2688537"/>
                </a:cubicBezTo>
                <a:close/>
                <a:moveTo>
                  <a:pt x="1779588" y="2687406"/>
                </a:moveTo>
                <a:cubicBezTo>
                  <a:pt x="1785743" y="2687406"/>
                  <a:pt x="1790768" y="2692306"/>
                  <a:pt x="1790768" y="2698460"/>
                </a:cubicBezTo>
                <a:cubicBezTo>
                  <a:pt x="1790768" y="2704490"/>
                  <a:pt x="1785743" y="2709515"/>
                  <a:pt x="1779713" y="2709515"/>
                </a:cubicBezTo>
                <a:cubicBezTo>
                  <a:pt x="1773683" y="2709515"/>
                  <a:pt x="1768658" y="2704615"/>
                  <a:pt x="1768658" y="2698460"/>
                </a:cubicBezTo>
                <a:cubicBezTo>
                  <a:pt x="1768658" y="2692431"/>
                  <a:pt x="1773558" y="2687406"/>
                  <a:pt x="1779588" y="2687406"/>
                </a:cubicBezTo>
                <a:close/>
                <a:moveTo>
                  <a:pt x="951909" y="2676729"/>
                </a:moveTo>
                <a:cubicBezTo>
                  <a:pt x="955802" y="2676604"/>
                  <a:pt x="958817" y="2679744"/>
                  <a:pt x="958817" y="2683512"/>
                </a:cubicBezTo>
                <a:cubicBezTo>
                  <a:pt x="958817" y="2687281"/>
                  <a:pt x="955802" y="2690421"/>
                  <a:pt x="952034" y="2690421"/>
                </a:cubicBezTo>
                <a:cubicBezTo>
                  <a:pt x="948265" y="2690421"/>
                  <a:pt x="945125" y="2687406"/>
                  <a:pt x="945125" y="2683638"/>
                </a:cubicBezTo>
                <a:cubicBezTo>
                  <a:pt x="945125" y="2679869"/>
                  <a:pt x="948140" y="2676729"/>
                  <a:pt x="951909" y="2676729"/>
                </a:cubicBezTo>
                <a:close/>
                <a:moveTo>
                  <a:pt x="2100027" y="2671828"/>
                </a:moveTo>
                <a:cubicBezTo>
                  <a:pt x="2104298" y="2671703"/>
                  <a:pt x="2107815" y="2675220"/>
                  <a:pt x="2107815" y="2679492"/>
                </a:cubicBezTo>
                <a:cubicBezTo>
                  <a:pt x="2107815" y="2683762"/>
                  <a:pt x="2104298" y="2687279"/>
                  <a:pt x="2100027" y="2687279"/>
                </a:cubicBezTo>
                <a:cubicBezTo>
                  <a:pt x="2095757" y="2687279"/>
                  <a:pt x="2092240" y="2683762"/>
                  <a:pt x="2092240" y="2679492"/>
                </a:cubicBezTo>
                <a:cubicBezTo>
                  <a:pt x="2092240" y="2675220"/>
                  <a:pt x="2095632" y="2671703"/>
                  <a:pt x="2100027" y="2671828"/>
                </a:cubicBezTo>
                <a:close/>
                <a:moveTo>
                  <a:pt x="1189824" y="2668313"/>
                </a:moveTo>
                <a:cubicBezTo>
                  <a:pt x="1195602" y="2668188"/>
                  <a:pt x="1200251" y="2672835"/>
                  <a:pt x="1200251" y="2678612"/>
                </a:cubicBezTo>
                <a:cubicBezTo>
                  <a:pt x="1200251" y="2684266"/>
                  <a:pt x="1195602" y="2689038"/>
                  <a:pt x="1189824" y="2689038"/>
                </a:cubicBezTo>
                <a:cubicBezTo>
                  <a:pt x="1184171" y="2689038"/>
                  <a:pt x="1179398" y="2684391"/>
                  <a:pt x="1179398" y="2678612"/>
                </a:cubicBezTo>
                <a:cubicBezTo>
                  <a:pt x="1179398" y="2672835"/>
                  <a:pt x="1184046" y="2668188"/>
                  <a:pt x="1189824" y="2668313"/>
                </a:cubicBezTo>
                <a:close/>
                <a:moveTo>
                  <a:pt x="1861864" y="2665047"/>
                </a:moveTo>
                <a:cubicBezTo>
                  <a:pt x="1868019" y="2665047"/>
                  <a:pt x="1873044" y="2669947"/>
                  <a:pt x="1873044" y="2676101"/>
                </a:cubicBezTo>
                <a:cubicBezTo>
                  <a:pt x="1873044" y="2682131"/>
                  <a:pt x="1868144" y="2687156"/>
                  <a:pt x="1861989" y="2687156"/>
                </a:cubicBezTo>
                <a:cubicBezTo>
                  <a:pt x="1855959" y="2687156"/>
                  <a:pt x="1850934" y="2682256"/>
                  <a:pt x="1850934" y="2676101"/>
                </a:cubicBezTo>
                <a:cubicBezTo>
                  <a:pt x="1850934" y="2670072"/>
                  <a:pt x="1855834" y="2665047"/>
                  <a:pt x="1861864" y="2665047"/>
                </a:cubicBezTo>
                <a:close/>
                <a:moveTo>
                  <a:pt x="588127" y="2662031"/>
                </a:moveTo>
                <a:cubicBezTo>
                  <a:pt x="589383" y="2662031"/>
                  <a:pt x="590513" y="2663036"/>
                  <a:pt x="590513" y="2664418"/>
                </a:cubicBezTo>
                <a:cubicBezTo>
                  <a:pt x="590639" y="2665800"/>
                  <a:pt x="589508" y="2666931"/>
                  <a:pt x="588127" y="2666931"/>
                </a:cubicBezTo>
                <a:cubicBezTo>
                  <a:pt x="586871" y="2666931"/>
                  <a:pt x="585741" y="2665800"/>
                  <a:pt x="585741" y="2664544"/>
                </a:cubicBezTo>
                <a:cubicBezTo>
                  <a:pt x="585741" y="2663161"/>
                  <a:pt x="586871" y="2662031"/>
                  <a:pt x="588127" y="2662031"/>
                </a:cubicBezTo>
                <a:close/>
                <a:moveTo>
                  <a:pt x="2600854" y="2657761"/>
                </a:moveTo>
                <a:cubicBezTo>
                  <a:pt x="2601482" y="2657761"/>
                  <a:pt x="2601984" y="2658264"/>
                  <a:pt x="2601984" y="2658891"/>
                </a:cubicBezTo>
                <a:cubicBezTo>
                  <a:pt x="2601984" y="2659519"/>
                  <a:pt x="2601482" y="2660021"/>
                  <a:pt x="2600854" y="2660021"/>
                </a:cubicBezTo>
                <a:cubicBezTo>
                  <a:pt x="2600227" y="2660021"/>
                  <a:pt x="2599724" y="2659519"/>
                  <a:pt x="2599724" y="2658891"/>
                </a:cubicBezTo>
                <a:cubicBezTo>
                  <a:pt x="2599724" y="2658264"/>
                  <a:pt x="2600227" y="2657761"/>
                  <a:pt x="2600854" y="2657761"/>
                </a:cubicBezTo>
                <a:close/>
                <a:moveTo>
                  <a:pt x="2463685" y="2655374"/>
                </a:moveTo>
                <a:cubicBezTo>
                  <a:pt x="2464940" y="2655374"/>
                  <a:pt x="2465945" y="2656379"/>
                  <a:pt x="2465945" y="2657636"/>
                </a:cubicBezTo>
                <a:cubicBezTo>
                  <a:pt x="2465945" y="2658891"/>
                  <a:pt x="2464940" y="2659896"/>
                  <a:pt x="2463685" y="2659896"/>
                </a:cubicBezTo>
                <a:cubicBezTo>
                  <a:pt x="2462428" y="2659896"/>
                  <a:pt x="2461423" y="2658891"/>
                  <a:pt x="2461423" y="2657636"/>
                </a:cubicBezTo>
                <a:cubicBezTo>
                  <a:pt x="2461423" y="2656504"/>
                  <a:pt x="2462428" y="2655500"/>
                  <a:pt x="2463685" y="2655374"/>
                </a:cubicBezTo>
                <a:close/>
                <a:moveTo>
                  <a:pt x="730198" y="2652360"/>
                </a:moveTo>
                <a:cubicBezTo>
                  <a:pt x="732585" y="2652360"/>
                  <a:pt x="734595" y="2654369"/>
                  <a:pt x="734595" y="2656757"/>
                </a:cubicBezTo>
                <a:cubicBezTo>
                  <a:pt x="734595" y="2659144"/>
                  <a:pt x="732711" y="2661154"/>
                  <a:pt x="730198" y="2661154"/>
                </a:cubicBezTo>
                <a:cubicBezTo>
                  <a:pt x="727812" y="2661154"/>
                  <a:pt x="725802" y="2659144"/>
                  <a:pt x="725802" y="2656757"/>
                </a:cubicBezTo>
                <a:cubicBezTo>
                  <a:pt x="725802" y="2654244"/>
                  <a:pt x="727812" y="2652234"/>
                  <a:pt x="730198" y="2652360"/>
                </a:cubicBezTo>
                <a:close/>
                <a:moveTo>
                  <a:pt x="2321490" y="2643819"/>
                </a:moveTo>
                <a:cubicBezTo>
                  <a:pt x="2325384" y="2643819"/>
                  <a:pt x="2328526" y="2646959"/>
                  <a:pt x="2328526" y="2650854"/>
                </a:cubicBezTo>
                <a:cubicBezTo>
                  <a:pt x="2328526" y="2654748"/>
                  <a:pt x="2325384" y="2658013"/>
                  <a:pt x="2321490" y="2658013"/>
                </a:cubicBezTo>
                <a:cubicBezTo>
                  <a:pt x="2317596" y="2658013"/>
                  <a:pt x="2314455" y="2654873"/>
                  <a:pt x="2314455" y="2650979"/>
                </a:cubicBezTo>
                <a:cubicBezTo>
                  <a:pt x="2314329" y="2647085"/>
                  <a:pt x="2317596" y="2643945"/>
                  <a:pt x="2321490" y="2643819"/>
                </a:cubicBezTo>
                <a:close/>
                <a:moveTo>
                  <a:pt x="1109179" y="2639421"/>
                </a:moveTo>
                <a:cubicBezTo>
                  <a:pt x="1115334" y="2639421"/>
                  <a:pt x="1120485" y="2644446"/>
                  <a:pt x="1120485" y="2650727"/>
                </a:cubicBezTo>
                <a:cubicBezTo>
                  <a:pt x="1120611" y="2656882"/>
                  <a:pt x="1115586" y="2662032"/>
                  <a:pt x="1109305" y="2662032"/>
                </a:cubicBezTo>
                <a:cubicBezTo>
                  <a:pt x="1103024" y="2662032"/>
                  <a:pt x="1098000" y="2657008"/>
                  <a:pt x="1098000" y="2650727"/>
                </a:cubicBezTo>
                <a:cubicBezTo>
                  <a:pt x="1098000" y="2644446"/>
                  <a:pt x="1103024" y="2639421"/>
                  <a:pt x="1109179" y="2639421"/>
                </a:cubicBezTo>
                <a:close/>
                <a:moveTo>
                  <a:pt x="877671" y="2635654"/>
                </a:moveTo>
                <a:cubicBezTo>
                  <a:pt x="881061" y="2635654"/>
                  <a:pt x="883700" y="2638292"/>
                  <a:pt x="883700" y="2641558"/>
                </a:cubicBezTo>
                <a:cubicBezTo>
                  <a:pt x="883700" y="2644948"/>
                  <a:pt x="881061" y="2647587"/>
                  <a:pt x="877796" y="2647587"/>
                </a:cubicBezTo>
                <a:cubicBezTo>
                  <a:pt x="874404" y="2647712"/>
                  <a:pt x="871767" y="2644948"/>
                  <a:pt x="871767" y="2641683"/>
                </a:cubicBezTo>
                <a:cubicBezTo>
                  <a:pt x="871767" y="2638292"/>
                  <a:pt x="874404" y="2635654"/>
                  <a:pt x="877671" y="2635654"/>
                </a:cubicBezTo>
                <a:close/>
                <a:moveTo>
                  <a:pt x="1942382" y="2634144"/>
                </a:moveTo>
                <a:cubicBezTo>
                  <a:pt x="1949919" y="2634144"/>
                  <a:pt x="1955949" y="2640173"/>
                  <a:pt x="1955949" y="2647585"/>
                </a:cubicBezTo>
                <a:cubicBezTo>
                  <a:pt x="1955949" y="2654996"/>
                  <a:pt x="1949919" y="2661151"/>
                  <a:pt x="1942508" y="2661151"/>
                </a:cubicBezTo>
                <a:cubicBezTo>
                  <a:pt x="1934971" y="2661151"/>
                  <a:pt x="1928941" y="2655121"/>
                  <a:pt x="1928941" y="2647710"/>
                </a:cubicBezTo>
                <a:cubicBezTo>
                  <a:pt x="1928941" y="2640173"/>
                  <a:pt x="1934845" y="2634144"/>
                  <a:pt x="1942382" y="2634144"/>
                </a:cubicBezTo>
                <a:close/>
                <a:moveTo>
                  <a:pt x="2173891" y="2627235"/>
                </a:moveTo>
                <a:cubicBezTo>
                  <a:pt x="2179292" y="2627235"/>
                  <a:pt x="2183689" y="2631507"/>
                  <a:pt x="2183689" y="2636907"/>
                </a:cubicBezTo>
                <a:cubicBezTo>
                  <a:pt x="2183689" y="2642308"/>
                  <a:pt x="2179417" y="2646705"/>
                  <a:pt x="2174017" y="2646705"/>
                </a:cubicBezTo>
                <a:cubicBezTo>
                  <a:pt x="2168616" y="2646705"/>
                  <a:pt x="2164219" y="2642433"/>
                  <a:pt x="2164219" y="2637032"/>
                </a:cubicBezTo>
                <a:cubicBezTo>
                  <a:pt x="2164219" y="2631632"/>
                  <a:pt x="2168491" y="2627235"/>
                  <a:pt x="2173891" y="2627235"/>
                </a:cubicBezTo>
                <a:close/>
                <a:moveTo>
                  <a:pt x="1525719" y="2618820"/>
                </a:moveTo>
                <a:cubicBezTo>
                  <a:pt x="1533508" y="2618694"/>
                  <a:pt x="1539913" y="2625101"/>
                  <a:pt x="1539913" y="2632888"/>
                </a:cubicBezTo>
                <a:cubicBezTo>
                  <a:pt x="1540040" y="2640677"/>
                  <a:pt x="1533633" y="2647084"/>
                  <a:pt x="1525844" y="2647084"/>
                </a:cubicBezTo>
                <a:cubicBezTo>
                  <a:pt x="1518057" y="2647209"/>
                  <a:pt x="1511650" y="2640803"/>
                  <a:pt x="1511650" y="2633015"/>
                </a:cubicBezTo>
                <a:cubicBezTo>
                  <a:pt x="1511650" y="2625226"/>
                  <a:pt x="1517932" y="2618820"/>
                  <a:pt x="1525719" y="2618820"/>
                </a:cubicBezTo>
                <a:close/>
                <a:moveTo>
                  <a:pt x="1440425" y="2615681"/>
                </a:moveTo>
                <a:cubicBezTo>
                  <a:pt x="1448212" y="2615555"/>
                  <a:pt x="1454619" y="2621962"/>
                  <a:pt x="1454619" y="2629749"/>
                </a:cubicBezTo>
                <a:cubicBezTo>
                  <a:pt x="1454744" y="2637538"/>
                  <a:pt x="1448339" y="2643945"/>
                  <a:pt x="1440550" y="2643945"/>
                </a:cubicBezTo>
                <a:cubicBezTo>
                  <a:pt x="1432763" y="2644070"/>
                  <a:pt x="1426356" y="2637664"/>
                  <a:pt x="1426356" y="2629876"/>
                </a:cubicBezTo>
                <a:cubicBezTo>
                  <a:pt x="1426356" y="2621962"/>
                  <a:pt x="1432638" y="2615681"/>
                  <a:pt x="1440425" y="2615681"/>
                </a:cubicBezTo>
                <a:close/>
                <a:moveTo>
                  <a:pt x="1610886" y="2615053"/>
                </a:moveTo>
                <a:cubicBezTo>
                  <a:pt x="1618673" y="2614927"/>
                  <a:pt x="1625080" y="2621334"/>
                  <a:pt x="1625080" y="2629121"/>
                </a:cubicBezTo>
                <a:cubicBezTo>
                  <a:pt x="1625207" y="2636910"/>
                  <a:pt x="1618925" y="2643317"/>
                  <a:pt x="1611011" y="2643317"/>
                </a:cubicBezTo>
                <a:cubicBezTo>
                  <a:pt x="1603224" y="2643442"/>
                  <a:pt x="1596817" y="2637036"/>
                  <a:pt x="1596817" y="2629248"/>
                </a:cubicBezTo>
                <a:cubicBezTo>
                  <a:pt x="1596817" y="2621334"/>
                  <a:pt x="1603099" y="2615053"/>
                  <a:pt x="1610886" y="2615053"/>
                </a:cubicBezTo>
                <a:close/>
                <a:moveTo>
                  <a:pt x="1031045" y="2607390"/>
                </a:moveTo>
                <a:cubicBezTo>
                  <a:pt x="1036322" y="2607390"/>
                  <a:pt x="1040592" y="2611660"/>
                  <a:pt x="1040592" y="2616937"/>
                </a:cubicBezTo>
                <a:cubicBezTo>
                  <a:pt x="1040592" y="2622212"/>
                  <a:pt x="1036322" y="2626484"/>
                  <a:pt x="1031045" y="2626484"/>
                </a:cubicBezTo>
                <a:cubicBezTo>
                  <a:pt x="1025770" y="2626484"/>
                  <a:pt x="1021498" y="2622212"/>
                  <a:pt x="1021498" y="2616937"/>
                </a:cubicBezTo>
                <a:cubicBezTo>
                  <a:pt x="1021498" y="2611660"/>
                  <a:pt x="1025770" y="2607390"/>
                  <a:pt x="1031045" y="2607390"/>
                </a:cubicBezTo>
                <a:close/>
                <a:moveTo>
                  <a:pt x="1355885" y="2606134"/>
                </a:moveTo>
                <a:cubicBezTo>
                  <a:pt x="1363422" y="2606134"/>
                  <a:pt x="1369452" y="2612163"/>
                  <a:pt x="1369452" y="2619575"/>
                </a:cubicBezTo>
                <a:cubicBezTo>
                  <a:pt x="1369452" y="2627111"/>
                  <a:pt x="1363422" y="2633141"/>
                  <a:pt x="1356011" y="2633141"/>
                </a:cubicBezTo>
                <a:cubicBezTo>
                  <a:pt x="1348474" y="2633141"/>
                  <a:pt x="1342444" y="2627111"/>
                  <a:pt x="1342444" y="2619700"/>
                </a:cubicBezTo>
                <a:cubicBezTo>
                  <a:pt x="1342444" y="2612289"/>
                  <a:pt x="1348474" y="2606260"/>
                  <a:pt x="1355885" y="2606134"/>
                </a:cubicBezTo>
                <a:close/>
                <a:moveTo>
                  <a:pt x="525447" y="2605003"/>
                </a:moveTo>
                <a:cubicBezTo>
                  <a:pt x="526452" y="2605003"/>
                  <a:pt x="527205" y="2605756"/>
                  <a:pt x="527205" y="2606761"/>
                </a:cubicBezTo>
                <a:cubicBezTo>
                  <a:pt x="527205" y="2607768"/>
                  <a:pt x="526452" y="2608521"/>
                  <a:pt x="525447" y="2608521"/>
                </a:cubicBezTo>
                <a:cubicBezTo>
                  <a:pt x="524442" y="2608521"/>
                  <a:pt x="523688" y="2607768"/>
                  <a:pt x="523688" y="2606761"/>
                </a:cubicBezTo>
                <a:cubicBezTo>
                  <a:pt x="523688" y="2605756"/>
                  <a:pt x="524442" y="2605003"/>
                  <a:pt x="525447" y="2605003"/>
                </a:cubicBezTo>
                <a:close/>
                <a:moveTo>
                  <a:pt x="1695423" y="2604374"/>
                </a:moveTo>
                <a:cubicBezTo>
                  <a:pt x="1703210" y="2604248"/>
                  <a:pt x="1709617" y="2610655"/>
                  <a:pt x="1709617" y="2618442"/>
                </a:cubicBezTo>
                <a:cubicBezTo>
                  <a:pt x="1709742" y="2626231"/>
                  <a:pt x="1703337" y="2632638"/>
                  <a:pt x="1695548" y="2632638"/>
                </a:cubicBezTo>
                <a:cubicBezTo>
                  <a:pt x="1687761" y="2632763"/>
                  <a:pt x="1681354" y="2626357"/>
                  <a:pt x="1681354" y="2618569"/>
                </a:cubicBezTo>
                <a:cubicBezTo>
                  <a:pt x="1681354" y="2610655"/>
                  <a:pt x="1687761" y="2604248"/>
                  <a:pt x="1695423" y="2604374"/>
                </a:cubicBezTo>
                <a:close/>
                <a:moveTo>
                  <a:pt x="2020390" y="2600230"/>
                </a:moveTo>
                <a:cubicBezTo>
                  <a:pt x="2027550" y="2600230"/>
                  <a:pt x="2033454" y="2606135"/>
                  <a:pt x="2033454" y="2613294"/>
                </a:cubicBezTo>
                <a:cubicBezTo>
                  <a:pt x="2033454" y="2620454"/>
                  <a:pt x="2027550" y="2626358"/>
                  <a:pt x="2020390" y="2626358"/>
                </a:cubicBezTo>
                <a:cubicBezTo>
                  <a:pt x="2013231" y="2626358"/>
                  <a:pt x="2007326" y="2620454"/>
                  <a:pt x="2007326" y="2613294"/>
                </a:cubicBezTo>
                <a:cubicBezTo>
                  <a:pt x="2007326" y="2606135"/>
                  <a:pt x="2013231" y="2600230"/>
                  <a:pt x="2020390" y="2600230"/>
                </a:cubicBezTo>
                <a:close/>
                <a:moveTo>
                  <a:pt x="663497" y="2600230"/>
                </a:moveTo>
                <a:cubicBezTo>
                  <a:pt x="665382" y="2600230"/>
                  <a:pt x="667015" y="2601738"/>
                  <a:pt x="667015" y="2603747"/>
                </a:cubicBezTo>
                <a:cubicBezTo>
                  <a:pt x="667015" y="2605632"/>
                  <a:pt x="665382" y="2607265"/>
                  <a:pt x="663497" y="2607265"/>
                </a:cubicBezTo>
                <a:cubicBezTo>
                  <a:pt x="661487" y="2607265"/>
                  <a:pt x="659855" y="2605757"/>
                  <a:pt x="659855" y="2603747"/>
                </a:cubicBezTo>
                <a:cubicBezTo>
                  <a:pt x="659855" y="2601863"/>
                  <a:pt x="661487" y="2600230"/>
                  <a:pt x="663497" y="2600230"/>
                </a:cubicBezTo>
                <a:close/>
                <a:moveTo>
                  <a:pt x="2525864" y="2597341"/>
                </a:moveTo>
                <a:cubicBezTo>
                  <a:pt x="2527121" y="2597341"/>
                  <a:pt x="2528126" y="2598220"/>
                  <a:pt x="2528126" y="2599476"/>
                </a:cubicBezTo>
                <a:cubicBezTo>
                  <a:pt x="2528126" y="2600733"/>
                  <a:pt x="2527246" y="2601738"/>
                  <a:pt x="2525989" y="2601738"/>
                </a:cubicBezTo>
                <a:cubicBezTo>
                  <a:pt x="2524733" y="2601738"/>
                  <a:pt x="2523728" y="2600733"/>
                  <a:pt x="2523728" y="2599476"/>
                </a:cubicBezTo>
                <a:cubicBezTo>
                  <a:pt x="2523728" y="2598220"/>
                  <a:pt x="2524733" y="2597216"/>
                  <a:pt x="2525864" y="2597341"/>
                </a:cubicBezTo>
                <a:close/>
                <a:moveTo>
                  <a:pt x="2659138" y="2596083"/>
                </a:moveTo>
                <a:cubicBezTo>
                  <a:pt x="2659515" y="2596083"/>
                  <a:pt x="2659767" y="2596335"/>
                  <a:pt x="2659767" y="2596711"/>
                </a:cubicBezTo>
                <a:cubicBezTo>
                  <a:pt x="2659767" y="2597088"/>
                  <a:pt x="2659515" y="2597466"/>
                  <a:pt x="2659138" y="2597466"/>
                </a:cubicBezTo>
                <a:cubicBezTo>
                  <a:pt x="2658887" y="2597340"/>
                  <a:pt x="2658510" y="2597088"/>
                  <a:pt x="2658510" y="2596711"/>
                </a:cubicBezTo>
                <a:cubicBezTo>
                  <a:pt x="2658510" y="2596335"/>
                  <a:pt x="2658887" y="2596083"/>
                  <a:pt x="2659138" y="2596083"/>
                </a:cubicBezTo>
                <a:close/>
                <a:moveTo>
                  <a:pt x="2388064" y="2593572"/>
                </a:moveTo>
                <a:cubicBezTo>
                  <a:pt x="2390324" y="2593572"/>
                  <a:pt x="2392084" y="2595457"/>
                  <a:pt x="2392084" y="2597592"/>
                </a:cubicBezTo>
                <a:cubicBezTo>
                  <a:pt x="2392084" y="2599854"/>
                  <a:pt x="2390324" y="2601612"/>
                  <a:pt x="2388064" y="2601612"/>
                </a:cubicBezTo>
                <a:cubicBezTo>
                  <a:pt x="2385802" y="2601612"/>
                  <a:pt x="2384044" y="2599854"/>
                  <a:pt x="2384044" y="2597592"/>
                </a:cubicBezTo>
                <a:cubicBezTo>
                  <a:pt x="2383919" y="2595330"/>
                  <a:pt x="2385677" y="2593572"/>
                  <a:pt x="2388064" y="2593572"/>
                </a:cubicBezTo>
                <a:close/>
                <a:moveTo>
                  <a:pt x="1272226" y="2590306"/>
                </a:moveTo>
                <a:cubicBezTo>
                  <a:pt x="1279010" y="2590306"/>
                  <a:pt x="1284662" y="2595833"/>
                  <a:pt x="1284662" y="2602616"/>
                </a:cubicBezTo>
                <a:cubicBezTo>
                  <a:pt x="1284662" y="2609400"/>
                  <a:pt x="1279135" y="2615052"/>
                  <a:pt x="1272353" y="2615052"/>
                </a:cubicBezTo>
                <a:cubicBezTo>
                  <a:pt x="1265569" y="2615177"/>
                  <a:pt x="1259917" y="2609525"/>
                  <a:pt x="1259917" y="2602742"/>
                </a:cubicBezTo>
                <a:cubicBezTo>
                  <a:pt x="1259917" y="2595959"/>
                  <a:pt x="1265444" y="2590306"/>
                  <a:pt x="1272226" y="2590306"/>
                </a:cubicBezTo>
                <a:close/>
                <a:moveTo>
                  <a:pt x="806573" y="2590306"/>
                </a:moveTo>
                <a:cubicBezTo>
                  <a:pt x="808960" y="2590306"/>
                  <a:pt x="810970" y="2592191"/>
                  <a:pt x="810970" y="2594703"/>
                </a:cubicBezTo>
                <a:cubicBezTo>
                  <a:pt x="810970" y="2597088"/>
                  <a:pt x="808960" y="2599098"/>
                  <a:pt x="806573" y="2599098"/>
                </a:cubicBezTo>
                <a:cubicBezTo>
                  <a:pt x="804186" y="2599098"/>
                  <a:pt x="802176" y="2597215"/>
                  <a:pt x="802176" y="2594703"/>
                </a:cubicBezTo>
                <a:cubicBezTo>
                  <a:pt x="802051" y="2592316"/>
                  <a:pt x="804061" y="2590306"/>
                  <a:pt x="806573" y="2590306"/>
                </a:cubicBezTo>
                <a:close/>
                <a:moveTo>
                  <a:pt x="1778958" y="2586914"/>
                </a:moveTo>
                <a:cubicBezTo>
                  <a:pt x="1786620" y="2586914"/>
                  <a:pt x="1792902" y="2593195"/>
                  <a:pt x="1792902" y="2600857"/>
                </a:cubicBezTo>
                <a:cubicBezTo>
                  <a:pt x="1792902" y="2608519"/>
                  <a:pt x="1786745" y="2614801"/>
                  <a:pt x="1778958" y="2614801"/>
                </a:cubicBezTo>
                <a:cubicBezTo>
                  <a:pt x="1771296" y="2614801"/>
                  <a:pt x="1765014" y="2608519"/>
                  <a:pt x="1765014" y="2600857"/>
                </a:cubicBezTo>
                <a:cubicBezTo>
                  <a:pt x="1765014" y="2593195"/>
                  <a:pt x="1771169" y="2586914"/>
                  <a:pt x="1778958" y="2586914"/>
                </a:cubicBezTo>
                <a:close/>
                <a:moveTo>
                  <a:pt x="2244737" y="2579629"/>
                </a:moveTo>
                <a:cubicBezTo>
                  <a:pt x="2250139" y="2579629"/>
                  <a:pt x="2254536" y="2583900"/>
                  <a:pt x="2254536" y="2589301"/>
                </a:cubicBezTo>
                <a:cubicBezTo>
                  <a:pt x="2254536" y="2594703"/>
                  <a:pt x="2250264" y="2599100"/>
                  <a:pt x="2244864" y="2599100"/>
                </a:cubicBezTo>
                <a:cubicBezTo>
                  <a:pt x="2239462" y="2599225"/>
                  <a:pt x="2235065" y="2594828"/>
                  <a:pt x="2235065" y="2589427"/>
                </a:cubicBezTo>
                <a:cubicBezTo>
                  <a:pt x="2234940" y="2584151"/>
                  <a:pt x="2239336" y="2579755"/>
                  <a:pt x="2244737" y="2579629"/>
                </a:cubicBezTo>
                <a:close/>
                <a:moveTo>
                  <a:pt x="955426" y="2569453"/>
                </a:moveTo>
                <a:cubicBezTo>
                  <a:pt x="959698" y="2569453"/>
                  <a:pt x="963215" y="2572970"/>
                  <a:pt x="963215" y="2577241"/>
                </a:cubicBezTo>
                <a:cubicBezTo>
                  <a:pt x="963215" y="2581512"/>
                  <a:pt x="959823" y="2585030"/>
                  <a:pt x="955553" y="2585030"/>
                </a:cubicBezTo>
                <a:cubicBezTo>
                  <a:pt x="951281" y="2585030"/>
                  <a:pt x="947764" y="2581638"/>
                  <a:pt x="947764" y="2577367"/>
                </a:cubicBezTo>
                <a:cubicBezTo>
                  <a:pt x="947764" y="2573096"/>
                  <a:pt x="951156" y="2569579"/>
                  <a:pt x="955426" y="2569453"/>
                </a:cubicBezTo>
                <a:close/>
                <a:moveTo>
                  <a:pt x="1190451" y="2567821"/>
                </a:moveTo>
                <a:cubicBezTo>
                  <a:pt x="1196607" y="2567696"/>
                  <a:pt x="1201757" y="2572719"/>
                  <a:pt x="1201757" y="2579000"/>
                </a:cubicBezTo>
                <a:cubicBezTo>
                  <a:pt x="1201757" y="2585155"/>
                  <a:pt x="1196732" y="2590307"/>
                  <a:pt x="1190451" y="2590307"/>
                </a:cubicBezTo>
                <a:cubicBezTo>
                  <a:pt x="1184296" y="2590307"/>
                  <a:pt x="1179146" y="2585281"/>
                  <a:pt x="1179146" y="2579000"/>
                </a:cubicBezTo>
                <a:cubicBezTo>
                  <a:pt x="1179146" y="2572846"/>
                  <a:pt x="1184171" y="2567696"/>
                  <a:pt x="1190451" y="2567821"/>
                </a:cubicBezTo>
                <a:close/>
                <a:moveTo>
                  <a:pt x="1860606" y="2562798"/>
                </a:moveTo>
                <a:cubicBezTo>
                  <a:pt x="1868395" y="2562672"/>
                  <a:pt x="1874677" y="2568953"/>
                  <a:pt x="1874677" y="2576615"/>
                </a:cubicBezTo>
                <a:cubicBezTo>
                  <a:pt x="1874677" y="2584277"/>
                  <a:pt x="1868395" y="2590559"/>
                  <a:pt x="1860733" y="2590559"/>
                </a:cubicBezTo>
                <a:cubicBezTo>
                  <a:pt x="1853071" y="2590559"/>
                  <a:pt x="1846789" y="2584277"/>
                  <a:pt x="1846789" y="2576615"/>
                </a:cubicBezTo>
                <a:cubicBezTo>
                  <a:pt x="1846789" y="2568953"/>
                  <a:pt x="1852944" y="2562672"/>
                  <a:pt x="1860606" y="2562798"/>
                </a:cubicBezTo>
                <a:close/>
                <a:moveTo>
                  <a:pt x="2095633" y="2561667"/>
                </a:moveTo>
                <a:cubicBezTo>
                  <a:pt x="2102039" y="2561542"/>
                  <a:pt x="2107189" y="2566692"/>
                  <a:pt x="2107189" y="2573097"/>
                </a:cubicBezTo>
                <a:cubicBezTo>
                  <a:pt x="2107189" y="2579504"/>
                  <a:pt x="2102166" y="2584654"/>
                  <a:pt x="2095759" y="2584654"/>
                </a:cubicBezTo>
                <a:cubicBezTo>
                  <a:pt x="2089478" y="2584654"/>
                  <a:pt x="2084203" y="2579631"/>
                  <a:pt x="2084203" y="2573224"/>
                </a:cubicBezTo>
                <a:cubicBezTo>
                  <a:pt x="2084078" y="2566817"/>
                  <a:pt x="2089227" y="2561667"/>
                  <a:pt x="2095633" y="2561667"/>
                </a:cubicBezTo>
                <a:close/>
                <a:moveTo>
                  <a:pt x="600060" y="2542950"/>
                </a:moveTo>
                <a:cubicBezTo>
                  <a:pt x="602070" y="2542950"/>
                  <a:pt x="603830" y="2544708"/>
                  <a:pt x="603830" y="2546720"/>
                </a:cubicBezTo>
                <a:cubicBezTo>
                  <a:pt x="603830" y="2548728"/>
                  <a:pt x="602070" y="2550488"/>
                  <a:pt x="600060" y="2550488"/>
                </a:cubicBezTo>
                <a:cubicBezTo>
                  <a:pt x="598050" y="2550488"/>
                  <a:pt x="596292" y="2548855"/>
                  <a:pt x="596292" y="2546720"/>
                </a:cubicBezTo>
                <a:cubicBezTo>
                  <a:pt x="596292" y="2544583"/>
                  <a:pt x="597925" y="2542950"/>
                  <a:pt x="600060" y="2542950"/>
                </a:cubicBezTo>
                <a:close/>
                <a:moveTo>
                  <a:pt x="466407" y="2542195"/>
                </a:moveTo>
                <a:cubicBezTo>
                  <a:pt x="468166" y="2542195"/>
                  <a:pt x="469548" y="2543577"/>
                  <a:pt x="469548" y="2545335"/>
                </a:cubicBezTo>
                <a:cubicBezTo>
                  <a:pt x="469548" y="2547094"/>
                  <a:pt x="468039" y="2548477"/>
                  <a:pt x="466407" y="2548477"/>
                </a:cubicBezTo>
                <a:cubicBezTo>
                  <a:pt x="464649" y="2548477"/>
                  <a:pt x="463267" y="2546968"/>
                  <a:pt x="463267" y="2545335"/>
                </a:cubicBezTo>
                <a:cubicBezTo>
                  <a:pt x="463267" y="2543577"/>
                  <a:pt x="464522" y="2542195"/>
                  <a:pt x="466407" y="2542195"/>
                </a:cubicBezTo>
                <a:close/>
                <a:moveTo>
                  <a:pt x="738740" y="2536667"/>
                </a:moveTo>
                <a:cubicBezTo>
                  <a:pt x="742257" y="2536667"/>
                  <a:pt x="745021" y="2539431"/>
                  <a:pt x="745021" y="2542822"/>
                </a:cubicBezTo>
                <a:cubicBezTo>
                  <a:pt x="745021" y="2546339"/>
                  <a:pt x="742257" y="2549104"/>
                  <a:pt x="738866" y="2549104"/>
                </a:cubicBezTo>
                <a:cubicBezTo>
                  <a:pt x="735349" y="2549104"/>
                  <a:pt x="732585" y="2546339"/>
                  <a:pt x="732585" y="2542949"/>
                </a:cubicBezTo>
                <a:cubicBezTo>
                  <a:pt x="732585" y="2539557"/>
                  <a:pt x="735349" y="2536667"/>
                  <a:pt x="738740" y="2536667"/>
                </a:cubicBezTo>
                <a:close/>
                <a:moveTo>
                  <a:pt x="2584650" y="2535035"/>
                </a:moveTo>
                <a:cubicBezTo>
                  <a:pt x="2586032" y="2535035"/>
                  <a:pt x="2587287" y="2536166"/>
                  <a:pt x="2587287" y="2537673"/>
                </a:cubicBezTo>
                <a:cubicBezTo>
                  <a:pt x="2587287" y="2539055"/>
                  <a:pt x="2586157" y="2540310"/>
                  <a:pt x="2584650" y="2540310"/>
                </a:cubicBezTo>
                <a:cubicBezTo>
                  <a:pt x="2583143" y="2540310"/>
                  <a:pt x="2582013" y="2539180"/>
                  <a:pt x="2582013" y="2537673"/>
                </a:cubicBezTo>
                <a:cubicBezTo>
                  <a:pt x="2582013" y="2536166"/>
                  <a:pt x="2583143" y="2534909"/>
                  <a:pt x="2584650" y="2535035"/>
                </a:cubicBezTo>
                <a:close/>
                <a:moveTo>
                  <a:pt x="2450873" y="2534910"/>
                </a:moveTo>
                <a:cubicBezTo>
                  <a:pt x="2453762" y="2534910"/>
                  <a:pt x="2456022" y="2537171"/>
                  <a:pt x="2456022" y="2539935"/>
                </a:cubicBezTo>
                <a:cubicBezTo>
                  <a:pt x="2456022" y="2542824"/>
                  <a:pt x="2453762" y="2545084"/>
                  <a:pt x="2450998" y="2545084"/>
                </a:cubicBezTo>
                <a:cubicBezTo>
                  <a:pt x="2448109" y="2545084"/>
                  <a:pt x="2445848" y="2542824"/>
                  <a:pt x="2445848" y="2540060"/>
                </a:cubicBezTo>
                <a:cubicBezTo>
                  <a:pt x="2445848" y="2537171"/>
                  <a:pt x="2447983" y="2534910"/>
                  <a:pt x="2450873" y="2534910"/>
                </a:cubicBezTo>
                <a:close/>
                <a:moveTo>
                  <a:pt x="1110686" y="2534532"/>
                </a:moveTo>
                <a:cubicBezTo>
                  <a:pt x="1118473" y="2534406"/>
                  <a:pt x="1124880" y="2540813"/>
                  <a:pt x="1124880" y="2548600"/>
                </a:cubicBezTo>
                <a:cubicBezTo>
                  <a:pt x="1124880" y="2556389"/>
                  <a:pt x="1118600" y="2562796"/>
                  <a:pt x="1110811" y="2562796"/>
                </a:cubicBezTo>
                <a:cubicBezTo>
                  <a:pt x="1103023" y="2562921"/>
                  <a:pt x="1096617" y="2556515"/>
                  <a:pt x="1096617" y="2548727"/>
                </a:cubicBezTo>
                <a:cubicBezTo>
                  <a:pt x="1096617" y="2540938"/>
                  <a:pt x="1102898" y="2534532"/>
                  <a:pt x="1110686" y="2534532"/>
                </a:cubicBezTo>
                <a:close/>
                <a:moveTo>
                  <a:pt x="2714032" y="2530136"/>
                </a:moveTo>
                <a:cubicBezTo>
                  <a:pt x="2714785" y="2530011"/>
                  <a:pt x="2715415" y="2530638"/>
                  <a:pt x="2715415" y="2531393"/>
                </a:cubicBezTo>
                <a:cubicBezTo>
                  <a:pt x="2715415" y="2532146"/>
                  <a:pt x="2714785" y="2532773"/>
                  <a:pt x="2714032" y="2532773"/>
                </a:cubicBezTo>
                <a:cubicBezTo>
                  <a:pt x="2713278" y="2532773"/>
                  <a:pt x="2712650" y="2532146"/>
                  <a:pt x="2712650" y="2531393"/>
                </a:cubicBezTo>
                <a:cubicBezTo>
                  <a:pt x="2712650" y="2530638"/>
                  <a:pt x="2713278" y="2530011"/>
                  <a:pt x="2714032" y="2530136"/>
                </a:cubicBezTo>
                <a:close/>
                <a:moveTo>
                  <a:pt x="1940121" y="2527876"/>
                </a:moveTo>
                <a:cubicBezTo>
                  <a:pt x="1949795" y="2527876"/>
                  <a:pt x="1957835" y="2535790"/>
                  <a:pt x="1957835" y="2545588"/>
                </a:cubicBezTo>
                <a:cubicBezTo>
                  <a:pt x="1957835" y="2555260"/>
                  <a:pt x="1949920" y="2563299"/>
                  <a:pt x="1940121" y="2563299"/>
                </a:cubicBezTo>
                <a:cubicBezTo>
                  <a:pt x="1930449" y="2563426"/>
                  <a:pt x="1922409" y="2555511"/>
                  <a:pt x="1922409" y="2545713"/>
                </a:cubicBezTo>
                <a:cubicBezTo>
                  <a:pt x="1922409" y="2535916"/>
                  <a:pt x="1930324" y="2528002"/>
                  <a:pt x="1940121" y="2527876"/>
                </a:cubicBezTo>
                <a:close/>
                <a:moveTo>
                  <a:pt x="2312067" y="2525489"/>
                </a:moveTo>
                <a:cubicBezTo>
                  <a:pt x="2318599" y="2525489"/>
                  <a:pt x="2323876" y="2530639"/>
                  <a:pt x="2323876" y="2537172"/>
                </a:cubicBezTo>
                <a:cubicBezTo>
                  <a:pt x="2323876" y="2543704"/>
                  <a:pt x="2318724" y="2548981"/>
                  <a:pt x="2312194" y="2548981"/>
                </a:cubicBezTo>
                <a:cubicBezTo>
                  <a:pt x="2305660" y="2548981"/>
                  <a:pt x="2300385" y="2543829"/>
                  <a:pt x="2300385" y="2537298"/>
                </a:cubicBezTo>
                <a:cubicBezTo>
                  <a:pt x="2300385" y="2530765"/>
                  <a:pt x="2305660" y="2525489"/>
                  <a:pt x="2312067" y="2525489"/>
                </a:cubicBezTo>
                <a:close/>
                <a:moveTo>
                  <a:pt x="883072" y="2524107"/>
                </a:moveTo>
                <a:cubicBezTo>
                  <a:pt x="887594" y="2524107"/>
                  <a:pt x="891237" y="2527751"/>
                  <a:pt x="891237" y="2532273"/>
                </a:cubicBezTo>
                <a:cubicBezTo>
                  <a:pt x="891237" y="2536796"/>
                  <a:pt x="887594" y="2540439"/>
                  <a:pt x="883072" y="2540439"/>
                </a:cubicBezTo>
                <a:cubicBezTo>
                  <a:pt x="878675" y="2540439"/>
                  <a:pt x="874907" y="2536796"/>
                  <a:pt x="874907" y="2532273"/>
                </a:cubicBezTo>
                <a:cubicBezTo>
                  <a:pt x="874907" y="2527624"/>
                  <a:pt x="878549" y="2523982"/>
                  <a:pt x="883072" y="2524107"/>
                </a:cubicBezTo>
                <a:close/>
                <a:moveTo>
                  <a:pt x="1525341" y="2519333"/>
                </a:moveTo>
                <a:cubicBezTo>
                  <a:pt x="1535640" y="2519207"/>
                  <a:pt x="1544057" y="2527497"/>
                  <a:pt x="1544057" y="2537798"/>
                </a:cubicBezTo>
                <a:cubicBezTo>
                  <a:pt x="1544182" y="2548098"/>
                  <a:pt x="1535892" y="2556515"/>
                  <a:pt x="1525591" y="2556515"/>
                </a:cubicBezTo>
                <a:cubicBezTo>
                  <a:pt x="1515292" y="2556640"/>
                  <a:pt x="1506875" y="2548350"/>
                  <a:pt x="1506875" y="2538049"/>
                </a:cubicBezTo>
                <a:cubicBezTo>
                  <a:pt x="1506875" y="2527749"/>
                  <a:pt x="1515166" y="2519333"/>
                  <a:pt x="1525341" y="2519333"/>
                </a:cubicBezTo>
                <a:close/>
                <a:moveTo>
                  <a:pt x="1440173" y="2516570"/>
                </a:moveTo>
                <a:cubicBezTo>
                  <a:pt x="1449971" y="2516570"/>
                  <a:pt x="1458136" y="2524484"/>
                  <a:pt x="1458136" y="2534407"/>
                </a:cubicBezTo>
                <a:cubicBezTo>
                  <a:pt x="1458261" y="2544331"/>
                  <a:pt x="1450222" y="2552370"/>
                  <a:pt x="1440299" y="2552370"/>
                </a:cubicBezTo>
                <a:cubicBezTo>
                  <a:pt x="1430376" y="2552370"/>
                  <a:pt x="1422336" y="2544457"/>
                  <a:pt x="1422336" y="2534534"/>
                </a:cubicBezTo>
                <a:cubicBezTo>
                  <a:pt x="1422336" y="2524610"/>
                  <a:pt x="1430250" y="2516570"/>
                  <a:pt x="1440173" y="2516570"/>
                </a:cubicBezTo>
                <a:close/>
                <a:moveTo>
                  <a:pt x="1610633" y="2515440"/>
                </a:moveTo>
                <a:cubicBezTo>
                  <a:pt x="1620807" y="2515440"/>
                  <a:pt x="1629097" y="2523605"/>
                  <a:pt x="1629097" y="2533781"/>
                </a:cubicBezTo>
                <a:cubicBezTo>
                  <a:pt x="1629097" y="2543955"/>
                  <a:pt x="1620933" y="2552245"/>
                  <a:pt x="1610758" y="2552245"/>
                </a:cubicBezTo>
                <a:cubicBezTo>
                  <a:pt x="1600584" y="2552245"/>
                  <a:pt x="1592293" y="2544081"/>
                  <a:pt x="1592293" y="2533906"/>
                </a:cubicBezTo>
                <a:cubicBezTo>
                  <a:pt x="1592167" y="2523732"/>
                  <a:pt x="1600332" y="2515440"/>
                  <a:pt x="1610633" y="2515440"/>
                </a:cubicBezTo>
                <a:close/>
                <a:moveTo>
                  <a:pt x="2167737" y="2513429"/>
                </a:moveTo>
                <a:cubicBezTo>
                  <a:pt x="2175526" y="2513303"/>
                  <a:pt x="2181931" y="2519710"/>
                  <a:pt x="2181931" y="2527497"/>
                </a:cubicBezTo>
                <a:cubicBezTo>
                  <a:pt x="2181931" y="2535286"/>
                  <a:pt x="2175526" y="2541693"/>
                  <a:pt x="2167737" y="2541693"/>
                </a:cubicBezTo>
                <a:cubicBezTo>
                  <a:pt x="2159950" y="2541818"/>
                  <a:pt x="2153543" y="2535412"/>
                  <a:pt x="2153543" y="2527624"/>
                </a:cubicBezTo>
                <a:cubicBezTo>
                  <a:pt x="2153543" y="2519710"/>
                  <a:pt x="2159825" y="2513429"/>
                  <a:pt x="2167737" y="2513429"/>
                </a:cubicBezTo>
                <a:close/>
                <a:moveTo>
                  <a:pt x="1355637" y="2506270"/>
                </a:moveTo>
                <a:cubicBezTo>
                  <a:pt x="1365057" y="2506270"/>
                  <a:pt x="1372721" y="2513807"/>
                  <a:pt x="1372721" y="2523229"/>
                </a:cubicBezTo>
                <a:cubicBezTo>
                  <a:pt x="1372721" y="2532649"/>
                  <a:pt x="1365184" y="2540313"/>
                  <a:pt x="1355762" y="2540313"/>
                </a:cubicBezTo>
                <a:cubicBezTo>
                  <a:pt x="1346341" y="2540313"/>
                  <a:pt x="1338678" y="2532776"/>
                  <a:pt x="1338678" y="2523354"/>
                </a:cubicBezTo>
                <a:cubicBezTo>
                  <a:pt x="1338678" y="2513933"/>
                  <a:pt x="1346215" y="2506270"/>
                  <a:pt x="1355637" y="2506270"/>
                </a:cubicBezTo>
                <a:close/>
                <a:moveTo>
                  <a:pt x="1695047" y="2503883"/>
                </a:moveTo>
                <a:cubicBezTo>
                  <a:pt x="1705097" y="2503883"/>
                  <a:pt x="1713261" y="2511923"/>
                  <a:pt x="1713261" y="2521972"/>
                </a:cubicBezTo>
                <a:cubicBezTo>
                  <a:pt x="1713261" y="2532021"/>
                  <a:pt x="1705222" y="2540185"/>
                  <a:pt x="1695173" y="2540185"/>
                </a:cubicBezTo>
                <a:cubicBezTo>
                  <a:pt x="1685123" y="2540185"/>
                  <a:pt x="1676959" y="2532146"/>
                  <a:pt x="1676959" y="2522097"/>
                </a:cubicBezTo>
                <a:cubicBezTo>
                  <a:pt x="1676833" y="2512048"/>
                  <a:pt x="1684998" y="2503883"/>
                  <a:pt x="1695047" y="2503883"/>
                </a:cubicBezTo>
                <a:close/>
                <a:moveTo>
                  <a:pt x="1033684" y="2499989"/>
                </a:moveTo>
                <a:cubicBezTo>
                  <a:pt x="1040341" y="2499989"/>
                  <a:pt x="1045743" y="2505264"/>
                  <a:pt x="1045743" y="2511923"/>
                </a:cubicBezTo>
                <a:cubicBezTo>
                  <a:pt x="1045743" y="2518580"/>
                  <a:pt x="1040467" y="2523982"/>
                  <a:pt x="1033809" y="2523982"/>
                </a:cubicBezTo>
                <a:cubicBezTo>
                  <a:pt x="1027277" y="2523982"/>
                  <a:pt x="1021876" y="2518580"/>
                  <a:pt x="1021876" y="2512048"/>
                </a:cubicBezTo>
                <a:cubicBezTo>
                  <a:pt x="1021876" y="2505391"/>
                  <a:pt x="1027277" y="2499989"/>
                  <a:pt x="1033684" y="2499989"/>
                </a:cubicBezTo>
                <a:close/>
                <a:moveTo>
                  <a:pt x="2016871" y="2491573"/>
                </a:moveTo>
                <a:cubicBezTo>
                  <a:pt x="2026168" y="2491447"/>
                  <a:pt x="2033705" y="2498984"/>
                  <a:pt x="2033705" y="2508279"/>
                </a:cubicBezTo>
                <a:cubicBezTo>
                  <a:pt x="2033705" y="2517575"/>
                  <a:pt x="2026168" y="2525112"/>
                  <a:pt x="2016871" y="2525112"/>
                </a:cubicBezTo>
                <a:cubicBezTo>
                  <a:pt x="2007702" y="2525237"/>
                  <a:pt x="2000039" y="2517700"/>
                  <a:pt x="2000039" y="2508406"/>
                </a:cubicBezTo>
                <a:cubicBezTo>
                  <a:pt x="2000039" y="2499109"/>
                  <a:pt x="2007576" y="2491573"/>
                  <a:pt x="2016871" y="2491573"/>
                </a:cubicBezTo>
                <a:close/>
                <a:moveTo>
                  <a:pt x="1272479" y="2488935"/>
                </a:moveTo>
                <a:cubicBezTo>
                  <a:pt x="1281272" y="2488935"/>
                  <a:pt x="1288307" y="2495970"/>
                  <a:pt x="1288307" y="2504637"/>
                </a:cubicBezTo>
                <a:cubicBezTo>
                  <a:pt x="1288307" y="2513305"/>
                  <a:pt x="1281272" y="2520340"/>
                  <a:pt x="1272605" y="2520340"/>
                </a:cubicBezTo>
                <a:cubicBezTo>
                  <a:pt x="1263937" y="2520340"/>
                  <a:pt x="1256903" y="2513305"/>
                  <a:pt x="1256903" y="2504637"/>
                </a:cubicBezTo>
                <a:cubicBezTo>
                  <a:pt x="1256777" y="2495970"/>
                  <a:pt x="1263812" y="2488935"/>
                  <a:pt x="1272479" y="2488935"/>
                </a:cubicBezTo>
                <a:close/>
                <a:moveTo>
                  <a:pt x="1778080" y="2484915"/>
                </a:moveTo>
                <a:cubicBezTo>
                  <a:pt x="1788002" y="2484915"/>
                  <a:pt x="1796042" y="2492829"/>
                  <a:pt x="1796042" y="2502752"/>
                </a:cubicBezTo>
                <a:cubicBezTo>
                  <a:pt x="1796169" y="2512676"/>
                  <a:pt x="1788129" y="2520715"/>
                  <a:pt x="1778205" y="2520715"/>
                </a:cubicBezTo>
                <a:cubicBezTo>
                  <a:pt x="1768281" y="2520840"/>
                  <a:pt x="1760242" y="2512801"/>
                  <a:pt x="1760242" y="2502878"/>
                </a:cubicBezTo>
                <a:cubicBezTo>
                  <a:pt x="1760116" y="2492955"/>
                  <a:pt x="1768156" y="2484915"/>
                  <a:pt x="1778080" y="2484915"/>
                </a:cubicBezTo>
                <a:close/>
                <a:moveTo>
                  <a:pt x="674801" y="2482024"/>
                </a:moveTo>
                <a:cubicBezTo>
                  <a:pt x="677314" y="2482024"/>
                  <a:pt x="679450" y="2484034"/>
                  <a:pt x="679450" y="2486672"/>
                </a:cubicBezTo>
                <a:cubicBezTo>
                  <a:pt x="679450" y="2489311"/>
                  <a:pt x="677440" y="2491322"/>
                  <a:pt x="674801" y="2491322"/>
                </a:cubicBezTo>
                <a:cubicBezTo>
                  <a:pt x="672289" y="2491322"/>
                  <a:pt x="670154" y="2489311"/>
                  <a:pt x="670154" y="2486672"/>
                </a:cubicBezTo>
                <a:cubicBezTo>
                  <a:pt x="670029" y="2484034"/>
                  <a:pt x="672164" y="2482024"/>
                  <a:pt x="674801" y="2482024"/>
                </a:cubicBezTo>
                <a:close/>
                <a:moveTo>
                  <a:pt x="540520" y="2481900"/>
                </a:moveTo>
                <a:cubicBezTo>
                  <a:pt x="542529" y="2481900"/>
                  <a:pt x="544289" y="2483658"/>
                  <a:pt x="544289" y="2485670"/>
                </a:cubicBezTo>
                <a:cubicBezTo>
                  <a:pt x="544289" y="2487678"/>
                  <a:pt x="542656" y="2489438"/>
                  <a:pt x="540520" y="2489438"/>
                </a:cubicBezTo>
                <a:cubicBezTo>
                  <a:pt x="538384" y="2489438"/>
                  <a:pt x="536752" y="2487678"/>
                  <a:pt x="536752" y="2485670"/>
                </a:cubicBezTo>
                <a:cubicBezTo>
                  <a:pt x="536752" y="2483533"/>
                  <a:pt x="538384" y="2481900"/>
                  <a:pt x="540520" y="2481900"/>
                </a:cubicBezTo>
                <a:close/>
                <a:moveTo>
                  <a:pt x="410885" y="2477881"/>
                </a:moveTo>
                <a:cubicBezTo>
                  <a:pt x="412266" y="2477881"/>
                  <a:pt x="413397" y="2478886"/>
                  <a:pt x="413397" y="2480268"/>
                </a:cubicBezTo>
                <a:cubicBezTo>
                  <a:pt x="413397" y="2481650"/>
                  <a:pt x="412392" y="2482781"/>
                  <a:pt x="411011" y="2482781"/>
                </a:cubicBezTo>
                <a:cubicBezTo>
                  <a:pt x="409629" y="2482781"/>
                  <a:pt x="408499" y="2481776"/>
                  <a:pt x="408499" y="2480394"/>
                </a:cubicBezTo>
                <a:cubicBezTo>
                  <a:pt x="408499" y="2479138"/>
                  <a:pt x="409629" y="2478007"/>
                  <a:pt x="410885" y="2477881"/>
                </a:cubicBezTo>
                <a:close/>
                <a:moveTo>
                  <a:pt x="814235" y="2475493"/>
                </a:moveTo>
                <a:cubicBezTo>
                  <a:pt x="817753" y="2475493"/>
                  <a:pt x="820517" y="2478256"/>
                  <a:pt x="820517" y="2481648"/>
                </a:cubicBezTo>
                <a:cubicBezTo>
                  <a:pt x="820642" y="2485165"/>
                  <a:pt x="817878" y="2487930"/>
                  <a:pt x="814361" y="2487930"/>
                </a:cubicBezTo>
                <a:cubicBezTo>
                  <a:pt x="810970" y="2487930"/>
                  <a:pt x="808206" y="2485165"/>
                  <a:pt x="808206" y="2481775"/>
                </a:cubicBezTo>
                <a:cubicBezTo>
                  <a:pt x="808206" y="2478383"/>
                  <a:pt x="810843" y="2475619"/>
                  <a:pt x="814235" y="2475493"/>
                </a:cubicBezTo>
                <a:close/>
                <a:moveTo>
                  <a:pt x="2509910" y="2473358"/>
                </a:moveTo>
                <a:cubicBezTo>
                  <a:pt x="2512800" y="2473358"/>
                  <a:pt x="2515060" y="2475620"/>
                  <a:pt x="2515060" y="2478383"/>
                </a:cubicBezTo>
                <a:cubicBezTo>
                  <a:pt x="2515185" y="2481272"/>
                  <a:pt x="2512925" y="2483532"/>
                  <a:pt x="2510035" y="2483532"/>
                </a:cubicBezTo>
                <a:cubicBezTo>
                  <a:pt x="2507272" y="2483532"/>
                  <a:pt x="2504885" y="2481272"/>
                  <a:pt x="2504885" y="2478508"/>
                </a:cubicBezTo>
                <a:cubicBezTo>
                  <a:pt x="2504885" y="2475745"/>
                  <a:pt x="2507146" y="2473484"/>
                  <a:pt x="2509910" y="2473358"/>
                </a:cubicBezTo>
                <a:close/>
                <a:moveTo>
                  <a:pt x="2375628" y="2472480"/>
                </a:moveTo>
                <a:cubicBezTo>
                  <a:pt x="2380025" y="2472480"/>
                  <a:pt x="2383667" y="2475998"/>
                  <a:pt x="2383667" y="2480395"/>
                </a:cubicBezTo>
                <a:cubicBezTo>
                  <a:pt x="2383667" y="2484791"/>
                  <a:pt x="2380150" y="2488435"/>
                  <a:pt x="2375754" y="2488435"/>
                </a:cubicBezTo>
                <a:cubicBezTo>
                  <a:pt x="2371358" y="2488435"/>
                  <a:pt x="2367840" y="2484917"/>
                  <a:pt x="2367840" y="2480520"/>
                </a:cubicBezTo>
                <a:cubicBezTo>
                  <a:pt x="2367840" y="2476123"/>
                  <a:pt x="2371358" y="2472480"/>
                  <a:pt x="2375628" y="2472480"/>
                </a:cubicBezTo>
                <a:close/>
                <a:moveTo>
                  <a:pt x="2639546" y="2470972"/>
                </a:moveTo>
                <a:cubicBezTo>
                  <a:pt x="2640298" y="2470972"/>
                  <a:pt x="2640800" y="2471600"/>
                  <a:pt x="2640800" y="2472354"/>
                </a:cubicBezTo>
                <a:cubicBezTo>
                  <a:pt x="2640927" y="2473107"/>
                  <a:pt x="2640298" y="2473735"/>
                  <a:pt x="2639546" y="2473735"/>
                </a:cubicBezTo>
                <a:cubicBezTo>
                  <a:pt x="2638792" y="2473735"/>
                  <a:pt x="2638164" y="2473107"/>
                  <a:pt x="2638164" y="2472354"/>
                </a:cubicBezTo>
                <a:cubicBezTo>
                  <a:pt x="2638164" y="2471600"/>
                  <a:pt x="2638792" y="2471098"/>
                  <a:pt x="2639546" y="2470972"/>
                </a:cubicBezTo>
                <a:close/>
                <a:moveTo>
                  <a:pt x="1191330" y="2464441"/>
                </a:moveTo>
                <a:cubicBezTo>
                  <a:pt x="1199119" y="2464315"/>
                  <a:pt x="1205526" y="2470722"/>
                  <a:pt x="1205526" y="2478509"/>
                </a:cubicBezTo>
                <a:cubicBezTo>
                  <a:pt x="1205651" y="2486298"/>
                  <a:pt x="1199245" y="2492705"/>
                  <a:pt x="1191457" y="2492705"/>
                </a:cubicBezTo>
                <a:cubicBezTo>
                  <a:pt x="1183668" y="2492830"/>
                  <a:pt x="1177261" y="2486424"/>
                  <a:pt x="1177261" y="2478636"/>
                </a:cubicBezTo>
                <a:cubicBezTo>
                  <a:pt x="1177136" y="2470847"/>
                  <a:pt x="1183543" y="2464441"/>
                  <a:pt x="1191330" y="2464441"/>
                </a:cubicBezTo>
                <a:close/>
                <a:moveTo>
                  <a:pt x="2236197" y="2462555"/>
                </a:moveTo>
                <a:cubicBezTo>
                  <a:pt x="2243985" y="2462429"/>
                  <a:pt x="2250392" y="2468836"/>
                  <a:pt x="2250392" y="2476623"/>
                </a:cubicBezTo>
                <a:cubicBezTo>
                  <a:pt x="2250392" y="2484412"/>
                  <a:pt x="2243985" y="2490819"/>
                  <a:pt x="2236197" y="2490819"/>
                </a:cubicBezTo>
                <a:cubicBezTo>
                  <a:pt x="2228408" y="2490944"/>
                  <a:pt x="2222002" y="2484538"/>
                  <a:pt x="2222002" y="2476750"/>
                </a:cubicBezTo>
                <a:cubicBezTo>
                  <a:pt x="2221876" y="2468836"/>
                  <a:pt x="2228283" y="2462555"/>
                  <a:pt x="2236197" y="2462555"/>
                </a:cubicBezTo>
                <a:close/>
                <a:moveTo>
                  <a:pt x="2765032" y="2461927"/>
                </a:moveTo>
                <a:cubicBezTo>
                  <a:pt x="2765660" y="2461927"/>
                  <a:pt x="2766164" y="2462430"/>
                  <a:pt x="2766164" y="2463057"/>
                </a:cubicBezTo>
                <a:cubicBezTo>
                  <a:pt x="2766164" y="2463685"/>
                  <a:pt x="2765660" y="2464187"/>
                  <a:pt x="2765032" y="2464187"/>
                </a:cubicBezTo>
                <a:cubicBezTo>
                  <a:pt x="2764405" y="2464187"/>
                  <a:pt x="2763902" y="2463685"/>
                  <a:pt x="2763902" y="2463057"/>
                </a:cubicBezTo>
                <a:cubicBezTo>
                  <a:pt x="2763902" y="2462430"/>
                  <a:pt x="2764405" y="2461927"/>
                  <a:pt x="2765032" y="2461927"/>
                </a:cubicBezTo>
                <a:close/>
                <a:moveTo>
                  <a:pt x="1858974" y="2458285"/>
                </a:moveTo>
                <a:cubicBezTo>
                  <a:pt x="1868899" y="2458285"/>
                  <a:pt x="1876938" y="2466199"/>
                  <a:pt x="1876938" y="2476122"/>
                </a:cubicBezTo>
                <a:cubicBezTo>
                  <a:pt x="1876938" y="2486046"/>
                  <a:pt x="1869024" y="2494085"/>
                  <a:pt x="1859101" y="2494085"/>
                </a:cubicBezTo>
                <a:cubicBezTo>
                  <a:pt x="1849177" y="2494085"/>
                  <a:pt x="1841137" y="2486172"/>
                  <a:pt x="1841137" y="2476249"/>
                </a:cubicBezTo>
                <a:cubicBezTo>
                  <a:pt x="1841137" y="2466325"/>
                  <a:pt x="1849177" y="2458285"/>
                  <a:pt x="1858974" y="2458285"/>
                </a:cubicBezTo>
                <a:close/>
                <a:moveTo>
                  <a:pt x="960073" y="2454893"/>
                </a:moveTo>
                <a:cubicBezTo>
                  <a:pt x="967862" y="2454767"/>
                  <a:pt x="974268" y="2461174"/>
                  <a:pt x="974268" y="2468961"/>
                </a:cubicBezTo>
                <a:cubicBezTo>
                  <a:pt x="974394" y="2476750"/>
                  <a:pt x="967987" y="2483157"/>
                  <a:pt x="960200" y="2483157"/>
                </a:cubicBezTo>
                <a:cubicBezTo>
                  <a:pt x="952411" y="2483282"/>
                  <a:pt x="946004" y="2476876"/>
                  <a:pt x="946004" y="2469088"/>
                </a:cubicBezTo>
                <a:cubicBezTo>
                  <a:pt x="945879" y="2461299"/>
                  <a:pt x="952285" y="2454893"/>
                  <a:pt x="960073" y="2454893"/>
                </a:cubicBezTo>
                <a:close/>
                <a:moveTo>
                  <a:pt x="2090106" y="2445975"/>
                </a:moveTo>
                <a:cubicBezTo>
                  <a:pt x="2100658" y="2445975"/>
                  <a:pt x="2109200" y="2454392"/>
                  <a:pt x="2109200" y="2464943"/>
                </a:cubicBezTo>
                <a:cubicBezTo>
                  <a:pt x="2109200" y="2475495"/>
                  <a:pt x="2100783" y="2484037"/>
                  <a:pt x="2090232" y="2484037"/>
                </a:cubicBezTo>
                <a:cubicBezTo>
                  <a:pt x="2079680" y="2484037"/>
                  <a:pt x="2071138" y="2475620"/>
                  <a:pt x="2071138" y="2465069"/>
                </a:cubicBezTo>
                <a:cubicBezTo>
                  <a:pt x="2071138" y="2454517"/>
                  <a:pt x="2079680" y="2445975"/>
                  <a:pt x="2090106" y="2445975"/>
                </a:cubicBezTo>
                <a:close/>
                <a:moveTo>
                  <a:pt x="1112696" y="2426756"/>
                </a:moveTo>
                <a:cubicBezTo>
                  <a:pt x="1122996" y="2426630"/>
                  <a:pt x="1131412" y="2434920"/>
                  <a:pt x="1131412" y="2445221"/>
                </a:cubicBezTo>
                <a:cubicBezTo>
                  <a:pt x="1131538" y="2455396"/>
                  <a:pt x="1123248" y="2463812"/>
                  <a:pt x="1112947" y="2463812"/>
                </a:cubicBezTo>
                <a:cubicBezTo>
                  <a:pt x="1102647" y="2463938"/>
                  <a:pt x="1094231" y="2455648"/>
                  <a:pt x="1094231" y="2445347"/>
                </a:cubicBezTo>
                <a:cubicBezTo>
                  <a:pt x="1094231" y="2435172"/>
                  <a:pt x="1102521" y="2426756"/>
                  <a:pt x="1112696" y="2426756"/>
                </a:cubicBezTo>
                <a:close/>
                <a:moveTo>
                  <a:pt x="1937232" y="2420979"/>
                </a:moveTo>
                <a:cubicBezTo>
                  <a:pt x="1949041" y="2420853"/>
                  <a:pt x="1958713" y="2430400"/>
                  <a:pt x="1958713" y="2442332"/>
                </a:cubicBezTo>
                <a:cubicBezTo>
                  <a:pt x="1958838" y="2454141"/>
                  <a:pt x="1949166" y="2463813"/>
                  <a:pt x="1937359" y="2463813"/>
                </a:cubicBezTo>
                <a:cubicBezTo>
                  <a:pt x="1925550" y="2463938"/>
                  <a:pt x="1915878" y="2454266"/>
                  <a:pt x="1915878" y="2442459"/>
                </a:cubicBezTo>
                <a:cubicBezTo>
                  <a:pt x="1915878" y="2430525"/>
                  <a:pt x="1925425" y="2420979"/>
                  <a:pt x="1937232" y="2420979"/>
                </a:cubicBezTo>
                <a:close/>
                <a:moveTo>
                  <a:pt x="1525089" y="2420977"/>
                </a:moveTo>
                <a:cubicBezTo>
                  <a:pt x="1537148" y="2420977"/>
                  <a:pt x="1547072" y="2430774"/>
                  <a:pt x="1547072" y="2442835"/>
                </a:cubicBezTo>
                <a:cubicBezTo>
                  <a:pt x="1547072" y="2454892"/>
                  <a:pt x="1537275" y="2464816"/>
                  <a:pt x="1525216" y="2464816"/>
                </a:cubicBezTo>
                <a:cubicBezTo>
                  <a:pt x="1513157" y="2464816"/>
                  <a:pt x="1503233" y="2455019"/>
                  <a:pt x="1503233" y="2442960"/>
                </a:cubicBezTo>
                <a:cubicBezTo>
                  <a:pt x="1503107" y="2430901"/>
                  <a:pt x="1512905" y="2421103"/>
                  <a:pt x="1525089" y="2420977"/>
                </a:cubicBezTo>
                <a:close/>
                <a:moveTo>
                  <a:pt x="614885" y="2420725"/>
                </a:moveTo>
                <a:cubicBezTo>
                  <a:pt x="617773" y="2420725"/>
                  <a:pt x="620160" y="2423112"/>
                  <a:pt x="620160" y="2426000"/>
                </a:cubicBezTo>
                <a:cubicBezTo>
                  <a:pt x="620160" y="2428890"/>
                  <a:pt x="617773" y="2431277"/>
                  <a:pt x="614885" y="2431277"/>
                </a:cubicBezTo>
                <a:cubicBezTo>
                  <a:pt x="611870" y="2431277"/>
                  <a:pt x="609483" y="2428890"/>
                  <a:pt x="609483" y="2426000"/>
                </a:cubicBezTo>
                <a:cubicBezTo>
                  <a:pt x="609483" y="2423112"/>
                  <a:pt x="611870" y="2420725"/>
                  <a:pt x="614885" y="2420725"/>
                </a:cubicBezTo>
                <a:close/>
                <a:moveTo>
                  <a:pt x="1439923" y="2417461"/>
                </a:moveTo>
                <a:cubicBezTo>
                  <a:pt x="1451730" y="2417335"/>
                  <a:pt x="1461402" y="2427007"/>
                  <a:pt x="1461402" y="2438814"/>
                </a:cubicBezTo>
                <a:cubicBezTo>
                  <a:pt x="1461529" y="2450748"/>
                  <a:pt x="1451857" y="2460420"/>
                  <a:pt x="1440048" y="2460420"/>
                </a:cubicBezTo>
                <a:cubicBezTo>
                  <a:pt x="1428114" y="2460547"/>
                  <a:pt x="1418442" y="2451000"/>
                  <a:pt x="1418442" y="2439066"/>
                </a:cubicBezTo>
                <a:cubicBezTo>
                  <a:pt x="1418442" y="2427258"/>
                  <a:pt x="1427989" y="2417586"/>
                  <a:pt x="1439923" y="2417461"/>
                </a:cubicBezTo>
                <a:close/>
                <a:moveTo>
                  <a:pt x="749417" y="2417460"/>
                </a:moveTo>
                <a:cubicBezTo>
                  <a:pt x="754315" y="2417335"/>
                  <a:pt x="758335" y="2421354"/>
                  <a:pt x="758335" y="2426253"/>
                </a:cubicBezTo>
                <a:cubicBezTo>
                  <a:pt x="758335" y="2431151"/>
                  <a:pt x="754442" y="2435171"/>
                  <a:pt x="749543" y="2435171"/>
                </a:cubicBezTo>
                <a:cubicBezTo>
                  <a:pt x="744643" y="2435297"/>
                  <a:pt x="740624" y="2431278"/>
                  <a:pt x="740624" y="2426379"/>
                </a:cubicBezTo>
                <a:cubicBezTo>
                  <a:pt x="740624" y="2421479"/>
                  <a:pt x="744643" y="2417586"/>
                  <a:pt x="749417" y="2417460"/>
                </a:cubicBezTo>
                <a:close/>
                <a:moveTo>
                  <a:pt x="1610257" y="2416455"/>
                </a:moveTo>
                <a:cubicBezTo>
                  <a:pt x="1622316" y="2416455"/>
                  <a:pt x="1632240" y="2426252"/>
                  <a:pt x="1632240" y="2438313"/>
                </a:cubicBezTo>
                <a:cubicBezTo>
                  <a:pt x="1632240" y="2450372"/>
                  <a:pt x="1622443" y="2460294"/>
                  <a:pt x="1610384" y="2460294"/>
                </a:cubicBezTo>
                <a:cubicBezTo>
                  <a:pt x="1598325" y="2460294"/>
                  <a:pt x="1588401" y="2450497"/>
                  <a:pt x="1588401" y="2438438"/>
                </a:cubicBezTo>
                <a:cubicBezTo>
                  <a:pt x="1588275" y="2426379"/>
                  <a:pt x="1598073" y="2416455"/>
                  <a:pt x="1610257" y="2416455"/>
                </a:cubicBezTo>
                <a:close/>
                <a:moveTo>
                  <a:pt x="484872" y="2416455"/>
                </a:moveTo>
                <a:cubicBezTo>
                  <a:pt x="487384" y="2416455"/>
                  <a:pt x="489394" y="2418465"/>
                  <a:pt x="489394" y="2420852"/>
                </a:cubicBezTo>
                <a:cubicBezTo>
                  <a:pt x="489394" y="2423365"/>
                  <a:pt x="487384" y="2425375"/>
                  <a:pt x="484997" y="2425375"/>
                </a:cubicBezTo>
                <a:cubicBezTo>
                  <a:pt x="482611" y="2425375"/>
                  <a:pt x="480601" y="2423365"/>
                  <a:pt x="480601" y="2420978"/>
                </a:cubicBezTo>
                <a:cubicBezTo>
                  <a:pt x="480601" y="2418465"/>
                  <a:pt x="482611" y="2416455"/>
                  <a:pt x="484872" y="2416455"/>
                </a:cubicBezTo>
                <a:close/>
                <a:moveTo>
                  <a:pt x="890108" y="2408541"/>
                </a:moveTo>
                <a:cubicBezTo>
                  <a:pt x="896640" y="2408541"/>
                  <a:pt x="901916" y="2413691"/>
                  <a:pt x="901916" y="2420224"/>
                </a:cubicBezTo>
                <a:cubicBezTo>
                  <a:pt x="901916" y="2426756"/>
                  <a:pt x="896765" y="2432033"/>
                  <a:pt x="890234" y="2432033"/>
                </a:cubicBezTo>
                <a:cubicBezTo>
                  <a:pt x="883701" y="2432033"/>
                  <a:pt x="878426" y="2426881"/>
                  <a:pt x="878426" y="2420349"/>
                </a:cubicBezTo>
                <a:cubicBezTo>
                  <a:pt x="878426" y="2413943"/>
                  <a:pt x="883701" y="2408667"/>
                  <a:pt x="890108" y="2408541"/>
                </a:cubicBezTo>
                <a:close/>
                <a:moveTo>
                  <a:pt x="2564930" y="2408290"/>
                </a:moveTo>
                <a:cubicBezTo>
                  <a:pt x="2567819" y="2408290"/>
                  <a:pt x="2570079" y="2410551"/>
                  <a:pt x="2570079" y="2413315"/>
                </a:cubicBezTo>
                <a:cubicBezTo>
                  <a:pt x="2570206" y="2416204"/>
                  <a:pt x="2567819" y="2418464"/>
                  <a:pt x="2565055" y="2418464"/>
                </a:cubicBezTo>
                <a:cubicBezTo>
                  <a:pt x="2562167" y="2418590"/>
                  <a:pt x="2559905" y="2416204"/>
                  <a:pt x="2559905" y="2413440"/>
                </a:cubicBezTo>
                <a:cubicBezTo>
                  <a:pt x="2559905" y="2410551"/>
                  <a:pt x="2562167" y="2408290"/>
                  <a:pt x="2564930" y="2408290"/>
                </a:cubicBezTo>
                <a:close/>
                <a:moveTo>
                  <a:pt x="359508" y="2408290"/>
                </a:moveTo>
                <a:cubicBezTo>
                  <a:pt x="361770" y="2408290"/>
                  <a:pt x="363528" y="2410175"/>
                  <a:pt x="363528" y="2412310"/>
                </a:cubicBezTo>
                <a:cubicBezTo>
                  <a:pt x="363528" y="2414572"/>
                  <a:pt x="361770" y="2416330"/>
                  <a:pt x="359508" y="2416330"/>
                </a:cubicBezTo>
                <a:cubicBezTo>
                  <a:pt x="357248" y="2416455"/>
                  <a:pt x="355489" y="2414572"/>
                  <a:pt x="355489" y="2412435"/>
                </a:cubicBezTo>
                <a:cubicBezTo>
                  <a:pt x="355614" y="2410175"/>
                  <a:pt x="357373" y="2408416"/>
                  <a:pt x="359508" y="2408290"/>
                </a:cubicBezTo>
                <a:close/>
                <a:moveTo>
                  <a:pt x="2435295" y="2407661"/>
                </a:moveTo>
                <a:cubicBezTo>
                  <a:pt x="2441827" y="2407661"/>
                  <a:pt x="2447104" y="2412937"/>
                  <a:pt x="2447104" y="2419344"/>
                </a:cubicBezTo>
                <a:cubicBezTo>
                  <a:pt x="2447104" y="2425876"/>
                  <a:pt x="2441952" y="2431153"/>
                  <a:pt x="2435422" y="2431153"/>
                </a:cubicBezTo>
                <a:cubicBezTo>
                  <a:pt x="2428888" y="2431153"/>
                  <a:pt x="2423613" y="2426002"/>
                  <a:pt x="2423613" y="2419470"/>
                </a:cubicBezTo>
                <a:cubicBezTo>
                  <a:pt x="2423613" y="2412937"/>
                  <a:pt x="2428763" y="2407661"/>
                  <a:pt x="2435295" y="2407661"/>
                </a:cubicBezTo>
                <a:close/>
                <a:moveTo>
                  <a:pt x="2300511" y="2405903"/>
                </a:moveTo>
                <a:cubicBezTo>
                  <a:pt x="2308802" y="2405777"/>
                  <a:pt x="2315585" y="2412561"/>
                  <a:pt x="2315585" y="2420851"/>
                </a:cubicBezTo>
                <a:cubicBezTo>
                  <a:pt x="2315710" y="2429143"/>
                  <a:pt x="2308928" y="2435925"/>
                  <a:pt x="2300636" y="2435925"/>
                </a:cubicBezTo>
                <a:cubicBezTo>
                  <a:pt x="2292346" y="2435925"/>
                  <a:pt x="2285563" y="2429143"/>
                  <a:pt x="2285563" y="2420851"/>
                </a:cubicBezTo>
                <a:cubicBezTo>
                  <a:pt x="2285437" y="2412561"/>
                  <a:pt x="2292221" y="2405777"/>
                  <a:pt x="2300511" y="2405903"/>
                </a:cubicBezTo>
                <a:close/>
                <a:moveTo>
                  <a:pt x="1355510" y="2405778"/>
                </a:moveTo>
                <a:cubicBezTo>
                  <a:pt x="1366942" y="2405778"/>
                  <a:pt x="1376364" y="2415073"/>
                  <a:pt x="1376364" y="2426505"/>
                </a:cubicBezTo>
                <a:cubicBezTo>
                  <a:pt x="1376364" y="2437936"/>
                  <a:pt x="1367067" y="2447358"/>
                  <a:pt x="1355635" y="2447358"/>
                </a:cubicBezTo>
                <a:cubicBezTo>
                  <a:pt x="1344205" y="2447358"/>
                  <a:pt x="1334783" y="2438061"/>
                  <a:pt x="1334783" y="2426630"/>
                </a:cubicBezTo>
                <a:cubicBezTo>
                  <a:pt x="1334783" y="2415200"/>
                  <a:pt x="1344078" y="2405778"/>
                  <a:pt x="1355510" y="2405778"/>
                </a:cubicBezTo>
                <a:close/>
                <a:moveTo>
                  <a:pt x="1694420" y="2403391"/>
                </a:moveTo>
                <a:cubicBezTo>
                  <a:pt x="1706479" y="2403391"/>
                  <a:pt x="1716401" y="2413188"/>
                  <a:pt x="1716401" y="2425249"/>
                </a:cubicBezTo>
                <a:cubicBezTo>
                  <a:pt x="1716401" y="2437306"/>
                  <a:pt x="1706604" y="2447230"/>
                  <a:pt x="1694545" y="2447230"/>
                </a:cubicBezTo>
                <a:cubicBezTo>
                  <a:pt x="1682486" y="2447230"/>
                  <a:pt x="1672562" y="2437433"/>
                  <a:pt x="1672562" y="2425374"/>
                </a:cubicBezTo>
                <a:cubicBezTo>
                  <a:pt x="1672562" y="2413315"/>
                  <a:pt x="1682359" y="2403517"/>
                  <a:pt x="1694420" y="2403391"/>
                </a:cubicBezTo>
                <a:close/>
                <a:moveTo>
                  <a:pt x="2690419" y="2400752"/>
                </a:moveTo>
                <a:cubicBezTo>
                  <a:pt x="2692178" y="2400752"/>
                  <a:pt x="2693561" y="2402134"/>
                  <a:pt x="2693561" y="2403892"/>
                </a:cubicBezTo>
                <a:cubicBezTo>
                  <a:pt x="2693561" y="2405651"/>
                  <a:pt x="2692178" y="2407034"/>
                  <a:pt x="2690419" y="2407034"/>
                </a:cubicBezTo>
                <a:cubicBezTo>
                  <a:pt x="2688661" y="2407034"/>
                  <a:pt x="2687279" y="2405651"/>
                  <a:pt x="2687279" y="2404019"/>
                </a:cubicBezTo>
                <a:cubicBezTo>
                  <a:pt x="2687279" y="2402260"/>
                  <a:pt x="2688661" y="2400878"/>
                  <a:pt x="2690419" y="2400752"/>
                </a:cubicBezTo>
                <a:close/>
                <a:moveTo>
                  <a:pt x="2159822" y="2398492"/>
                </a:moveTo>
                <a:cubicBezTo>
                  <a:pt x="2169369" y="2398492"/>
                  <a:pt x="2177158" y="2406154"/>
                  <a:pt x="2177158" y="2415701"/>
                </a:cubicBezTo>
                <a:cubicBezTo>
                  <a:pt x="2177158" y="2425247"/>
                  <a:pt x="2169494" y="2433036"/>
                  <a:pt x="2159947" y="2433036"/>
                </a:cubicBezTo>
                <a:cubicBezTo>
                  <a:pt x="2150401" y="2433036"/>
                  <a:pt x="2142613" y="2425372"/>
                  <a:pt x="2142613" y="2415827"/>
                </a:cubicBezTo>
                <a:cubicBezTo>
                  <a:pt x="2142613" y="2406279"/>
                  <a:pt x="2150275" y="2398492"/>
                  <a:pt x="2159822" y="2398492"/>
                </a:cubicBezTo>
                <a:close/>
                <a:moveTo>
                  <a:pt x="2812137" y="2390830"/>
                </a:moveTo>
                <a:cubicBezTo>
                  <a:pt x="2812765" y="2390830"/>
                  <a:pt x="2813269" y="2391333"/>
                  <a:pt x="2813269" y="2391960"/>
                </a:cubicBezTo>
                <a:cubicBezTo>
                  <a:pt x="2813269" y="2392588"/>
                  <a:pt x="2812765" y="2393090"/>
                  <a:pt x="2812137" y="2393090"/>
                </a:cubicBezTo>
                <a:cubicBezTo>
                  <a:pt x="2811510" y="2393090"/>
                  <a:pt x="2811007" y="2392588"/>
                  <a:pt x="2811007" y="2391960"/>
                </a:cubicBezTo>
                <a:cubicBezTo>
                  <a:pt x="2811007" y="2391333"/>
                  <a:pt x="2811510" y="2390830"/>
                  <a:pt x="2812137" y="2390830"/>
                </a:cubicBezTo>
                <a:close/>
                <a:moveTo>
                  <a:pt x="1037577" y="2389070"/>
                </a:moveTo>
                <a:cubicBezTo>
                  <a:pt x="1046496" y="2389070"/>
                  <a:pt x="1053781" y="2396230"/>
                  <a:pt x="1053781" y="2405149"/>
                </a:cubicBezTo>
                <a:cubicBezTo>
                  <a:pt x="1053781" y="2414068"/>
                  <a:pt x="1046621" y="2421353"/>
                  <a:pt x="1037702" y="2421353"/>
                </a:cubicBezTo>
                <a:cubicBezTo>
                  <a:pt x="1028784" y="2421353"/>
                  <a:pt x="1021498" y="2414193"/>
                  <a:pt x="1021498" y="2405274"/>
                </a:cubicBezTo>
                <a:cubicBezTo>
                  <a:pt x="1021498" y="2396357"/>
                  <a:pt x="1028658" y="2389070"/>
                  <a:pt x="1037577" y="2389070"/>
                </a:cubicBezTo>
                <a:close/>
                <a:moveTo>
                  <a:pt x="1272856" y="2385930"/>
                </a:moveTo>
                <a:cubicBezTo>
                  <a:pt x="1283909" y="2385930"/>
                  <a:pt x="1292828" y="2394723"/>
                  <a:pt x="1292828" y="2405778"/>
                </a:cubicBezTo>
                <a:cubicBezTo>
                  <a:pt x="1292828" y="2416706"/>
                  <a:pt x="1284036" y="2425750"/>
                  <a:pt x="1272982" y="2425750"/>
                </a:cubicBezTo>
                <a:cubicBezTo>
                  <a:pt x="1261927" y="2425750"/>
                  <a:pt x="1253008" y="2416958"/>
                  <a:pt x="1253008" y="2405904"/>
                </a:cubicBezTo>
                <a:cubicBezTo>
                  <a:pt x="1253008" y="2394975"/>
                  <a:pt x="1261801" y="2385930"/>
                  <a:pt x="1272856" y="2385930"/>
                </a:cubicBezTo>
                <a:close/>
                <a:moveTo>
                  <a:pt x="1776949" y="2382036"/>
                </a:moveTo>
                <a:cubicBezTo>
                  <a:pt x="1789006" y="2382036"/>
                  <a:pt x="1798930" y="2391833"/>
                  <a:pt x="1798930" y="2403892"/>
                </a:cubicBezTo>
                <a:cubicBezTo>
                  <a:pt x="1798930" y="2415951"/>
                  <a:pt x="1789133" y="2425875"/>
                  <a:pt x="1777074" y="2425875"/>
                </a:cubicBezTo>
                <a:cubicBezTo>
                  <a:pt x="1765015" y="2425875"/>
                  <a:pt x="1755091" y="2416078"/>
                  <a:pt x="1755091" y="2404019"/>
                </a:cubicBezTo>
                <a:cubicBezTo>
                  <a:pt x="1755091" y="2391960"/>
                  <a:pt x="1764888" y="2382162"/>
                  <a:pt x="1776949" y="2382036"/>
                </a:cubicBezTo>
                <a:close/>
                <a:moveTo>
                  <a:pt x="2012224" y="2381156"/>
                </a:moveTo>
                <a:cubicBezTo>
                  <a:pt x="2023529" y="2381156"/>
                  <a:pt x="2032825" y="2390326"/>
                  <a:pt x="2032825" y="2401632"/>
                </a:cubicBezTo>
                <a:cubicBezTo>
                  <a:pt x="2032951" y="2412936"/>
                  <a:pt x="2023781" y="2422232"/>
                  <a:pt x="2012350" y="2422232"/>
                </a:cubicBezTo>
                <a:cubicBezTo>
                  <a:pt x="2001045" y="2422358"/>
                  <a:pt x="1991749" y="2413188"/>
                  <a:pt x="1991749" y="2401757"/>
                </a:cubicBezTo>
                <a:cubicBezTo>
                  <a:pt x="1991623" y="2390326"/>
                  <a:pt x="2000793" y="2381156"/>
                  <a:pt x="2012224" y="2381156"/>
                </a:cubicBezTo>
                <a:close/>
                <a:moveTo>
                  <a:pt x="688998" y="2355907"/>
                </a:moveTo>
                <a:cubicBezTo>
                  <a:pt x="694775" y="2355907"/>
                  <a:pt x="699423" y="2360555"/>
                  <a:pt x="699423" y="2366333"/>
                </a:cubicBezTo>
                <a:cubicBezTo>
                  <a:pt x="699423" y="2371986"/>
                  <a:pt x="694775" y="2376760"/>
                  <a:pt x="688998" y="2376760"/>
                </a:cubicBezTo>
                <a:cubicBezTo>
                  <a:pt x="683346" y="2376760"/>
                  <a:pt x="678572" y="2372111"/>
                  <a:pt x="678572" y="2366333"/>
                </a:cubicBezTo>
                <a:cubicBezTo>
                  <a:pt x="678572" y="2360555"/>
                  <a:pt x="683219" y="2355907"/>
                  <a:pt x="688998" y="2355907"/>
                </a:cubicBezTo>
                <a:close/>
                <a:moveTo>
                  <a:pt x="1192713" y="2354777"/>
                </a:moveTo>
                <a:cubicBezTo>
                  <a:pt x="1205022" y="2354651"/>
                  <a:pt x="1214946" y="2364574"/>
                  <a:pt x="1214946" y="2376760"/>
                </a:cubicBezTo>
                <a:cubicBezTo>
                  <a:pt x="1214946" y="2389069"/>
                  <a:pt x="1205022" y="2398993"/>
                  <a:pt x="1192838" y="2398993"/>
                </a:cubicBezTo>
                <a:cubicBezTo>
                  <a:pt x="1180654" y="2399119"/>
                  <a:pt x="1170729" y="2389195"/>
                  <a:pt x="1170604" y="2377010"/>
                </a:cubicBezTo>
                <a:cubicBezTo>
                  <a:pt x="1170479" y="2364826"/>
                  <a:pt x="1180402" y="2354902"/>
                  <a:pt x="1192713" y="2354777"/>
                </a:cubicBezTo>
                <a:close/>
                <a:moveTo>
                  <a:pt x="558986" y="2353270"/>
                </a:moveTo>
                <a:cubicBezTo>
                  <a:pt x="563635" y="2353270"/>
                  <a:pt x="567277" y="2356913"/>
                  <a:pt x="567277" y="2361435"/>
                </a:cubicBezTo>
                <a:cubicBezTo>
                  <a:pt x="567277" y="2365957"/>
                  <a:pt x="563635" y="2369601"/>
                  <a:pt x="559112" y="2369601"/>
                </a:cubicBezTo>
                <a:cubicBezTo>
                  <a:pt x="554590" y="2369601"/>
                  <a:pt x="550946" y="2365957"/>
                  <a:pt x="550946" y="2361435"/>
                </a:cubicBezTo>
                <a:cubicBezTo>
                  <a:pt x="550821" y="2356913"/>
                  <a:pt x="554590" y="2353270"/>
                  <a:pt x="558986" y="2353270"/>
                </a:cubicBezTo>
                <a:close/>
                <a:moveTo>
                  <a:pt x="1856964" y="2352016"/>
                </a:moveTo>
                <a:cubicBezTo>
                  <a:pt x="1869400" y="2352016"/>
                  <a:pt x="1879575" y="2362065"/>
                  <a:pt x="1879575" y="2374502"/>
                </a:cubicBezTo>
                <a:cubicBezTo>
                  <a:pt x="1879575" y="2386937"/>
                  <a:pt x="1869526" y="2397113"/>
                  <a:pt x="1857090" y="2397113"/>
                </a:cubicBezTo>
                <a:cubicBezTo>
                  <a:pt x="1844654" y="2397113"/>
                  <a:pt x="1834479" y="2387063"/>
                  <a:pt x="1834479" y="2374627"/>
                </a:cubicBezTo>
                <a:cubicBezTo>
                  <a:pt x="1834479" y="2362191"/>
                  <a:pt x="1844528" y="2352016"/>
                  <a:pt x="1856964" y="2352016"/>
                </a:cubicBezTo>
                <a:close/>
                <a:moveTo>
                  <a:pt x="824409" y="2350381"/>
                </a:moveTo>
                <a:cubicBezTo>
                  <a:pt x="833078" y="2350381"/>
                  <a:pt x="840112" y="2357416"/>
                  <a:pt x="840112" y="2366083"/>
                </a:cubicBezTo>
                <a:cubicBezTo>
                  <a:pt x="840112" y="2374751"/>
                  <a:pt x="833078" y="2381786"/>
                  <a:pt x="824409" y="2381786"/>
                </a:cubicBezTo>
                <a:cubicBezTo>
                  <a:pt x="815742" y="2381786"/>
                  <a:pt x="808708" y="2374751"/>
                  <a:pt x="808708" y="2366083"/>
                </a:cubicBezTo>
                <a:cubicBezTo>
                  <a:pt x="808708" y="2357416"/>
                  <a:pt x="815742" y="2350381"/>
                  <a:pt x="824409" y="2350381"/>
                </a:cubicBezTo>
                <a:close/>
                <a:moveTo>
                  <a:pt x="433748" y="2346864"/>
                </a:moveTo>
                <a:cubicBezTo>
                  <a:pt x="437138" y="2346739"/>
                  <a:pt x="439777" y="2349501"/>
                  <a:pt x="439777" y="2352768"/>
                </a:cubicBezTo>
                <a:cubicBezTo>
                  <a:pt x="439777" y="2356033"/>
                  <a:pt x="437138" y="2358797"/>
                  <a:pt x="433873" y="2358797"/>
                </a:cubicBezTo>
                <a:cubicBezTo>
                  <a:pt x="430481" y="2358797"/>
                  <a:pt x="427844" y="2356033"/>
                  <a:pt x="427844" y="2352768"/>
                </a:cubicBezTo>
                <a:cubicBezTo>
                  <a:pt x="427844" y="2349501"/>
                  <a:pt x="430481" y="2346739"/>
                  <a:pt x="433748" y="2346864"/>
                </a:cubicBezTo>
                <a:close/>
                <a:moveTo>
                  <a:pt x="2360554" y="2345233"/>
                </a:moveTo>
                <a:cubicBezTo>
                  <a:pt x="2368845" y="2345107"/>
                  <a:pt x="2375628" y="2351891"/>
                  <a:pt x="2375628" y="2360181"/>
                </a:cubicBezTo>
                <a:cubicBezTo>
                  <a:pt x="2375753" y="2368472"/>
                  <a:pt x="2368971" y="2375255"/>
                  <a:pt x="2360679" y="2375255"/>
                </a:cubicBezTo>
                <a:cubicBezTo>
                  <a:pt x="2352389" y="2375380"/>
                  <a:pt x="2345606" y="2368598"/>
                  <a:pt x="2345606" y="2360306"/>
                </a:cubicBezTo>
                <a:cubicBezTo>
                  <a:pt x="2345480" y="2352016"/>
                  <a:pt x="2352264" y="2345233"/>
                  <a:pt x="2360554" y="2345233"/>
                </a:cubicBezTo>
                <a:close/>
                <a:moveTo>
                  <a:pt x="2490566" y="2342216"/>
                </a:moveTo>
                <a:cubicBezTo>
                  <a:pt x="2497223" y="2342216"/>
                  <a:pt x="2502750" y="2347618"/>
                  <a:pt x="2502750" y="2354401"/>
                </a:cubicBezTo>
                <a:cubicBezTo>
                  <a:pt x="2502750" y="2361060"/>
                  <a:pt x="2497349" y="2366586"/>
                  <a:pt x="2490566" y="2366586"/>
                </a:cubicBezTo>
                <a:cubicBezTo>
                  <a:pt x="2483909" y="2366586"/>
                  <a:pt x="2478382" y="2361185"/>
                  <a:pt x="2478382" y="2354401"/>
                </a:cubicBezTo>
                <a:cubicBezTo>
                  <a:pt x="2478255" y="2347744"/>
                  <a:pt x="2483782" y="2342216"/>
                  <a:pt x="2490566" y="2342216"/>
                </a:cubicBezTo>
                <a:close/>
                <a:moveTo>
                  <a:pt x="966229" y="2340081"/>
                </a:moveTo>
                <a:cubicBezTo>
                  <a:pt x="976405" y="2340081"/>
                  <a:pt x="984695" y="2348246"/>
                  <a:pt x="984695" y="2358422"/>
                </a:cubicBezTo>
                <a:cubicBezTo>
                  <a:pt x="984695" y="2368596"/>
                  <a:pt x="976530" y="2376886"/>
                  <a:pt x="966356" y="2376886"/>
                </a:cubicBezTo>
                <a:cubicBezTo>
                  <a:pt x="956181" y="2376886"/>
                  <a:pt x="947890" y="2368722"/>
                  <a:pt x="947890" y="2358547"/>
                </a:cubicBezTo>
                <a:cubicBezTo>
                  <a:pt x="947890" y="2348373"/>
                  <a:pt x="956054" y="2340207"/>
                  <a:pt x="966229" y="2340081"/>
                </a:cubicBezTo>
                <a:close/>
                <a:moveTo>
                  <a:pt x="2225143" y="2339955"/>
                </a:moveTo>
                <a:cubicBezTo>
                  <a:pt x="2236700" y="2339955"/>
                  <a:pt x="2246247" y="2349376"/>
                  <a:pt x="2246247" y="2360933"/>
                </a:cubicBezTo>
                <a:cubicBezTo>
                  <a:pt x="2246247" y="2372489"/>
                  <a:pt x="2236950" y="2382036"/>
                  <a:pt x="2225269" y="2382036"/>
                </a:cubicBezTo>
                <a:cubicBezTo>
                  <a:pt x="2213587" y="2382036"/>
                  <a:pt x="2204165" y="2372614"/>
                  <a:pt x="2204165" y="2361058"/>
                </a:cubicBezTo>
                <a:cubicBezTo>
                  <a:pt x="2204165" y="2349502"/>
                  <a:pt x="2213587" y="2340081"/>
                  <a:pt x="2225143" y="2339955"/>
                </a:cubicBezTo>
                <a:close/>
                <a:moveTo>
                  <a:pt x="312277" y="2337068"/>
                </a:moveTo>
                <a:cubicBezTo>
                  <a:pt x="314789" y="2337068"/>
                  <a:pt x="316799" y="2338952"/>
                  <a:pt x="316799" y="2341465"/>
                </a:cubicBezTo>
                <a:cubicBezTo>
                  <a:pt x="316799" y="2343852"/>
                  <a:pt x="314789" y="2345862"/>
                  <a:pt x="312402" y="2345862"/>
                </a:cubicBezTo>
                <a:cubicBezTo>
                  <a:pt x="309890" y="2345862"/>
                  <a:pt x="307880" y="2343852"/>
                  <a:pt x="307880" y="2341465"/>
                </a:cubicBezTo>
                <a:cubicBezTo>
                  <a:pt x="307880" y="2338952"/>
                  <a:pt x="309890" y="2336942"/>
                  <a:pt x="312277" y="2337068"/>
                </a:cubicBezTo>
                <a:close/>
                <a:moveTo>
                  <a:pt x="2615805" y="2335559"/>
                </a:moveTo>
                <a:cubicBezTo>
                  <a:pt x="2620830" y="2335559"/>
                  <a:pt x="2625100" y="2339704"/>
                  <a:pt x="2625100" y="2344855"/>
                </a:cubicBezTo>
                <a:cubicBezTo>
                  <a:pt x="2625100" y="2350005"/>
                  <a:pt x="2620955" y="2354150"/>
                  <a:pt x="2615805" y="2354150"/>
                </a:cubicBezTo>
                <a:cubicBezTo>
                  <a:pt x="2610654" y="2354150"/>
                  <a:pt x="2606509" y="2350005"/>
                  <a:pt x="2606509" y="2344855"/>
                </a:cubicBezTo>
                <a:cubicBezTo>
                  <a:pt x="2606384" y="2339704"/>
                  <a:pt x="2610529" y="2335559"/>
                  <a:pt x="2615805" y="2335559"/>
                </a:cubicBezTo>
                <a:close/>
                <a:moveTo>
                  <a:pt x="2083196" y="2331664"/>
                </a:moveTo>
                <a:cubicBezTo>
                  <a:pt x="2095758" y="2331664"/>
                  <a:pt x="2106059" y="2341839"/>
                  <a:pt x="2106059" y="2354400"/>
                </a:cubicBezTo>
                <a:cubicBezTo>
                  <a:pt x="2106059" y="2366962"/>
                  <a:pt x="2095884" y="2377263"/>
                  <a:pt x="2083323" y="2377263"/>
                </a:cubicBezTo>
                <a:cubicBezTo>
                  <a:pt x="2070761" y="2377263"/>
                  <a:pt x="2060460" y="2367088"/>
                  <a:pt x="2060460" y="2354527"/>
                </a:cubicBezTo>
                <a:cubicBezTo>
                  <a:pt x="2060460" y="2341965"/>
                  <a:pt x="2070635" y="2331664"/>
                  <a:pt x="2083196" y="2331664"/>
                </a:cubicBezTo>
                <a:close/>
                <a:moveTo>
                  <a:pt x="2737023" y="2329529"/>
                </a:moveTo>
                <a:cubicBezTo>
                  <a:pt x="2738782" y="2329655"/>
                  <a:pt x="2740163" y="2331037"/>
                  <a:pt x="2740163" y="2332669"/>
                </a:cubicBezTo>
                <a:cubicBezTo>
                  <a:pt x="2740163" y="2334428"/>
                  <a:pt x="2738908" y="2335811"/>
                  <a:pt x="2737148" y="2335811"/>
                </a:cubicBezTo>
                <a:cubicBezTo>
                  <a:pt x="2735390" y="2335811"/>
                  <a:pt x="2734008" y="2334428"/>
                  <a:pt x="2734008" y="2332669"/>
                </a:cubicBezTo>
                <a:cubicBezTo>
                  <a:pt x="2734008" y="2330911"/>
                  <a:pt x="2735390" y="2329529"/>
                  <a:pt x="2737023" y="2329529"/>
                </a:cubicBezTo>
                <a:close/>
                <a:moveTo>
                  <a:pt x="1524712" y="2328399"/>
                </a:moveTo>
                <a:cubicBezTo>
                  <a:pt x="1535514" y="2328273"/>
                  <a:pt x="1544308" y="2337066"/>
                  <a:pt x="1544308" y="2347743"/>
                </a:cubicBezTo>
                <a:cubicBezTo>
                  <a:pt x="1544308" y="2358547"/>
                  <a:pt x="1535639" y="2367341"/>
                  <a:pt x="1524837" y="2367341"/>
                </a:cubicBezTo>
                <a:cubicBezTo>
                  <a:pt x="1514034" y="2367467"/>
                  <a:pt x="1505241" y="2358798"/>
                  <a:pt x="1505241" y="2347995"/>
                </a:cubicBezTo>
                <a:cubicBezTo>
                  <a:pt x="1505241" y="2337191"/>
                  <a:pt x="1513908" y="2328524"/>
                  <a:pt x="1524712" y="2328399"/>
                </a:cubicBezTo>
                <a:close/>
                <a:moveTo>
                  <a:pt x="1439672" y="2323751"/>
                </a:moveTo>
                <a:cubicBezTo>
                  <a:pt x="1450476" y="2323751"/>
                  <a:pt x="1459393" y="2332418"/>
                  <a:pt x="1459393" y="2343347"/>
                </a:cubicBezTo>
                <a:cubicBezTo>
                  <a:pt x="1459393" y="2354149"/>
                  <a:pt x="1450726" y="2363068"/>
                  <a:pt x="1439799" y="2363068"/>
                </a:cubicBezTo>
                <a:cubicBezTo>
                  <a:pt x="1428870" y="2363193"/>
                  <a:pt x="1420077" y="2354401"/>
                  <a:pt x="1419951" y="2343472"/>
                </a:cubicBezTo>
                <a:cubicBezTo>
                  <a:pt x="1419951" y="2332670"/>
                  <a:pt x="1428744" y="2323751"/>
                  <a:pt x="1439672" y="2323751"/>
                </a:cubicBezTo>
                <a:close/>
                <a:moveTo>
                  <a:pt x="1609754" y="2322872"/>
                </a:moveTo>
                <a:cubicBezTo>
                  <a:pt x="1620683" y="2322872"/>
                  <a:pt x="1629727" y="2331665"/>
                  <a:pt x="1629727" y="2342720"/>
                </a:cubicBezTo>
                <a:cubicBezTo>
                  <a:pt x="1629727" y="2353774"/>
                  <a:pt x="1620935" y="2362692"/>
                  <a:pt x="1609881" y="2362692"/>
                </a:cubicBezTo>
                <a:cubicBezTo>
                  <a:pt x="1598952" y="2362692"/>
                  <a:pt x="1589907" y="2353900"/>
                  <a:pt x="1589907" y="2342846"/>
                </a:cubicBezTo>
                <a:cubicBezTo>
                  <a:pt x="1589907" y="2331917"/>
                  <a:pt x="1598826" y="2322872"/>
                  <a:pt x="1609754" y="2322872"/>
                </a:cubicBezTo>
                <a:close/>
                <a:moveTo>
                  <a:pt x="1115711" y="2318224"/>
                </a:moveTo>
                <a:cubicBezTo>
                  <a:pt x="1128022" y="2318098"/>
                  <a:pt x="1137945" y="2328021"/>
                  <a:pt x="1137945" y="2340206"/>
                </a:cubicBezTo>
                <a:cubicBezTo>
                  <a:pt x="1137945" y="2352390"/>
                  <a:pt x="1128022" y="2362439"/>
                  <a:pt x="1115836" y="2362439"/>
                </a:cubicBezTo>
                <a:cubicBezTo>
                  <a:pt x="1103527" y="2362439"/>
                  <a:pt x="1093603" y="2352515"/>
                  <a:pt x="1093603" y="2340331"/>
                </a:cubicBezTo>
                <a:cubicBezTo>
                  <a:pt x="1093603" y="2328147"/>
                  <a:pt x="1103400" y="2318224"/>
                  <a:pt x="1115711" y="2318224"/>
                </a:cubicBezTo>
                <a:close/>
                <a:moveTo>
                  <a:pt x="2855224" y="2317218"/>
                </a:moveTo>
                <a:cubicBezTo>
                  <a:pt x="2855852" y="2317218"/>
                  <a:pt x="2856354" y="2317721"/>
                  <a:pt x="2856354" y="2318348"/>
                </a:cubicBezTo>
                <a:cubicBezTo>
                  <a:pt x="2856354" y="2318976"/>
                  <a:pt x="2855852" y="2319478"/>
                  <a:pt x="2855224" y="2319478"/>
                </a:cubicBezTo>
                <a:cubicBezTo>
                  <a:pt x="2854597" y="2319478"/>
                  <a:pt x="2854094" y="2318976"/>
                  <a:pt x="2854094" y="2318348"/>
                </a:cubicBezTo>
                <a:cubicBezTo>
                  <a:pt x="2854094" y="2317721"/>
                  <a:pt x="2854597" y="2317218"/>
                  <a:pt x="2855224" y="2317218"/>
                </a:cubicBezTo>
                <a:close/>
                <a:moveTo>
                  <a:pt x="1933716" y="2313325"/>
                </a:moveTo>
                <a:cubicBezTo>
                  <a:pt x="1946906" y="2313325"/>
                  <a:pt x="1957708" y="2324002"/>
                  <a:pt x="1957708" y="2337191"/>
                </a:cubicBezTo>
                <a:cubicBezTo>
                  <a:pt x="1957708" y="2350382"/>
                  <a:pt x="1947031" y="2361184"/>
                  <a:pt x="1933842" y="2361184"/>
                </a:cubicBezTo>
                <a:cubicBezTo>
                  <a:pt x="1920652" y="2361184"/>
                  <a:pt x="1909850" y="2350507"/>
                  <a:pt x="1909850" y="2337318"/>
                </a:cubicBezTo>
                <a:cubicBezTo>
                  <a:pt x="1909724" y="2324254"/>
                  <a:pt x="1920401" y="2313451"/>
                  <a:pt x="1933716" y="2313325"/>
                </a:cubicBezTo>
                <a:close/>
                <a:moveTo>
                  <a:pt x="1355385" y="2308803"/>
                </a:moveTo>
                <a:cubicBezTo>
                  <a:pt x="1366816" y="2308803"/>
                  <a:pt x="1376112" y="2317973"/>
                  <a:pt x="1376112" y="2329279"/>
                </a:cubicBezTo>
                <a:cubicBezTo>
                  <a:pt x="1376238" y="2340709"/>
                  <a:pt x="1367068" y="2350005"/>
                  <a:pt x="1355637" y="2350005"/>
                </a:cubicBezTo>
                <a:cubicBezTo>
                  <a:pt x="1344330" y="2350131"/>
                  <a:pt x="1335036" y="2340961"/>
                  <a:pt x="1335036" y="2329530"/>
                </a:cubicBezTo>
                <a:cubicBezTo>
                  <a:pt x="1334910" y="2318098"/>
                  <a:pt x="1344080" y="2308929"/>
                  <a:pt x="1355385" y="2308803"/>
                </a:cubicBezTo>
                <a:close/>
                <a:moveTo>
                  <a:pt x="1693792" y="2306794"/>
                </a:moveTo>
                <a:cubicBezTo>
                  <a:pt x="1705599" y="2306668"/>
                  <a:pt x="1715271" y="2316215"/>
                  <a:pt x="1715271" y="2328147"/>
                </a:cubicBezTo>
                <a:cubicBezTo>
                  <a:pt x="1715398" y="2339956"/>
                  <a:pt x="1705724" y="2349628"/>
                  <a:pt x="1693917" y="2349628"/>
                </a:cubicBezTo>
                <a:cubicBezTo>
                  <a:pt x="1681983" y="2349753"/>
                  <a:pt x="1672437" y="2340081"/>
                  <a:pt x="1672311" y="2328274"/>
                </a:cubicBezTo>
                <a:cubicBezTo>
                  <a:pt x="1672311" y="2316466"/>
                  <a:pt x="1681858" y="2306794"/>
                  <a:pt x="1693792" y="2306794"/>
                </a:cubicBezTo>
                <a:close/>
                <a:moveTo>
                  <a:pt x="763235" y="2293730"/>
                </a:moveTo>
                <a:cubicBezTo>
                  <a:pt x="770396" y="2293730"/>
                  <a:pt x="776174" y="2299508"/>
                  <a:pt x="776174" y="2306542"/>
                </a:cubicBezTo>
                <a:cubicBezTo>
                  <a:pt x="776174" y="2313704"/>
                  <a:pt x="770396" y="2319481"/>
                  <a:pt x="763362" y="2319481"/>
                </a:cubicBezTo>
                <a:cubicBezTo>
                  <a:pt x="756200" y="2319481"/>
                  <a:pt x="750423" y="2313704"/>
                  <a:pt x="750423" y="2306669"/>
                </a:cubicBezTo>
                <a:cubicBezTo>
                  <a:pt x="750423" y="2299635"/>
                  <a:pt x="756200" y="2293856"/>
                  <a:pt x="763235" y="2293730"/>
                </a:cubicBezTo>
                <a:close/>
                <a:moveTo>
                  <a:pt x="633224" y="2291468"/>
                </a:moveTo>
                <a:cubicBezTo>
                  <a:pt x="639001" y="2291468"/>
                  <a:pt x="643649" y="2296116"/>
                  <a:pt x="643649" y="2301894"/>
                </a:cubicBezTo>
                <a:cubicBezTo>
                  <a:pt x="643649" y="2307672"/>
                  <a:pt x="639001" y="2312321"/>
                  <a:pt x="633224" y="2312321"/>
                </a:cubicBezTo>
                <a:cubicBezTo>
                  <a:pt x="627445" y="2312321"/>
                  <a:pt x="622798" y="2307672"/>
                  <a:pt x="622798" y="2301894"/>
                </a:cubicBezTo>
                <a:cubicBezTo>
                  <a:pt x="622798" y="2296242"/>
                  <a:pt x="627445" y="2291468"/>
                  <a:pt x="633224" y="2291468"/>
                </a:cubicBezTo>
                <a:close/>
                <a:moveTo>
                  <a:pt x="899401" y="2289962"/>
                </a:moveTo>
                <a:cubicBezTo>
                  <a:pt x="908195" y="2289962"/>
                  <a:pt x="915229" y="2296996"/>
                  <a:pt x="915229" y="2305663"/>
                </a:cubicBezTo>
                <a:cubicBezTo>
                  <a:pt x="915229" y="2314331"/>
                  <a:pt x="908195" y="2321366"/>
                  <a:pt x="899528" y="2321366"/>
                </a:cubicBezTo>
                <a:cubicBezTo>
                  <a:pt x="890734" y="2321366"/>
                  <a:pt x="883700" y="2314331"/>
                  <a:pt x="883700" y="2305663"/>
                </a:cubicBezTo>
                <a:cubicBezTo>
                  <a:pt x="883700" y="2296996"/>
                  <a:pt x="890734" y="2289836"/>
                  <a:pt x="899401" y="2289962"/>
                </a:cubicBezTo>
                <a:close/>
                <a:moveTo>
                  <a:pt x="507861" y="2285941"/>
                </a:moveTo>
                <a:cubicBezTo>
                  <a:pt x="511880" y="2285941"/>
                  <a:pt x="515020" y="2289081"/>
                  <a:pt x="515020" y="2292976"/>
                </a:cubicBezTo>
                <a:cubicBezTo>
                  <a:pt x="515020" y="2296995"/>
                  <a:pt x="511880" y="2300135"/>
                  <a:pt x="507986" y="2300135"/>
                </a:cubicBezTo>
                <a:cubicBezTo>
                  <a:pt x="504217" y="2300135"/>
                  <a:pt x="500952" y="2296995"/>
                  <a:pt x="500952" y="2293101"/>
                </a:cubicBezTo>
                <a:cubicBezTo>
                  <a:pt x="500952" y="2289208"/>
                  <a:pt x="504092" y="2286066"/>
                  <a:pt x="507861" y="2285941"/>
                </a:cubicBezTo>
                <a:close/>
                <a:moveTo>
                  <a:pt x="1273481" y="2284308"/>
                </a:moveTo>
                <a:cubicBezTo>
                  <a:pt x="1285540" y="2284308"/>
                  <a:pt x="1295464" y="2294105"/>
                  <a:pt x="1295464" y="2306164"/>
                </a:cubicBezTo>
                <a:cubicBezTo>
                  <a:pt x="1295464" y="2318223"/>
                  <a:pt x="1285667" y="2328147"/>
                  <a:pt x="1273608" y="2328147"/>
                </a:cubicBezTo>
                <a:cubicBezTo>
                  <a:pt x="1261549" y="2328147"/>
                  <a:pt x="1251625" y="2318350"/>
                  <a:pt x="1251625" y="2306291"/>
                </a:cubicBezTo>
                <a:cubicBezTo>
                  <a:pt x="1251625" y="2294105"/>
                  <a:pt x="1261422" y="2284308"/>
                  <a:pt x="1273481" y="2284308"/>
                </a:cubicBezTo>
                <a:close/>
                <a:moveTo>
                  <a:pt x="2285813" y="2282675"/>
                </a:moveTo>
                <a:cubicBezTo>
                  <a:pt x="2295987" y="2282675"/>
                  <a:pt x="2304277" y="2290840"/>
                  <a:pt x="2304277" y="2301014"/>
                </a:cubicBezTo>
                <a:cubicBezTo>
                  <a:pt x="2304277" y="2311190"/>
                  <a:pt x="2296113" y="2319480"/>
                  <a:pt x="2285938" y="2319480"/>
                </a:cubicBezTo>
                <a:cubicBezTo>
                  <a:pt x="2275764" y="2319480"/>
                  <a:pt x="2267472" y="2311316"/>
                  <a:pt x="2267472" y="2301141"/>
                </a:cubicBezTo>
                <a:cubicBezTo>
                  <a:pt x="2267472" y="2290967"/>
                  <a:pt x="2275637" y="2282800"/>
                  <a:pt x="2285813" y="2282675"/>
                </a:cubicBezTo>
                <a:close/>
                <a:moveTo>
                  <a:pt x="1775690" y="2281796"/>
                </a:moveTo>
                <a:cubicBezTo>
                  <a:pt x="1788126" y="2281796"/>
                  <a:pt x="1798300" y="2291845"/>
                  <a:pt x="1798300" y="2304282"/>
                </a:cubicBezTo>
                <a:cubicBezTo>
                  <a:pt x="1798300" y="2316717"/>
                  <a:pt x="1788251" y="2326893"/>
                  <a:pt x="1775815" y="2326893"/>
                </a:cubicBezTo>
                <a:cubicBezTo>
                  <a:pt x="1763254" y="2326893"/>
                  <a:pt x="1753079" y="2316843"/>
                  <a:pt x="1753079" y="2304407"/>
                </a:cubicBezTo>
                <a:cubicBezTo>
                  <a:pt x="1753079" y="2291971"/>
                  <a:pt x="1763128" y="2281796"/>
                  <a:pt x="1775690" y="2281796"/>
                </a:cubicBezTo>
                <a:close/>
                <a:moveTo>
                  <a:pt x="2415951" y="2280413"/>
                </a:moveTo>
                <a:cubicBezTo>
                  <a:pt x="2424242" y="2280288"/>
                  <a:pt x="2431025" y="2287072"/>
                  <a:pt x="2431025" y="2295362"/>
                </a:cubicBezTo>
                <a:cubicBezTo>
                  <a:pt x="2431025" y="2303654"/>
                  <a:pt x="2424367" y="2310436"/>
                  <a:pt x="2416076" y="2310436"/>
                </a:cubicBezTo>
                <a:cubicBezTo>
                  <a:pt x="2407660" y="2310436"/>
                  <a:pt x="2401003" y="2303779"/>
                  <a:pt x="2400877" y="2295488"/>
                </a:cubicBezTo>
                <a:cubicBezTo>
                  <a:pt x="2400877" y="2287197"/>
                  <a:pt x="2407660" y="2280413"/>
                  <a:pt x="2415951" y="2280413"/>
                </a:cubicBezTo>
                <a:close/>
                <a:moveTo>
                  <a:pt x="2149647" y="2278279"/>
                </a:moveTo>
                <a:cubicBezTo>
                  <a:pt x="2162209" y="2278279"/>
                  <a:pt x="2172510" y="2288454"/>
                  <a:pt x="2172510" y="2301015"/>
                </a:cubicBezTo>
                <a:cubicBezTo>
                  <a:pt x="2172510" y="2313577"/>
                  <a:pt x="2162334" y="2323878"/>
                  <a:pt x="2149772" y="2323878"/>
                </a:cubicBezTo>
                <a:cubicBezTo>
                  <a:pt x="2137211" y="2323878"/>
                  <a:pt x="2126911" y="2313703"/>
                  <a:pt x="2126911" y="2301142"/>
                </a:cubicBezTo>
                <a:cubicBezTo>
                  <a:pt x="2126911" y="2288580"/>
                  <a:pt x="2137086" y="2278279"/>
                  <a:pt x="2149647" y="2278279"/>
                </a:cubicBezTo>
                <a:close/>
                <a:moveTo>
                  <a:pt x="2541061" y="2276519"/>
                </a:moveTo>
                <a:cubicBezTo>
                  <a:pt x="2546213" y="2276519"/>
                  <a:pt x="2550358" y="2280664"/>
                  <a:pt x="2550358" y="2285815"/>
                </a:cubicBezTo>
                <a:cubicBezTo>
                  <a:pt x="2550358" y="2290965"/>
                  <a:pt x="2546213" y="2295110"/>
                  <a:pt x="2541061" y="2295110"/>
                </a:cubicBezTo>
                <a:cubicBezTo>
                  <a:pt x="2535911" y="2295110"/>
                  <a:pt x="2531766" y="2290965"/>
                  <a:pt x="2531766" y="2285815"/>
                </a:cubicBezTo>
                <a:cubicBezTo>
                  <a:pt x="2531766" y="2280664"/>
                  <a:pt x="2535911" y="2276519"/>
                  <a:pt x="2541061" y="2276519"/>
                </a:cubicBezTo>
                <a:close/>
                <a:moveTo>
                  <a:pt x="1042603" y="2275515"/>
                </a:moveTo>
                <a:cubicBezTo>
                  <a:pt x="1054033" y="2275390"/>
                  <a:pt x="1063329" y="2284560"/>
                  <a:pt x="1063329" y="2295991"/>
                </a:cubicBezTo>
                <a:cubicBezTo>
                  <a:pt x="1063329" y="2307296"/>
                  <a:pt x="1054285" y="2316592"/>
                  <a:pt x="1042854" y="2316592"/>
                </a:cubicBezTo>
                <a:cubicBezTo>
                  <a:pt x="1031549" y="2316718"/>
                  <a:pt x="1022253" y="2307548"/>
                  <a:pt x="1022253" y="2296117"/>
                </a:cubicBezTo>
                <a:cubicBezTo>
                  <a:pt x="1022253" y="2284812"/>
                  <a:pt x="1031422" y="2275515"/>
                  <a:pt x="1042603" y="2275515"/>
                </a:cubicBezTo>
                <a:close/>
                <a:moveTo>
                  <a:pt x="387019" y="2274887"/>
                </a:moveTo>
                <a:cubicBezTo>
                  <a:pt x="390662" y="2274887"/>
                  <a:pt x="393677" y="2277902"/>
                  <a:pt x="393677" y="2281545"/>
                </a:cubicBezTo>
                <a:cubicBezTo>
                  <a:pt x="393677" y="2285187"/>
                  <a:pt x="390662" y="2288202"/>
                  <a:pt x="387019" y="2288202"/>
                </a:cubicBezTo>
                <a:cubicBezTo>
                  <a:pt x="383377" y="2288202"/>
                  <a:pt x="380362" y="2285187"/>
                  <a:pt x="380362" y="2281545"/>
                </a:cubicBezTo>
                <a:cubicBezTo>
                  <a:pt x="380362" y="2277777"/>
                  <a:pt x="383251" y="2274887"/>
                  <a:pt x="387019" y="2274887"/>
                </a:cubicBezTo>
                <a:close/>
                <a:moveTo>
                  <a:pt x="2006196" y="2268480"/>
                </a:moveTo>
                <a:cubicBezTo>
                  <a:pt x="2019511" y="2268355"/>
                  <a:pt x="2030439" y="2279157"/>
                  <a:pt x="2030439" y="2292473"/>
                </a:cubicBezTo>
                <a:cubicBezTo>
                  <a:pt x="2030565" y="2305788"/>
                  <a:pt x="2019761" y="2316716"/>
                  <a:pt x="2006447" y="2316716"/>
                </a:cubicBezTo>
                <a:cubicBezTo>
                  <a:pt x="1993132" y="2316842"/>
                  <a:pt x="1982204" y="2306039"/>
                  <a:pt x="1982204" y="2292724"/>
                </a:cubicBezTo>
                <a:cubicBezTo>
                  <a:pt x="1982077" y="2279409"/>
                  <a:pt x="1992880" y="2268480"/>
                  <a:pt x="2006196" y="2268480"/>
                </a:cubicBezTo>
                <a:close/>
                <a:moveTo>
                  <a:pt x="2661904" y="2263455"/>
                </a:moveTo>
                <a:cubicBezTo>
                  <a:pt x="2667305" y="2263455"/>
                  <a:pt x="2671702" y="2267725"/>
                  <a:pt x="2671702" y="2273126"/>
                </a:cubicBezTo>
                <a:cubicBezTo>
                  <a:pt x="2671702" y="2278528"/>
                  <a:pt x="2667430" y="2282924"/>
                  <a:pt x="2662029" y="2282924"/>
                </a:cubicBezTo>
                <a:cubicBezTo>
                  <a:pt x="2656629" y="2282924"/>
                  <a:pt x="2652232" y="2278653"/>
                  <a:pt x="2652232" y="2273252"/>
                </a:cubicBezTo>
                <a:cubicBezTo>
                  <a:pt x="2652232" y="2267852"/>
                  <a:pt x="2656629" y="2263580"/>
                  <a:pt x="2661904" y="2263455"/>
                </a:cubicBezTo>
                <a:close/>
                <a:moveTo>
                  <a:pt x="269444" y="2263330"/>
                </a:moveTo>
                <a:cubicBezTo>
                  <a:pt x="271831" y="2263330"/>
                  <a:pt x="273841" y="2265215"/>
                  <a:pt x="273841" y="2267727"/>
                </a:cubicBezTo>
                <a:cubicBezTo>
                  <a:pt x="273841" y="2270114"/>
                  <a:pt x="271956" y="2272123"/>
                  <a:pt x="269444" y="2272123"/>
                </a:cubicBezTo>
                <a:cubicBezTo>
                  <a:pt x="266932" y="2272123"/>
                  <a:pt x="264922" y="2270114"/>
                  <a:pt x="264922" y="2267727"/>
                </a:cubicBezTo>
                <a:cubicBezTo>
                  <a:pt x="264922" y="2265340"/>
                  <a:pt x="266932" y="2263330"/>
                  <a:pt x="269444" y="2263330"/>
                </a:cubicBezTo>
                <a:close/>
                <a:moveTo>
                  <a:pt x="1854201" y="2254160"/>
                </a:moveTo>
                <a:cubicBezTo>
                  <a:pt x="1863748" y="2254160"/>
                  <a:pt x="1871537" y="2261822"/>
                  <a:pt x="1871537" y="2271368"/>
                </a:cubicBezTo>
                <a:cubicBezTo>
                  <a:pt x="1871537" y="2280915"/>
                  <a:pt x="1863873" y="2288703"/>
                  <a:pt x="1854326" y="2288703"/>
                </a:cubicBezTo>
                <a:cubicBezTo>
                  <a:pt x="1844780" y="2288703"/>
                  <a:pt x="1836992" y="2281040"/>
                  <a:pt x="1836992" y="2271495"/>
                </a:cubicBezTo>
                <a:cubicBezTo>
                  <a:pt x="1836992" y="2261949"/>
                  <a:pt x="1844654" y="2254285"/>
                  <a:pt x="1854201" y="2254160"/>
                </a:cubicBezTo>
                <a:close/>
                <a:moveTo>
                  <a:pt x="1194598" y="2253659"/>
                </a:moveTo>
                <a:cubicBezTo>
                  <a:pt x="1205777" y="2253659"/>
                  <a:pt x="1214821" y="2262578"/>
                  <a:pt x="1214821" y="2273757"/>
                </a:cubicBezTo>
                <a:cubicBezTo>
                  <a:pt x="1214821" y="2284937"/>
                  <a:pt x="1205904" y="2293981"/>
                  <a:pt x="1194723" y="2293981"/>
                </a:cubicBezTo>
                <a:cubicBezTo>
                  <a:pt x="1183544" y="2293981"/>
                  <a:pt x="1174499" y="2284937"/>
                  <a:pt x="1174499" y="2273883"/>
                </a:cubicBezTo>
                <a:cubicBezTo>
                  <a:pt x="1174499" y="2262829"/>
                  <a:pt x="1183418" y="2253784"/>
                  <a:pt x="1194598" y="2253659"/>
                </a:cubicBezTo>
                <a:close/>
                <a:moveTo>
                  <a:pt x="2779480" y="2253531"/>
                </a:moveTo>
                <a:cubicBezTo>
                  <a:pt x="2782370" y="2253531"/>
                  <a:pt x="2784630" y="2255793"/>
                  <a:pt x="2784630" y="2258555"/>
                </a:cubicBezTo>
                <a:cubicBezTo>
                  <a:pt x="2784757" y="2261445"/>
                  <a:pt x="2782495" y="2263705"/>
                  <a:pt x="2779605" y="2263705"/>
                </a:cubicBezTo>
                <a:cubicBezTo>
                  <a:pt x="2776842" y="2263705"/>
                  <a:pt x="2774455" y="2261445"/>
                  <a:pt x="2774455" y="2258681"/>
                </a:cubicBezTo>
                <a:cubicBezTo>
                  <a:pt x="2774455" y="2255793"/>
                  <a:pt x="2776717" y="2253531"/>
                  <a:pt x="2779480" y="2253531"/>
                </a:cubicBezTo>
                <a:close/>
                <a:moveTo>
                  <a:pt x="1524463" y="2241850"/>
                </a:moveTo>
                <a:cubicBezTo>
                  <a:pt x="1530493" y="2241850"/>
                  <a:pt x="1535518" y="2246749"/>
                  <a:pt x="1535518" y="2252904"/>
                </a:cubicBezTo>
                <a:cubicBezTo>
                  <a:pt x="1535518" y="2258934"/>
                  <a:pt x="1530493" y="2263958"/>
                  <a:pt x="1524463" y="2263958"/>
                </a:cubicBezTo>
                <a:cubicBezTo>
                  <a:pt x="1518434" y="2263958"/>
                  <a:pt x="1513409" y="2259059"/>
                  <a:pt x="1513409" y="2252904"/>
                </a:cubicBezTo>
                <a:cubicBezTo>
                  <a:pt x="1513282" y="2246875"/>
                  <a:pt x="1518307" y="2241850"/>
                  <a:pt x="1524463" y="2241850"/>
                </a:cubicBezTo>
                <a:close/>
                <a:moveTo>
                  <a:pt x="2894164" y="2240469"/>
                </a:moveTo>
                <a:cubicBezTo>
                  <a:pt x="2895294" y="2240469"/>
                  <a:pt x="2896174" y="2241349"/>
                  <a:pt x="2896174" y="2242479"/>
                </a:cubicBezTo>
                <a:cubicBezTo>
                  <a:pt x="2896174" y="2243610"/>
                  <a:pt x="2895294" y="2244489"/>
                  <a:pt x="2894164" y="2244489"/>
                </a:cubicBezTo>
                <a:cubicBezTo>
                  <a:pt x="2893034" y="2244489"/>
                  <a:pt x="2892154" y="2243610"/>
                  <a:pt x="2892154" y="2242479"/>
                </a:cubicBezTo>
                <a:cubicBezTo>
                  <a:pt x="2892029" y="2241349"/>
                  <a:pt x="2892908" y="2240469"/>
                  <a:pt x="2894164" y="2240469"/>
                </a:cubicBezTo>
                <a:close/>
                <a:moveTo>
                  <a:pt x="1439295" y="2235947"/>
                </a:moveTo>
                <a:cubicBezTo>
                  <a:pt x="1445827" y="2235947"/>
                  <a:pt x="1451104" y="2241097"/>
                  <a:pt x="1451104" y="2247629"/>
                </a:cubicBezTo>
                <a:cubicBezTo>
                  <a:pt x="1451104" y="2254162"/>
                  <a:pt x="1445952" y="2259438"/>
                  <a:pt x="1439420" y="2259438"/>
                </a:cubicBezTo>
                <a:cubicBezTo>
                  <a:pt x="1432888" y="2259438"/>
                  <a:pt x="1427613" y="2254288"/>
                  <a:pt x="1427613" y="2247756"/>
                </a:cubicBezTo>
                <a:cubicBezTo>
                  <a:pt x="1427613" y="2241349"/>
                  <a:pt x="1432888" y="2236072"/>
                  <a:pt x="1439295" y="2235947"/>
                </a:cubicBezTo>
                <a:close/>
                <a:moveTo>
                  <a:pt x="1609379" y="2235067"/>
                </a:moveTo>
                <a:cubicBezTo>
                  <a:pt x="1615911" y="2235067"/>
                  <a:pt x="1621313" y="2240469"/>
                  <a:pt x="1621313" y="2247001"/>
                </a:cubicBezTo>
                <a:cubicBezTo>
                  <a:pt x="1621313" y="2253658"/>
                  <a:pt x="1616036" y="2259059"/>
                  <a:pt x="1609379" y="2259059"/>
                </a:cubicBezTo>
                <a:cubicBezTo>
                  <a:pt x="1602847" y="2259059"/>
                  <a:pt x="1597445" y="2253783"/>
                  <a:pt x="1597445" y="2247126"/>
                </a:cubicBezTo>
                <a:cubicBezTo>
                  <a:pt x="1597445" y="2240594"/>
                  <a:pt x="1602847" y="2235192"/>
                  <a:pt x="1609379" y="2235067"/>
                </a:cubicBezTo>
                <a:close/>
                <a:moveTo>
                  <a:pt x="707085" y="2229413"/>
                </a:moveTo>
                <a:cubicBezTo>
                  <a:pt x="714245" y="2229413"/>
                  <a:pt x="720149" y="2235318"/>
                  <a:pt x="720149" y="2242479"/>
                </a:cubicBezTo>
                <a:cubicBezTo>
                  <a:pt x="720275" y="2249638"/>
                  <a:pt x="714497" y="2255542"/>
                  <a:pt x="707211" y="2255542"/>
                </a:cubicBezTo>
                <a:cubicBezTo>
                  <a:pt x="700051" y="2255542"/>
                  <a:pt x="694147" y="2249764"/>
                  <a:pt x="694147" y="2242479"/>
                </a:cubicBezTo>
                <a:cubicBezTo>
                  <a:pt x="694147" y="2235192"/>
                  <a:pt x="699926" y="2229288"/>
                  <a:pt x="707085" y="2229413"/>
                </a:cubicBezTo>
                <a:close/>
                <a:moveTo>
                  <a:pt x="837598" y="2229162"/>
                </a:moveTo>
                <a:cubicBezTo>
                  <a:pt x="847271" y="2229037"/>
                  <a:pt x="855309" y="2236951"/>
                  <a:pt x="855309" y="2246748"/>
                </a:cubicBezTo>
                <a:cubicBezTo>
                  <a:pt x="855436" y="2256547"/>
                  <a:pt x="847522" y="2264586"/>
                  <a:pt x="837725" y="2264586"/>
                </a:cubicBezTo>
                <a:cubicBezTo>
                  <a:pt x="827926" y="2264711"/>
                  <a:pt x="819887" y="2256797"/>
                  <a:pt x="819887" y="2247000"/>
                </a:cubicBezTo>
                <a:cubicBezTo>
                  <a:pt x="819887" y="2237202"/>
                  <a:pt x="827801" y="2229162"/>
                  <a:pt x="837598" y="2229162"/>
                </a:cubicBezTo>
                <a:close/>
                <a:moveTo>
                  <a:pt x="974645" y="2224641"/>
                </a:moveTo>
                <a:cubicBezTo>
                  <a:pt x="985824" y="2224641"/>
                  <a:pt x="994869" y="2233560"/>
                  <a:pt x="994869" y="2244739"/>
                </a:cubicBezTo>
                <a:cubicBezTo>
                  <a:pt x="994869" y="2255919"/>
                  <a:pt x="985951" y="2264963"/>
                  <a:pt x="974770" y="2264963"/>
                </a:cubicBezTo>
                <a:cubicBezTo>
                  <a:pt x="963591" y="2264963"/>
                  <a:pt x="954547" y="2256045"/>
                  <a:pt x="954547" y="2244865"/>
                </a:cubicBezTo>
                <a:cubicBezTo>
                  <a:pt x="954547" y="2233811"/>
                  <a:pt x="963591" y="2224766"/>
                  <a:pt x="974645" y="2224641"/>
                </a:cubicBezTo>
                <a:close/>
                <a:moveTo>
                  <a:pt x="582224" y="2222883"/>
                </a:moveTo>
                <a:cubicBezTo>
                  <a:pt x="588129" y="2222883"/>
                  <a:pt x="592902" y="2227530"/>
                  <a:pt x="592902" y="2233434"/>
                </a:cubicBezTo>
                <a:cubicBezTo>
                  <a:pt x="592902" y="2239339"/>
                  <a:pt x="588254" y="2244111"/>
                  <a:pt x="582349" y="2244111"/>
                </a:cubicBezTo>
                <a:cubicBezTo>
                  <a:pt x="576446" y="2244111"/>
                  <a:pt x="571672" y="2239464"/>
                  <a:pt x="571672" y="2233560"/>
                </a:cubicBezTo>
                <a:cubicBezTo>
                  <a:pt x="571672" y="2227656"/>
                  <a:pt x="576319" y="2222883"/>
                  <a:pt x="582224" y="2222883"/>
                </a:cubicBezTo>
                <a:close/>
                <a:moveTo>
                  <a:pt x="2211073" y="2217983"/>
                </a:moveTo>
                <a:cubicBezTo>
                  <a:pt x="2224262" y="2217983"/>
                  <a:pt x="2234939" y="2228660"/>
                  <a:pt x="2235064" y="2241849"/>
                </a:cubicBezTo>
                <a:cubicBezTo>
                  <a:pt x="2235064" y="2255040"/>
                  <a:pt x="2224387" y="2265842"/>
                  <a:pt x="2211198" y="2265842"/>
                </a:cubicBezTo>
                <a:cubicBezTo>
                  <a:pt x="2198009" y="2265842"/>
                  <a:pt x="2187205" y="2255165"/>
                  <a:pt x="2187205" y="2241976"/>
                </a:cubicBezTo>
                <a:cubicBezTo>
                  <a:pt x="2187205" y="2228785"/>
                  <a:pt x="2197882" y="2218108"/>
                  <a:pt x="2211073" y="2217983"/>
                </a:cubicBezTo>
                <a:close/>
                <a:moveTo>
                  <a:pt x="1355636" y="2217731"/>
                </a:moveTo>
                <a:cubicBezTo>
                  <a:pt x="1363298" y="2217731"/>
                  <a:pt x="1369579" y="2224012"/>
                  <a:pt x="1369579" y="2231675"/>
                </a:cubicBezTo>
                <a:cubicBezTo>
                  <a:pt x="1369705" y="2239337"/>
                  <a:pt x="1363423" y="2245618"/>
                  <a:pt x="1355761" y="2245618"/>
                </a:cubicBezTo>
                <a:cubicBezTo>
                  <a:pt x="1347974" y="2245743"/>
                  <a:pt x="1341692" y="2239462"/>
                  <a:pt x="1341692" y="2231800"/>
                </a:cubicBezTo>
                <a:cubicBezTo>
                  <a:pt x="1341692" y="2224138"/>
                  <a:pt x="1347847" y="2217856"/>
                  <a:pt x="1355636" y="2217731"/>
                </a:cubicBezTo>
                <a:close/>
                <a:moveTo>
                  <a:pt x="1693038" y="2215847"/>
                </a:moveTo>
                <a:cubicBezTo>
                  <a:pt x="1701202" y="2215847"/>
                  <a:pt x="1707734" y="2222379"/>
                  <a:pt x="1707734" y="2230418"/>
                </a:cubicBezTo>
                <a:cubicBezTo>
                  <a:pt x="1707734" y="2238583"/>
                  <a:pt x="1701202" y="2245115"/>
                  <a:pt x="1693163" y="2245115"/>
                </a:cubicBezTo>
                <a:cubicBezTo>
                  <a:pt x="1685124" y="2245115"/>
                  <a:pt x="1678466" y="2238583"/>
                  <a:pt x="1678466" y="2230544"/>
                </a:cubicBezTo>
                <a:cubicBezTo>
                  <a:pt x="1678466" y="2222504"/>
                  <a:pt x="1684873" y="2215972"/>
                  <a:pt x="1693038" y="2215847"/>
                </a:cubicBezTo>
                <a:close/>
                <a:moveTo>
                  <a:pt x="2073901" y="2215596"/>
                </a:moveTo>
                <a:cubicBezTo>
                  <a:pt x="2087843" y="2215596"/>
                  <a:pt x="2099275" y="2226776"/>
                  <a:pt x="2099275" y="2240719"/>
                </a:cubicBezTo>
                <a:cubicBezTo>
                  <a:pt x="2099275" y="2254663"/>
                  <a:pt x="2088095" y="2265968"/>
                  <a:pt x="2074152" y="2266093"/>
                </a:cubicBezTo>
                <a:cubicBezTo>
                  <a:pt x="2060208" y="2266219"/>
                  <a:pt x="2048904" y="2254913"/>
                  <a:pt x="2048904" y="2240970"/>
                </a:cubicBezTo>
                <a:cubicBezTo>
                  <a:pt x="2048778" y="2227027"/>
                  <a:pt x="2060083" y="2215721"/>
                  <a:pt x="2073901" y="2215596"/>
                </a:cubicBezTo>
                <a:close/>
                <a:moveTo>
                  <a:pt x="2341462" y="2215471"/>
                </a:moveTo>
                <a:cubicBezTo>
                  <a:pt x="2353144" y="2215471"/>
                  <a:pt x="2362566" y="2224892"/>
                  <a:pt x="2362566" y="2236449"/>
                </a:cubicBezTo>
                <a:cubicBezTo>
                  <a:pt x="2362566" y="2248005"/>
                  <a:pt x="2353144" y="2257426"/>
                  <a:pt x="2341588" y="2257551"/>
                </a:cubicBezTo>
                <a:cubicBezTo>
                  <a:pt x="2330031" y="2257551"/>
                  <a:pt x="2320484" y="2248130"/>
                  <a:pt x="2320484" y="2236574"/>
                </a:cubicBezTo>
                <a:cubicBezTo>
                  <a:pt x="2320484" y="2224892"/>
                  <a:pt x="2329780" y="2215471"/>
                  <a:pt x="2341462" y="2215471"/>
                </a:cubicBezTo>
                <a:close/>
                <a:moveTo>
                  <a:pt x="461633" y="2212832"/>
                </a:moveTo>
                <a:cubicBezTo>
                  <a:pt x="466407" y="2212832"/>
                  <a:pt x="470300" y="2216726"/>
                  <a:pt x="470300" y="2221499"/>
                </a:cubicBezTo>
                <a:cubicBezTo>
                  <a:pt x="470427" y="2226273"/>
                  <a:pt x="466532" y="2230166"/>
                  <a:pt x="461759" y="2230166"/>
                </a:cubicBezTo>
                <a:cubicBezTo>
                  <a:pt x="456986" y="2230166"/>
                  <a:pt x="453092" y="2226273"/>
                  <a:pt x="453092" y="2221499"/>
                </a:cubicBezTo>
                <a:cubicBezTo>
                  <a:pt x="453092" y="2216726"/>
                  <a:pt x="456986" y="2212832"/>
                  <a:pt x="461633" y="2212832"/>
                </a:cubicBezTo>
                <a:close/>
                <a:moveTo>
                  <a:pt x="1119855" y="2212707"/>
                </a:moveTo>
                <a:cubicBezTo>
                  <a:pt x="1131034" y="2212707"/>
                  <a:pt x="1140079" y="2221626"/>
                  <a:pt x="1140079" y="2232805"/>
                </a:cubicBezTo>
                <a:cubicBezTo>
                  <a:pt x="1140079" y="2243985"/>
                  <a:pt x="1131161" y="2253029"/>
                  <a:pt x="1119980" y="2253029"/>
                </a:cubicBezTo>
                <a:cubicBezTo>
                  <a:pt x="1108801" y="2253029"/>
                  <a:pt x="1099757" y="2244111"/>
                  <a:pt x="1099757" y="2232931"/>
                </a:cubicBezTo>
                <a:cubicBezTo>
                  <a:pt x="1099757" y="2221877"/>
                  <a:pt x="1108676" y="2212707"/>
                  <a:pt x="1119855" y="2212707"/>
                </a:cubicBezTo>
                <a:close/>
                <a:moveTo>
                  <a:pt x="2466323" y="2211701"/>
                </a:moveTo>
                <a:cubicBezTo>
                  <a:pt x="2474613" y="2211576"/>
                  <a:pt x="2481397" y="2218360"/>
                  <a:pt x="2481397" y="2226650"/>
                </a:cubicBezTo>
                <a:cubicBezTo>
                  <a:pt x="2481522" y="2235067"/>
                  <a:pt x="2474740" y="2241849"/>
                  <a:pt x="2466448" y="2241849"/>
                </a:cubicBezTo>
                <a:cubicBezTo>
                  <a:pt x="2458158" y="2241849"/>
                  <a:pt x="2451374" y="2235067"/>
                  <a:pt x="2451374" y="2226775"/>
                </a:cubicBezTo>
                <a:cubicBezTo>
                  <a:pt x="2451374" y="2218360"/>
                  <a:pt x="2458032" y="2211701"/>
                  <a:pt x="2466323" y="2211701"/>
                </a:cubicBezTo>
                <a:close/>
                <a:moveTo>
                  <a:pt x="1928565" y="2208687"/>
                </a:moveTo>
                <a:cubicBezTo>
                  <a:pt x="1940372" y="2208687"/>
                  <a:pt x="1949919" y="2218234"/>
                  <a:pt x="1949919" y="2229915"/>
                </a:cubicBezTo>
                <a:cubicBezTo>
                  <a:pt x="1950046" y="2241724"/>
                  <a:pt x="1940499" y="2251270"/>
                  <a:pt x="1928816" y="2251270"/>
                </a:cubicBezTo>
                <a:cubicBezTo>
                  <a:pt x="1917009" y="2251270"/>
                  <a:pt x="1907462" y="2241724"/>
                  <a:pt x="1907462" y="2230041"/>
                </a:cubicBezTo>
                <a:cubicBezTo>
                  <a:pt x="1907462" y="2218234"/>
                  <a:pt x="1916884" y="2208687"/>
                  <a:pt x="1928565" y="2208687"/>
                </a:cubicBezTo>
                <a:close/>
                <a:moveTo>
                  <a:pt x="344812" y="2202910"/>
                </a:moveTo>
                <a:cubicBezTo>
                  <a:pt x="347198" y="2202910"/>
                  <a:pt x="349208" y="2204795"/>
                  <a:pt x="349208" y="2207307"/>
                </a:cubicBezTo>
                <a:cubicBezTo>
                  <a:pt x="349208" y="2209694"/>
                  <a:pt x="347325" y="2211703"/>
                  <a:pt x="344812" y="2211703"/>
                </a:cubicBezTo>
                <a:cubicBezTo>
                  <a:pt x="342426" y="2211703"/>
                  <a:pt x="340416" y="2209694"/>
                  <a:pt x="340416" y="2207307"/>
                </a:cubicBezTo>
                <a:cubicBezTo>
                  <a:pt x="340416" y="2204920"/>
                  <a:pt x="342426" y="2202910"/>
                  <a:pt x="344812" y="2202910"/>
                </a:cubicBezTo>
                <a:close/>
                <a:moveTo>
                  <a:pt x="2586788" y="2201150"/>
                </a:moveTo>
                <a:cubicBezTo>
                  <a:pt x="2593697" y="2201150"/>
                  <a:pt x="2599474" y="2206802"/>
                  <a:pt x="2599474" y="2213711"/>
                </a:cubicBezTo>
                <a:cubicBezTo>
                  <a:pt x="2599474" y="2220746"/>
                  <a:pt x="2593822" y="2226398"/>
                  <a:pt x="2586913" y="2226398"/>
                </a:cubicBezTo>
                <a:cubicBezTo>
                  <a:pt x="2579879" y="2226398"/>
                  <a:pt x="2574226" y="2220746"/>
                  <a:pt x="2574226" y="2213837"/>
                </a:cubicBezTo>
                <a:cubicBezTo>
                  <a:pt x="2574226" y="2206929"/>
                  <a:pt x="2579753" y="2201275"/>
                  <a:pt x="2586788" y="2201150"/>
                </a:cubicBezTo>
                <a:close/>
                <a:moveTo>
                  <a:pt x="231007" y="2190348"/>
                </a:moveTo>
                <a:cubicBezTo>
                  <a:pt x="231760" y="2190348"/>
                  <a:pt x="232388" y="2190850"/>
                  <a:pt x="232388" y="2191605"/>
                </a:cubicBezTo>
                <a:cubicBezTo>
                  <a:pt x="232388" y="2192357"/>
                  <a:pt x="231760" y="2192985"/>
                  <a:pt x="231007" y="2192985"/>
                </a:cubicBezTo>
                <a:cubicBezTo>
                  <a:pt x="230253" y="2192985"/>
                  <a:pt x="229625" y="2192357"/>
                  <a:pt x="229625" y="2191605"/>
                </a:cubicBezTo>
                <a:cubicBezTo>
                  <a:pt x="229625" y="2190850"/>
                  <a:pt x="230253" y="2190223"/>
                  <a:pt x="231007" y="2190348"/>
                </a:cubicBezTo>
                <a:close/>
                <a:moveTo>
                  <a:pt x="2703483" y="2188965"/>
                </a:moveTo>
                <a:cubicBezTo>
                  <a:pt x="2708884" y="2188965"/>
                  <a:pt x="2713281" y="2193236"/>
                  <a:pt x="2713281" y="2198636"/>
                </a:cubicBezTo>
                <a:cubicBezTo>
                  <a:pt x="2713281" y="2204038"/>
                  <a:pt x="2709009" y="2208434"/>
                  <a:pt x="2703608" y="2208434"/>
                </a:cubicBezTo>
                <a:cubicBezTo>
                  <a:pt x="2698208" y="2208434"/>
                  <a:pt x="2693811" y="2204163"/>
                  <a:pt x="2693811" y="2198762"/>
                </a:cubicBezTo>
                <a:cubicBezTo>
                  <a:pt x="2693811" y="2193487"/>
                  <a:pt x="2698208" y="2189090"/>
                  <a:pt x="2703483" y="2188965"/>
                </a:cubicBezTo>
                <a:close/>
                <a:moveTo>
                  <a:pt x="1274613" y="2187962"/>
                </a:moveTo>
                <a:cubicBezTo>
                  <a:pt x="1284160" y="2187962"/>
                  <a:pt x="1291949" y="2195624"/>
                  <a:pt x="1291949" y="2205170"/>
                </a:cubicBezTo>
                <a:cubicBezTo>
                  <a:pt x="1291949" y="2214717"/>
                  <a:pt x="1284286" y="2222505"/>
                  <a:pt x="1274740" y="2222505"/>
                </a:cubicBezTo>
                <a:cubicBezTo>
                  <a:pt x="1265193" y="2222505"/>
                  <a:pt x="1257405" y="2214844"/>
                  <a:pt x="1257405" y="2205297"/>
                </a:cubicBezTo>
                <a:cubicBezTo>
                  <a:pt x="1257279" y="2195751"/>
                  <a:pt x="1265067" y="2187962"/>
                  <a:pt x="1274613" y="2187962"/>
                </a:cubicBezTo>
                <a:close/>
                <a:moveTo>
                  <a:pt x="1773806" y="2186078"/>
                </a:moveTo>
                <a:cubicBezTo>
                  <a:pt x="1783353" y="2186078"/>
                  <a:pt x="1791142" y="2193740"/>
                  <a:pt x="1791142" y="2203286"/>
                </a:cubicBezTo>
                <a:cubicBezTo>
                  <a:pt x="1791142" y="2212833"/>
                  <a:pt x="1783478" y="2220621"/>
                  <a:pt x="1773933" y="2220621"/>
                </a:cubicBezTo>
                <a:cubicBezTo>
                  <a:pt x="1764386" y="2220621"/>
                  <a:pt x="1756597" y="2212958"/>
                  <a:pt x="1756597" y="2203413"/>
                </a:cubicBezTo>
                <a:cubicBezTo>
                  <a:pt x="1756597" y="2193865"/>
                  <a:pt x="1764259" y="2186203"/>
                  <a:pt x="1773806" y="2186078"/>
                </a:cubicBezTo>
                <a:close/>
                <a:moveTo>
                  <a:pt x="2817415" y="2178414"/>
                </a:moveTo>
                <a:cubicBezTo>
                  <a:pt x="2819425" y="2178414"/>
                  <a:pt x="2821185" y="2180047"/>
                  <a:pt x="2821185" y="2182183"/>
                </a:cubicBezTo>
                <a:cubicBezTo>
                  <a:pt x="2821185" y="2184318"/>
                  <a:pt x="2819552" y="2185951"/>
                  <a:pt x="2817415" y="2185951"/>
                </a:cubicBezTo>
                <a:cubicBezTo>
                  <a:pt x="2815405" y="2185951"/>
                  <a:pt x="2813646" y="2184318"/>
                  <a:pt x="2813646" y="2182183"/>
                </a:cubicBezTo>
                <a:cubicBezTo>
                  <a:pt x="2813646" y="2180172"/>
                  <a:pt x="2815279" y="2178414"/>
                  <a:pt x="2817415" y="2178414"/>
                </a:cubicBezTo>
                <a:close/>
                <a:moveTo>
                  <a:pt x="911963" y="2168365"/>
                </a:moveTo>
                <a:cubicBezTo>
                  <a:pt x="922390" y="2168365"/>
                  <a:pt x="930806" y="2176657"/>
                  <a:pt x="930806" y="2187082"/>
                </a:cubicBezTo>
                <a:cubicBezTo>
                  <a:pt x="930806" y="2197383"/>
                  <a:pt x="922515" y="2205925"/>
                  <a:pt x="912090" y="2205925"/>
                </a:cubicBezTo>
                <a:cubicBezTo>
                  <a:pt x="901789" y="2206050"/>
                  <a:pt x="893372" y="2197634"/>
                  <a:pt x="893247" y="2187208"/>
                </a:cubicBezTo>
                <a:cubicBezTo>
                  <a:pt x="893122" y="2176782"/>
                  <a:pt x="901538" y="2168365"/>
                  <a:pt x="911963" y="2168365"/>
                </a:cubicBezTo>
                <a:close/>
                <a:moveTo>
                  <a:pt x="1050140" y="2166732"/>
                </a:moveTo>
                <a:cubicBezTo>
                  <a:pt x="1059560" y="2166732"/>
                  <a:pt x="1067224" y="2174269"/>
                  <a:pt x="1067224" y="2183691"/>
                </a:cubicBezTo>
                <a:cubicBezTo>
                  <a:pt x="1067224" y="2193111"/>
                  <a:pt x="1059687" y="2200774"/>
                  <a:pt x="1050266" y="2200774"/>
                </a:cubicBezTo>
                <a:cubicBezTo>
                  <a:pt x="1040844" y="2200774"/>
                  <a:pt x="1033182" y="2193237"/>
                  <a:pt x="1033182" y="2183816"/>
                </a:cubicBezTo>
                <a:cubicBezTo>
                  <a:pt x="1033182" y="2174394"/>
                  <a:pt x="1040719" y="2166732"/>
                  <a:pt x="1050140" y="2166732"/>
                </a:cubicBezTo>
                <a:close/>
                <a:moveTo>
                  <a:pt x="781324" y="2165476"/>
                </a:moveTo>
                <a:cubicBezTo>
                  <a:pt x="790996" y="2165351"/>
                  <a:pt x="798910" y="2173139"/>
                  <a:pt x="798910" y="2182812"/>
                </a:cubicBezTo>
                <a:cubicBezTo>
                  <a:pt x="798910" y="2192484"/>
                  <a:pt x="791121" y="2200398"/>
                  <a:pt x="781450" y="2200398"/>
                </a:cubicBezTo>
                <a:cubicBezTo>
                  <a:pt x="771778" y="2200398"/>
                  <a:pt x="763864" y="2192610"/>
                  <a:pt x="763864" y="2182937"/>
                </a:cubicBezTo>
                <a:cubicBezTo>
                  <a:pt x="763739" y="2173265"/>
                  <a:pt x="771653" y="2165476"/>
                  <a:pt x="781324" y="2165476"/>
                </a:cubicBezTo>
                <a:close/>
                <a:moveTo>
                  <a:pt x="2928708" y="2163341"/>
                </a:moveTo>
                <a:cubicBezTo>
                  <a:pt x="2929336" y="2163341"/>
                  <a:pt x="2929840" y="2163843"/>
                  <a:pt x="2929840" y="2164471"/>
                </a:cubicBezTo>
                <a:cubicBezTo>
                  <a:pt x="2929840" y="2165099"/>
                  <a:pt x="2929336" y="2165601"/>
                  <a:pt x="2928708" y="2165601"/>
                </a:cubicBezTo>
                <a:cubicBezTo>
                  <a:pt x="2928081" y="2165601"/>
                  <a:pt x="2927578" y="2165099"/>
                  <a:pt x="2927578" y="2164471"/>
                </a:cubicBezTo>
                <a:cubicBezTo>
                  <a:pt x="2927578" y="2163843"/>
                  <a:pt x="2927955" y="2163341"/>
                  <a:pt x="2928708" y="2163341"/>
                </a:cubicBezTo>
                <a:close/>
                <a:moveTo>
                  <a:pt x="1998030" y="2161331"/>
                </a:moveTo>
                <a:cubicBezTo>
                  <a:pt x="2008582" y="2161331"/>
                  <a:pt x="2017124" y="2169748"/>
                  <a:pt x="2017124" y="2180299"/>
                </a:cubicBezTo>
                <a:cubicBezTo>
                  <a:pt x="2017124" y="2190851"/>
                  <a:pt x="2008582" y="2199392"/>
                  <a:pt x="1998156" y="2199392"/>
                </a:cubicBezTo>
                <a:cubicBezTo>
                  <a:pt x="1987604" y="2199392"/>
                  <a:pt x="1979062" y="2190976"/>
                  <a:pt x="1979062" y="2180424"/>
                </a:cubicBezTo>
                <a:cubicBezTo>
                  <a:pt x="1979062" y="2169873"/>
                  <a:pt x="1987479" y="2161331"/>
                  <a:pt x="1998030" y="2161331"/>
                </a:cubicBezTo>
                <a:close/>
                <a:moveTo>
                  <a:pt x="1850432" y="2158567"/>
                </a:moveTo>
                <a:cubicBezTo>
                  <a:pt x="1854577" y="2158567"/>
                  <a:pt x="1857969" y="2161959"/>
                  <a:pt x="1857969" y="2166103"/>
                </a:cubicBezTo>
                <a:cubicBezTo>
                  <a:pt x="1857969" y="2170248"/>
                  <a:pt x="1854577" y="2173639"/>
                  <a:pt x="1850432" y="2173639"/>
                </a:cubicBezTo>
                <a:cubicBezTo>
                  <a:pt x="1846287" y="2173639"/>
                  <a:pt x="1842895" y="2170248"/>
                  <a:pt x="1842895" y="2166103"/>
                </a:cubicBezTo>
                <a:cubicBezTo>
                  <a:pt x="1842895" y="2161959"/>
                  <a:pt x="1846287" y="2158567"/>
                  <a:pt x="1850432" y="2158567"/>
                </a:cubicBezTo>
                <a:close/>
                <a:moveTo>
                  <a:pt x="656463" y="2158567"/>
                </a:moveTo>
                <a:cubicBezTo>
                  <a:pt x="664879" y="2158567"/>
                  <a:pt x="671788" y="2165351"/>
                  <a:pt x="671788" y="2173766"/>
                </a:cubicBezTo>
                <a:cubicBezTo>
                  <a:pt x="671788" y="2182182"/>
                  <a:pt x="665004" y="2189091"/>
                  <a:pt x="656589" y="2189091"/>
                </a:cubicBezTo>
                <a:cubicBezTo>
                  <a:pt x="648173" y="2189091"/>
                  <a:pt x="641264" y="2182308"/>
                  <a:pt x="641264" y="2173893"/>
                </a:cubicBezTo>
                <a:cubicBezTo>
                  <a:pt x="641264" y="2165476"/>
                  <a:pt x="648048" y="2158567"/>
                  <a:pt x="656463" y="2158567"/>
                </a:cubicBezTo>
                <a:close/>
                <a:moveTo>
                  <a:pt x="2136081" y="2158191"/>
                </a:moveTo>
                <a:cubicBezTo>
                  <a:pt x="2149522" y="2158191"/>
                  <a:pt x="2160576" y="2168995"/>
                  <a:pt x="2160576" y="2182435"/>
                </a:cubicBezTo>
                <a:cubicBezTo>
                  <a:pt x="2160702" y="2195876"/>
                  <a:pt x="2149773" y="2206930"/>
                  <a:pt x="2136333" y="2206930"/>
                </a:cubicBezTo>
                <a:cubicBezTo>
                  <a:pt x="2123017" y="2206930"/>
                  <a:pt x="2111963" y="2196128"/>
                  <a:pt x="2111963" y="2182687"/>
                </a:cubicBezTo>
                <a:cubicBezTo>
                  <a:pt x="2111963" y="2169245"/>
                  <a:pt x="2122767" y="2158316"/>
                  <a:pt x="2136081" y="2158191"/>
                </a:cubicBezTo>
                <a:close/>
                <a:moveTo>
                  <a:pt x="1197738" y="2156683"/>
                </a:moveTo>
                <a:cubicBezTo>
                  <a:pt x="1204270" y="2156683"/>
                  <a:pt x="1209545" y="2161959"/>
                  <a:pt x="1209545" y="2168365"/>
                </a:cubicBezTo>
                <a:cubicBezTo>
                  <a:pt x="1209545" y="2174898"/>
                  <a:pt x="1204395" y="2180174"/>
                  <a:pt x="1197863" y="2180174"/>
                </a:cubicBezTo>
                <a:cubicBezTo>
                  <a:pt x="1191331" y="2180174"/>
                  <a:pt x="1186056" y="2175023"/>
                  <a:pt x="1186056" y="2168492"/>
                </a:cubicBezTo>
                <a:cubicBezTo>
                  <a:pt x="1185929" y="2162085"/>
                  <a:pt x="1191206" y="2156808"/>
                  <a:pt x="1197738" y="2156683"/>
                </a:cubicBezTo>
                <a:close/>
                <a:moveTo>
                  <a:pt x="1524086" y="2155426"/>
                </a:moveTo>
                <a:cubicBezTo>
                  <a:pt x="1525343" y="2155426"/>
                  <a:pt x="1526473" y="2156431"/>
                  <a:pt x="1526473" y="2157813"/>
                </a:cubicBezTo>
                <a:cubicBezTo>
                  <a:pt x="1526473" y="2159195"/>
                  <a:pt x="1525468" y="2160325"/>
                  <a:pt x="1524086" y="2160325"/>
                </a:cubicBezTo>
                <a:cubicBezTo>
                  <a:pt x="1522831" y="2160325"/>
                  <a:pt x="1521699" y="2159321"/>
                  <a:pt x="1521699" y="2157938"/>
                </a:cubicBezTo>
                <a:cubicBezTo>
                  <a:pt x="1521574" y="2156556"/>
                  <a:pt x="1522704" y="2155426"/>
                  <a:pt x="1524086" y="2155426"/>
                </a:cubicBezTo>
                <a:close/>
                <a:moveTo>
                  <a:pt x="2266973" y="2153039"/>
                </a:moveTo>
                <a:cubicBezTo>
                  <a:pt x="2280539" y="2153039"/>
                  <a:pt x="2291592" y="2163968"/>
                  <a:pt x="2291592" y="2177534"/>
                </a:cubicBezTo>
                <a:cubicBezTo>
                  <a:pt x="2291592" y="2191100"/>
                  <a:pt x="2280665" y="2202154"/>
                  <a:pt x="2267098" y="2202154"/>
                </a:cubicBezTo>
                <a:cubicBezTo>
                  <a:pt x="2253532" y="2202154"/>
                  <a:pt x="2242478" y="2191226"/>
                  <a:pt x="2242478" y="2177659"/>
                </a:cubicBezTo>
                <a:cubicBezTo>
                  <a:pt x="2242351" y="2163968"/>
                  <a:pt x="2253280" y="2153039"/>
                  <a:pt x="2266973" y="2153039"/>
                </a:cubicBezTo>
                <a:close/>
                <a:moveTo>
                  <a:pt x="536501" y="2152286"/>
                </a:moveTo>
                <a:cubicBezTo>
                  <a:pt x="541525" y="2152286"/>
                  <a:pt x="545670" y="2156306"/>
                  <a:pt x="545670" y="2161330"/>
                </a:cubicBezTo>
                <a:cubicBezTo>
                  <a:pt x="545670" y="2166355"/>
                  <a:pt x="541650" y="2170500"/>
                  <a:pt x="536626" y="2170500"/>
                </a:cubicBezTo>
                <a:cubicBezTo>
                  <a:pt x="531727" y="2170500"/>
                  <a:pt x="527582" y="2166480"/>
                  <a:pt x="527582" y="2161456"/>
                </a:cubicBezTo>
                <a:cubicBezTo>
                  <a:pt x="527582" y="2156431"/>
                  <a:pt x="531601" y="2152411"/>
                  <a:pt x="536501" y="2152286"/>
                </a:cubicBezTo>
                <a:close/>
                <a:moveTo>
                  <a:pt x="1439042" y="2149146"/>
                </a:moveTo>
                <a:cubicBezTo>
                  <a:pt x="1440549" y="2149146"/>
                  <a:pt x="1441679" y="2150276"/>
                  <a:pt x="1441679" y="2151783"/>
                </a:cubicBezTo>
                <a:cubicBezTo>
                  <a:pt x="1441679" y="2153165"/>
                  <a:pt x="1440549" y="2154420"/>
                  <a:pt x="1439042" y="2154420"/>
                </a:cubicBezTo>
                <a:cubicBezTo>
                  <a:pt x="1437535" y="2154420"/>
                  <a:pt x="1436405" y="2153290"/>
                  <a:pt x="1436405" y="2151783"/>
                </a:cubicBezTo>
                <a:cubicBezTo>
                  <a:pt x="1436405" y="2150403"/>
                  <a:pt x="1437660" y="2149146"/>
                  <a:pt x="1439042" y="2149146"/>
                </a:cubicBezTo>
                <a:close/>
                <a:moveTo>
                  <a:pt x="1609001" y="2148267"/>
                </a:moveTo>
                <a:cubicBezTo>
                  <a:pt x="1610634" y="2148267"/>
                  <a:pt x="1611891" y="2149523"/>
                  <a:pt x="1611891" y="2151157"/>
                </a:cubicBezTo>
                <a:cubicBezTo>
                  <a:pt x="1611891" y="2152790"/>
                  <a:pt x="1610634" y="2154045"/>
                  <a:pt x="1609001" y="2154045"/>
                </a:cubicBezTo>
                <a:cubicBezTo>
                  <a:pt x="1607367" y="2154045"/>
                  <a:pt x="1606111" y="2152790"/>
                  <a:pt x="1606111" y="2151157"/>
                </a:cubicBezTo>
                <a:cubicBezTo>
                  <a:pt x="1606111" y="2149649"/>
                  <a:pt x="1607493" y="2148392"/>
                  <a:pt x="1609001" y="2148267"/>
                </a:cubicBezTo>
                <a:close/>
                <a:moveTo>
                  <a:pt x="2391582" y="2146509"/>
                </a:moveTo>
                <a:cubicBezTo>
                  <a:pt x="2403264" y="2146509"/>
                  <a:pt x="2412686" y="2155930"/>
                  <a:pt x="2412686" y="2167487"/>
                </a:cubicBezTo>
                <a:cubicBezTo>
                  <a:pt x="2412686" y="2179168"/>
                  <a:pt x="2403389" y="2188589"/>
                  <a:pt x="2391708" y="2188589"/>
                </a:cubicBezTo>
                <a:cubicBezTo>
                  <a:pt x="2380026" y="2188589"/>
                  <a:pt x="2370604" y="2179168"/>
                  <a:pt x="2370604" y="2167612"/>
                </a:cubicBezTo>
                <a:cubicBezTo>
                  <a:pt x="2370604" y="2155930"/>
                  <a:pt x="2380026" y="2146509"/>
                  <a:pt x="2391582" y="2146509"/>
                </a:cubicBezTo>
                <a:close/>
                <a:moveTo>
                  <a:pt x="420557" y="2141108"/>
                </a:moveTo>
                <a:cubicBezTo>
                  <a:pt x="423699" y="2141108"/>
                  <a:pt x="426336" y="2143746"/>
                  <a:pt x="426336" y="2146887"/>
                </a:cubicBezTo>
                <a:cubicBezTo>
                  <a:pt x="426336" y="2150027"/>
                  <a:pt x="423699" y="2152664"/>
                  <a:pt x="420557" y="2152664"/>
                </a:cubicBezTo>
                <a:cubicBezTo>
                  <a:pt x="417417" y="2152664"/>
                  <a:pt x="414780" y="2150027"/>
                  <a:pt x="414780" y="2146887"/>
                </a:cubicBezTo>
                <a:cubicBezTo>
                  <a:pt x="414780" y="2143746"/>
                  <a:pt x="417417" y="2141108"/>
                  <a:pt x="420557" y="2141108"/>
                </a:cubicBezTo>
                <a:close/>
                <a:moveTo>
                  <a:pt x="2511417" y="2135956"/>
                </a:moveTo>
                <a:cubicBezTo>
                  <a:pt x="2521593" y="2135956"/>
                  <a:pt x="2529883" y="2144121"/>
                  <a:pt x="2529883" y="2154297"/>
                </a:cubicBezTo>
                <a:cubicBezTo>
                  <a:pt x="2529883" y="2164471"/>
                  <a:pt x="2521719" y="2172761"/>
                  <a:pt x="2511544" y="2172761"/>
                </a:cubicBezTo>
                <a:cubicBezTo>
                  <a:pt x="2501370" y="2172761"/>
                  <a:pt x="2493078" y="2164596"/>
                  <a:pt x="2493078" y="2154422"/>
                </a:cubicBezTo>
                <a:cubicBezTo>
                  <a:pt x="2493078" y="2144247"/>
                  <a:pt x="2501243" y="2135956"/>
                  <a:pt x="2511417" y="2135956"/>
                </a:cubicBezTo>
                <a:close/>
                <a:moveTo>
                  <a:pt x="1356013" y="2129173"/>
                </a:moveTo>
                <a:cubicBezTo>
                  <a:pt x="1358275" y="2129173"/>
                  <a:pt x="1360033" y="2131058"/>
                  <a:pt x="1360033" y="2133193"/>
                </a:cubicBezTo>
                <a:cubicBezTo>
                  <a:pt x="1360033" y="2135455"/>
                  <a:pt x="1358148" y="2137212"/>
                  <a:pt x="1356013" y="2137212"/>
                </a:cubicBezTo>
                <a:cubicBezTo>
                  <a:pt x="1353751" y="2137212"/>
                  <a:pt x="1351993" y="2135328"/>
                  <a:pt x="1351993" y="2133193"/>
                </a:cubicBezTo>
                <a:cubicBezTo>
                  <a:pt x="1351993" y="2130931"/>
                  <a:pt x="1353751" y="2129173"/>
                  <a:pt x="1356013" y="2129173"/>
                </a:cubicBezTo>
                <a:close/>
                <a:moveTo>
                  <a:pt x="1692032" y="2127542"/>
                </a:moveTo>
                <a:cubicBezTo>
                  <a:pt x="1694417" y="2127542"/>
                  <a:pt x="1696427" y="2129427"/>
                  <a:pt x="1696427" y="2131939"/>
                </a:cubicBezTo>
                <a:cubicBezTo>
                  <a:pt x="1696427" y="2134326"/>
                  <a:pt x="1694417" y="2136335"/>
                  <a:pt x="1692032" y="2136335"/>
                </a:cubicBezTo>
                <a:cubicBezTo>
                  <a:pt x="1689645" y="2136335"/>
                  <a:pt x="1687635" y="2134326"/>
                  <a:pt x="1687635" y="2131939"/>
                </a:cubicBezTo>
                <a:cubicBezTo>
                  <a:pt x="1687635" y="2129552"/>
                  <a:pt x="1689520" y="2127542"/>
                  <a:pt x="1692032" y="2127542"/>
                </a:cubicBezTo>
                <a:close/>
                <a:moveTo>
                  <a:pt x="307755" y="2127163"/>
                </a:moveTo>
                <a:cubicBezTo>
                  <a:pt x="309640" y="2127163"/>
                  <a:pt x="311273" y="2128796"/>
                  <a:pt x="311273" y="2130680"/>
                </a:cubicBezTo>
                <a:cubicBezTo>
                  <a:pt x="311273" y="2132565"/>
                  <a:pt x="309765" y="2134197"/>
                  <a:pt x="307755" y="2134197"/>
                </a:cubicBezTo>
                <a:cubicBezTo>
                  <a:pt x="305745" y="2134197"/>
                  <a:pt x="304113" y="2132565"/>
                  <a:pt x="304113" y="2130680"/>
                </a:cubicBezTo>
                <a:cubicBezTo>
                  <a:pt x="304113" y="2128670"/>
                  <a:pt x="305620" y="2127163"/>
                  <a:pt x="307755" y="2127163"/>
                </a:cubicBezTo>
                <a:close/>
                <a:moveTo>
                  <a:pt x="2627361" y="2125279"/>
                </a:moveTo>
                <a:cubicBezTo>
                  <a:pt x="2634898" y="2125279"/>
                  <a:pt x="2640928" y="2131308"/>
                  <a:pt x="2640928" y="2138720"/>
                </a:cubicBezTo>
                <a:cubicBezTo>
                  <a:pt x="2640928" y="2146131"/>
                  <a:pt x="2634898" y="2152285"/>
                  <a:pt x="2627487" y="2152285"/>
                </a:cubicBezTo>
                <a:cubicBezTo>
                  <a:pt x="2620075" y="2152285"/>
                  <a:pt x="2613920" y="2146256"/>
                  <a:pt x="2613920" y="2138845"/>
                </a:cubicBezTo>
                <a:cubicBezTo>
                  <a:pt x="2613920" y="2131434"/>
                  <a:pt x="2619950" y="2125404"/>
                  <a:pt x="2627361" y="2125279"/>
                </a:cubicBezTo>
                <a:close/>
                <a:moveTo>
                  <a:pt x="2740289" y="2113220"/>
                </a:moveTo>
                <a:cubicBezTo>
                  <a:pt x="2745063" y="2113094"/>
                  <a:pt x="2748956" y="2116989"/>
                  <a:pt x="2748956" y="2121761"/>
                </a:cubicBezTo>
                <a:cubicBezTo>
                  <a:pt x="2749082" y="2126535"/>
                  <a:pt x="2745188" y="2130430"/>
                  <a:pt x="2740415" y="2130430"/>
                </a:cubicBezTo>
                <a:cubicBezTo>
                  <a:pt x="2735641" y="2130555"/>
                  <a:pt x="2731747" y="2126661"/>
                  <a:pt x="2731747" y="2121888"/>
                </a:cubicBezTo>
                <a:cubicBezTo>
                  <a:pt x="2731622" y="2117114"/>
                  <a:pt x="2735516" y="2113220"/>
                  <a:pt x="2740289" y="2113220"/>
                </a:cubicBezTo>
                <a:close/>
                <a:moveTo>
                  <a:pt x="197215" y="2111838"/>
                </a:moveTo>
                <a:cubicBezTo>
                  <a:pt x="197968" y="2111838"/>
                  <a:pt x="198597" y="2112466"/>
                  <a:pt x="198597" y="2113220"/>
                </a:cubicBezTo>
                <a:cubicBezTo>
                  <a:pt x="198597" y="2113973"/>
                  <a:pt x="197968" y="2114602"/>
                  <a:pt x="197215" y="2114602"/>
                </a:cubicBezTo>
                <a:cubicBezTo>
                  <a:pt x="196461" y="2114602"/>
                  <a:pt x="195833" y="2113973"/>
                  <a:pt x="195833" y="2113220"/>
                </a:cubicBezTo>
                <a:cubicBezTo>
                  <a:pt x="195833" y="2112591"/>
                  <a:pt x="196461" y="2111963"/>
                  <a:pt x="197215" y="2111838"/>
                </a:cubicBezTo>
                <a:close/>
                <a:moveTo>
                  <a:pt x="1126137" y="2110457"/>
                </a:moveTo>
                <a:cubicBezTo>
                  <a:pt x="1132670" y="2110457"/>
                  <a:pt x="1137945" y="2115607"/>
                  <a:pt x="1137945" y="2122139"/>
                </a:cubicBezTo>
                <a:cubicBezTo>
                  <a:pt x="1137945" y="2128672"/>
                  <a:pt x="1132795" y="2133948"/>
                  <a:pt x="1126263" y="2133948"/>
                </a:cubicBezTo>
                <a:cubicBezTo>
                  <a:pt x="1119731" y="2133948"/>
                  <a:pt x="1114455" y="2128672"/>
                  <a:pt x="1114455" y="2122266"/>
                </a:cubicBezTo>
                <a:cubicBezTo>
                  <a:pt x="1114329" y="2115859"/>
                  <a:pt x="1119605" y="2110582"/>
                  <a:pt x="1126137" y="2110457"/>
                </a:cubicBezTo>
                <a:close/>
                <a:moveTo>
                  <a:pt x="986454" y="2108194"/>
                </a:moveTo>
                <a:cubicBezTo>
                  <a:pt x="997005" y="2108194"/>
                  <a:pt x="1005547" y="2116611"/>
                  <a:pt x="1005547" y="2127162"/>
                </a:cubicBezTo>
                <a:cubicBezTo>
                  <a:pt x="1005547" y="2137714"/>
                  <a:pt x="997131" y="2146255"/>
                  <a:pt x="986579" y="2146255"/>
                </a:cubicBezTo>
                <a:cubicBezTo>
                  <a:pt x="976153" y="2146255"/>
                  <a:pt x="967486" y="2137839"/>
                  <a:pt x="967486" y="2127287"/>
                </a:cubicBezTo>
                <a:cubicBezTo>
                  <a:pt x="967361" y="2116736"/>
                  <a:pt x="975902" y="2108194"/>
                  <a:pt x="986454" y="2108194"/>
                </a:cubicBezTo>
                <a:close/>
                <a:moveTo>
                  <a:pt x="1921781" y="2106310"/>
                </a:moveTo>
                <a:cubicBezTo>
                  <a:pt x="1928941" y="2106310"/>
                  <a:pt x="1934845" y="2112214"/>
                  <a:pt x="1934845" y="2119374"/>
                </a:cubicBezTo>
                <a:cubicBezTo>
                  <a:pt x="1934845" y="2126534"/>
                  <a:pt x="1928941" y="2132438"/>
                  <a:pt x="1921781" y="2132438"/>
                </a:cubicBezTo>
                <a:cubicBezTo>
                  <a:pt x="1914622" y="2132438"/>
                  <a:pt x="1908717" y="2126534"/>
                  <a:pt x="1908717" y="2119374"/>
                </a:cubicBezTo>
                <a:cubicBezTo>
                  <a:pt x="1908717" y="2112214"/>
                  <a:pt x="1914496" y="2106310"/>
                  <a:pt x="1921781" y="2106310"/>
                </a:cubicBezTo>
                <a:close/>
                <a:moveTo>
                  <a:pt x="855310" y="2104553"/>
                </a:moveTo>
                <a:cubicBezTo>
                  <a:pt x="865611" y="2104553"/>
                  <a:pt x="874153" y="2112845"/>
                  <a:pt x="874153" y="2123270"/>
                </a:cubicBezTo>
                <a:cubicBezTo>
                  <a:pt x="874153" y="2133571"/>
                  <a:pt x="865862" y="2142113"/>
                  <a:pt x="855437" y="2142113"/>
                </a:cubicBezTo>
                <a:cubicBezTo>
                  <a:pt x="845136" y="2142238"/>
                  <a:pt x="836594" y="2133822"/>
                  <a:pt x="836594" y="2123396"/>
                </a:cubicBezTo>
                <a:cubicBezTo>
                  <a:pt x="836594" y="2113095"/>
                  <a:pt x="844885" y="2104553"/>
                  <a:pt x="855310" y="2104553"/>
                </a:cubicBezTo>
                <a:close/>
                <a:moveTo>
                  <a:pt x="2850578" y="2099905"/>
                </a:moveTo>
                <a:cubicBezTo>
                  <a:pt x="2852588" y="2099905"/>
                  <a:pt x="2854348" y="2101538"/>
                  <a:pt x="2854348" y="2103674"/>
                </a:cubicBezTo>
                <a:cubicBezTo>
                  <a:pt x="2854348" y="2105809"/>
                  <a:pt x="2852715" y="2107442"/>
                  <a:pt x="2850578" y="2107442"/>
                </a:cubicBezTo>
                <a:cubicBezTo>
                  <a:pt x="2848442" y="2107442"/>
                  <a:pt x="2846809" y="2105684"/>
                  <a:pt x="2846809" y="2103674"/>
                </a:cubicBezTo>
                <a:cubicBezTo>
                  <a:pt x="2846809" y="2101663"/>
                  <a:pt x="2848568" y="2099905"/>
                  <a:pt x="2850578" y="2099905"/>
                </a:cubicBezTo>
                <a:close/>
                <a:moveTo>
                  <a:pt x="2061340" y="2098900"/>
                </a:moveTo>
                <a:cubicBezTo>
                  <a:pt x="2074781" y="2098900"/>
                  <a:pt x="2085710" y="2109704"/>
                  <a:pt x="2085710" y="2123144"/>
                </a:cubicBezTo>
                <a:cubicBezTo>
                  <a:pt x="2085710" y="2136710"/>
                  <a:pt x="2074906" y="2147639"/>
                  <a:pt x="2061466" y="2147639"/>
                </a:cubicBezTo>
                <a:cubicBezTo>
                  <a:pt x="2048025" y="2147764"/>
                  <a:pt x="2037096" y="2136837"/>
                  <a:pt x="2037096" y="2123396"/>
                </a:cubicBezTo>
                <a:cubicBezTo>
                  <a:pt x="2037096" y="2109954"/>
                  <a:pt x="2047900" y="2099025"/>
                  <a:pt x="2061340" y="2098900"/>
                </a:cubicBezTo>
                <a:close/>
                <a:moveTo>
                  <a:pt x="730827" y="2096514"/>
                </a:moveTo>
                <a:cubicBezTo>
                  <a:pt x="740499" y="2096514"/>
                  <a:pt x="748413" y="2104303"/>
                  <a:pt x="748413" y="2113975"/>
                </a:cubicBezTo>
                <a:cubicBezTo>
                  <a:pt x="748413" y="2123647"/>
                  <a:pt x="740624" y="2131561"/>
                  <a:pt x="730952" y="2131561"/>
                </a:cubicBezTo>
                <a:cubicBezTo>
                  <a:pt x="721406" y="2131561"/>
                  <a:pt x="713492" y="2123773"/>
                  <a:pt x="713492" y="2114100"/>
                </a:cubicBezTo>
                <a:cubicBezTo>
                  <a:pt x="713492" y="2104554"/>
                  <a:pt x="721279" y="2096639"/>
                  <a:pt x="730827" y="2096514"/>
                </a:cubicBezTo>
                <a:close/>
                <a:moveTo>
                  <a:pt x="1771169" y="2096136"/>
                </a:moveTo>
                <a:cubicBezTo>
                  <a:pt x="1773556" y="2096136"/>
                  <a:pt x="1775566" y="2098021"/>
                  <a:pt x="1775566" y="2100533"/>
                </a:cubicBezTo>
                <a:cubicBezTo>
                  <a:pt x="1775566" y="2102920"/>
                  <a:pt x="1773681" y="2104929"/>
                  <a:pt x="1771169" y="2104929"/>
                </a:cubicBezTo>
                <a:cubicBezTo>
                  <a:pt x="1768782" y="2104929"/>
                  <a:pt x="1766772" y="2102920"/>
                  <a:pt x="1766772" y="2100533"/>
                </a:cubicBezTo>
                <a:cubicBezTo>
                  <a:pt x="1766772" y="2098146"/>
                  <a:pt x="1768782" y="2096136"/>
                  <a:pt x="1771169" y="2096136"/>
                </a:cubicBezTo>
                <a:close/>
                <a:moveTo>
                  <a:pt x="1276499" y="2094754"/>
                </a:moveTo>
                <a:cubicBezTo>
                  <a:pt x="1280644" y="2094754"/>
                  <a:pt x="1284036" y="2098146"/>
                  <a:pt x="1284036" y="2102291"/>
                </a:cubicBezTo>
                <a:cubicBezTo>
                  <a:pt x="1284036" y="2106436"/>
                  <a:pt x="1280644" y="2109828"/>
                  <a:pt x="1276499" y="2109828"/>
                </a:cubicBezTo>
                <a:cubicBezTo>
                  <a:pt x="1272353" y="2109828"/>
                  <a:pt x="1268961" y="2106436"/>
                  <a:pt x="1268961" y="2102291"/>
                </a:cubicBezTo>
                <a:cubicBezTo>
                  <a:pt x="1268961" y="2098146"/>
                  <a:pt x="1272353" y="2094754"/>
                  <a:pt x="1276499" y="2094754"/>
                </a:cubicBezTo>
                <a:close/>
                <a:moveTo>
                  <a:pt x="2192357" y="2092368"/>
                </a:moveTo>
                <a:cubicBezTo>
                  <a:pt x="2206801" y="2092242"/>
                  <a:pt x="2218484" y="2103925"/>
                  <a:pt x="2218610" y="2118369"/>
                </a:cubicBezTo>
                <a:cubicBezTo>
                  <a:pt x="2218610" y="2132815"/>
                  <a:pt x="2207053" y="2144497"/>
                  <a:pt x="2192607" y="2144623"/>
                </a:cubicBezTo>
                <a:cubicBezTo>
                  <a:pt x="2178161" y="2144748"/>
                  <a:pt x="2166354" y="2133067"/>
                  <a:pt x="2166354" y="2118621"/>
                </a:cubicBezTo>
                <a:cubicBezTo>
                  <a:pt x="2166354" y="2104175"/>
                  <a:pt x="2178036" y="2092494"/>
                  <a:pt x="2192357" y="2092368"/>
                </a:cubicBezTo>
                <a:close/>
                <a:moveTo>
                  <a:pt x="611620" y="2089480"/>
                </a:moveTo>
                <a:cubicBezTo>
                  <a:pt x="618277" y="2089480"/>
                  <a:pt x="623679" y="2094755"/>
                  <a:pt x="623679" y="2101413"/>
                </a:cubicBezTo>
                <a:cubicBezTo>
                  <a:pt x="623679" y="2107945"/>
                  <a:pt x="618277" y="2113347"/>
                  <a:pt x="611745" y="2113347"/>
                </a:cubicBezTo>
                <a:cubicBezTo>
                  <a:pt x="605213" y="2113347"/>
                  <a:pt x="599812" y="2108072"/>
                  <a:pt x="599812" y="2101413"/>
                </a:cubicBezTo>
                <a:cubicBezTo>
                  <a:pt x="599686" y="2094755"/>
                  <a:pt x="605088" y="2089353"/>
                  <a:pt x="611620" y="2089480"/>
                </a:cubicBezTo>
                <a:close/>
                <a:moveTo>
                  <a:pt x="2316841" y="2083827"/>
                </a:moveTo>
                <a:cubicBezTo>
                  <a:pt x="2330407" y="2083827"/>
                  <a:pt x="2341460" y="2094756"/>
                  <a:pt x="2341460" y="2108322"/>
                </a:cubicBezTo>
                <a:cubicBezTo>
                  <a:pt x="2341460" y="2121888"/>
                  <a:pt x="2330533" y="2132942"/>
                  <a:pt x="2316966" y="2132942"/>
                </a:cubicBezTo>
                <a:cubicBezTo>
                  <a:pt x="2303400" y="2132942"/>
                  <a:pt x="2292346" y="2122014"/>
                  <a:pt x="2292346" y="2108447"/>
                </a:cubicBezTo>
                <a:cubicBezTo>
                  <a:pt x="2292219" y="2094881"/>
                  <a:pt x="2303274" y="2083827"/>
                  <a:pt x="2316841" y="2083827"/>
                </a:cubicBezTo>
                <a:close/>
                <a:moveTo>
                  <a:pt x="2958731" y="2082444"/>
                </a:moveTo>
                <a:cubicBezTo>
                  <a:pt x="2959988" y="2082444"/>
                  <a:pt x="2960993" y="2083449"/>
                  <a:pt x="2960993" y="2084706"/>
                </a:cubicBezTo>
                <a:cubicBezTo>
                  <a:pt x="2960993" y="2085961"/>
                  <a:pt x="2960113" y="2086966"/>
                  <a:pt x="2958857" y="2086966"/>
                </a:cubicBezTo>
                <a:cubicBezTo>
                  <a:pt x="2957600" y="2086966"/>
                  <a:pt x="2956595" y="2085961"/>
                  <a:pt x="2956595" y="2084706"/>
                </a:cubicBezTo>
                <a:cubicBezTo>
                  <a:pt x="2956595" y="2083449"/>
                  <a:pt x="2957475" y="2082444"/>
                  <a:pt x="2958731" y="2082444"/>
                </a:cubicBezTo>
                <a:close/>
                <a:moveTo>
                  <a:pt x="496556" y="2076540"/>
                </a:moveTo>
                <a:cubicBezTo>
                  <a:pt x="501833" y="2076540"/>
                  <a:pt x="506103" y="2080810"/>
                  <a:pt x="506103" y="2086087"/>
                </a:cubicBezTo>
                <a:cubicBezTo>
                  <a:pt x="506103" y="2091363"/>
                  <a:pt x="501833" y="2095633"/>
                  <a:pt x="496556" y="2095633"/>
                </a:cubicBezTo>
                <a:cubicBezTo>
                  <a:pt x="491281" y="2095759"/>
                  <a:pt x="487010" y="2091489"/>
                  <a:pt x="487010" y="2086212"/>
                </a:cubicBezTo>
                <a:cubicBezTo>
                  <a:pt x="487010" y="2080937"/>
                  <a:pt x="491281" y="2076665"/>
                  <a:pt x="496556" y="2076540"/>
                </a:cubicBezTo>
                <a:close/>
                <a:moveTo>
                  <a:pt x="2435924" y="2073652"/>
                </a:moveTo>
                <a:cubicBezTo>
                  <a:pt x="2447606" y="2073652"/>
                  <a:pt x="2457028" y="2083073"/>
                  <a:pt x="2457028" y="2094630"/>
                </a:cubicBezTo>
                <a:cubicBezTo>
                  <a:pt x="2457028" y="2106186"/>
                  <a:pt x="2447606" y="2115732"/>
                  <a:pt x="2436050" y="2115732"/>
                </a:cubicBezTo>
                <a:cubicBezTo>
                  <a:pt x="2424493" y="2115732"/>
                  <a:pt x="2414946" y="2106311"/>
                  <a:pt x="2414946" y="2094755"/>
                </a:cubicBezTo>
                <a:cubicBezTo>
                  <a:pt x="2414946" y="2083199"/>
                  <a:pt x="2424368" y="2073777"/>
                  <a:pt x="2435924" y="2073652"/>
                </a:cubicBezTo>
                <a:close/>
                <a:moveTo>
                  <a:pt x="384508" y="2064231"/>
                </a:moveTo>
                <a:cubicBezTo>
                  <a:pt x="387523" y="2064231"/>
                  <a:pt x="389910" y="2066618"/>
                  <a:pt x="389910" y="2069506"/>
                </a:cubicBezTo>
                <a:cubicBezTo>
                  <a:pt x="389910" y="2072396"/>
                  <a:pt x="387648" y="2074782"/>
                  <a:pt x="384634" y="2074782"/>
                </a:cubicBezTo>
                <a:cubicBezTo>
                  <a:pt x="381745" y="2074782"/>
                  <a:pt x="379358" y="2072396"/>
                  <a:pt x="379358" y="2069506"/>
                </a:cubicBezTo>
                <a:cubicBezTo>
                  <a:pt x="379358" y="2066618"/>
                  <a:pt x="381618" y="2064231"/>
                  <a:pt x="384508" y="2064231"/>
                </a:cubicBezTo>
                <a:close/>
                <a:moveTo>
                  <a:pt x="2550986" y="2059959"/>
                </a:moveTo>
                <a:cubicBezTo>
                  <a:pt x="2561287" y="2059959"/>
                  <a:pt x="2569829" y="2068249"/>
                  <a:pt x="2569829" y="2078675"/>
                </a:cubicBezTo>
                <a:cubicBezTo>
                  <a:pt x="2569955" y="2089102"/>
                  <a:pt x="2561538" y="2097518"/>
                  <a:pt x="2551113" y="2097518"/>
                </a:cubicBezTo>
                <a:cubicBezTo>
                  <a:pt x="2540687" y="2097518"/>
                  <a:pt x="2532270" y="2089227"/>
                  <a:pt x="2532270" y="2078802"/>
                </a:cubicBezTo>
                <a:cubicBezTo>
                  <a:pt x="2532270" y="2068501"/>
                  <a:pt x="2540687" y="2059959"/>
                  <a:pt x="2550986" y="2059959"/>
                </a:cubicBezTo>
                <a:close/>
                <a:moveTo>
                  <a:pt x="1202636" y="2058705"/>
                </a:moveTo>
                <a:cubicBezTo>
                  <a:pt x="1203389" y="2058705"/>
                  <a:pt x="1204019" y="2059208"/>
                  <a:pt x="1204019" y="2059963"/>
                </a:cubicBezTo>
                <a:cubicBezTo>
                  <a:pt x="1204019" y="2060716"/>
                  <a:pt x="1203389" y="2061344"/>
                  <a:pt x="1202636" y="2061344"/>
                </a:cubicBezTo>
                <a:cubicBezTo>
                  <a:pt x="1201882" y="2061344"/>
                  <a:pt x="1201254" y="2060716"/>
                  <a:pt x="1201254" y="2059963"/>
                </a:cubicBezTo>
                <a:cubicBezTo>
                  <a:pt x="1201254" y="2059208"/>
                  <a:pt x="1201882" y="2058705"/>
                  <a:pt x="1202636" y="2058705"/>
                </a:cubicBezTo>
                <a:close/>
                <a:moveTo>
                  <a:pt x="1060942" y="2057446"/>
                </a:moveTo>
                <a:cubicBezTo>
                  <a:pt x="1066344" y="2057320"/>
                  <a:pt x="1070740" y="2061717"/>
                  <a:pt x="1070740" y="2067118"/>
                </a:cubicBezTo>
                <a:cubicBezTo>
                  <a:pt x="1070740" y="2072520"/>
                  <a:pt x="1066469" y="2076916"/>
                  <a:pt x="1061067" y="2076916"/>
                </a:cubicBezTo>
                <a:cubicBezTo>
                  <a:pt x="1055667" y="2076916"/>
                  <a:pt x="1051271" y="2072645"/>
                  <a:pt x="1051271" y="2067244"/>
                </a:cubicBezTo>
                <a:cubicBezTo>
                  <a:pt x="1051271" y="2061843"/>
                  <a:pt x="1055667" y="2057446"/>
                  <a:pt x="1060942" y="2057446"/>
                </a:cubicBezTo>
                <a:close/>
                <a:moveTo>
                  <a:pt x="1844780" y="2056190"/>
                </a:moveTo>
                <a:cubicBezTo>
                  <a:pt x="1845659" y="2056190"/>
                  <a:pt x="1846412" y="2056819"/>
                  <a:pt x="1846412" y="2057698"/>
                </a:cubicBezTo>
                <a:cubicBezTo>
                  <a:pt x="1846412" y="2058452"/>
                  <a:pt x="1845785" y="2059205"/>
                  <a:pt x="1844905" y="2059205"/>
                </a:cubicBezTo>
                <a:cubicBezTo>
                  <a:pt x="1844025" y="2059205"/>
                  <a:pt x="1843272" y="2058577"/>
                  <a:pt x="1843272" y="2057698"/>
                </a:cubicBezTo>
                <a:cubicBezTo>
                  <a:pt x="1843272" y="2056819"/>
                  <a:pt x="1844025" y="2056065"/>
                  <a:pt x="1844780" y="2056190"/>
                </a:cubicBezTo>
                <a:close/>
                <a:moveTo>
                  <a:pt x="1438919" y="2055311"/>
                </a:moveTo>
                <a:cubicBezTo>
                  <a:pt x="1439044" y="2055311"/>
                  <a:pt x="1439169" y="2055437"/>
                  <a:pt x="1439169" y="2055563"/>
                </a:cubicBezTo>
                <a:cubicBezTo>
                  <a:pt x="1439169" y="2055689"/>
                  <a:pt x="1439044" y="2055814"/>
                  <a:pt x="1438919" y="2055814"/>
                </a:cubicBezTo>
                <a:cubicBezTo>
                  <a:pt x="1438792" y="2055814"/>
                  <a:pt x="1438667" y="2055689"/>
                  <a:pt x="1438667" y="2055563"/>
                </a:cubicBezTo>
                <a:cubicBezTo>
                  <a:pt x="1438667" y="2055437"/>
                  <a:pt x="1438792" y="2055311"/>
                  <a:pt x="1438919" y="2055311"/>
                </a:cubicBezTo>
                <a:close/>
                <a:moveTo>
                  <a:pt x="1608624" y="2054683"/>
                </a:moveTo>
                <a:cubicBezTo>
                  <a:pt x="1608749" y="2054683"/>
                  <a:pt x="1608874" y="2054808"/>
                  <a:pt x="1608874" y="2054934"/>
                </a:cubicBezTo>
                <a:cubicBezTo>
                  <a:pt x="1608874" y="2055060"/>
                  <a:pt x="1608749" y="2055185"/>
                  <a:pt x="1608624" y="2055185"/>
                </a:cubicBezTo>
                <a:cubicBezTo>
                  <a:pt x="1608497" y="2055185"/>
                  <a:pt x="1608372" y="2055060"/>
                  <a:pt x="1608372" y="2054934"/>
                </a:cubicBezTo>
                <a:cubicBezTo>
                  <a:pt x="1608372" y="2054808"/>
                  <a:pt x="1608372" y="2054683"/>
                  <a:pt x="1608624" y="2054683"/>
                </a:cubicBezTo>
                <a:close/>
                <a:moveTo>
                  <a:pt x="1986474" y="2052925"/>
                </a:moveTo>
                <a:cubicBezTo>
                  <a:pt x="1992504" y="2052925"/>
                  <a:pt x="1997529" y="2057949"/>
                  <a:pt x="1997529" y="2063979"/>
                </a:cubicBezTo>
                <a:cubicBezTo>
                  <a:pt x="1997529" y="2070009"/>
                  <a:pt x="1992629" y="2075033"/>
                  <a:pt x="1986474" y="2075033"/>
                </a:cubicBezTo>
                <a:cubicBezTo>
                  <a:pt x="1980445" y="2075033"/>
                  <a:pt x="1975420" y="2070134"/>
                  <a:pt x="1975420" y="2063979"/>
                </a:cubicBezTo>
                <a:cubicBezTo>
                  <a:pt x="1975295" y="2057824"/>
                  <a:pt x="1980318" y="2052799"/>
                  <a:pt x="1986474" y="2052925"/>
                </a:cubicBezTo>
                <a:close/>
                <a:moveTo>
                  <a:pt x="275346" y="2048529"/>
                </a:moveTo>
                <a:cubicBezTo>
                  <a:pt x="277105" y="2048529"/>
                  <a:pt x="278487" y="2050036"/>
                  <a:pt x="278487" y="2051669"/>
                </a:cubicBezTo>
                <a:cubicBezTo>
                  <a:pt x="278487" y="2053428"/>
                  <a:pt x="277105" y="2054810"/>
                  <a:pt x="275346" y="2054810"/>
                </a:cubicBezTo>
                <a:cubicBezTo>
                  <a:pt x="273588" y="2054810"/>
                  <a:pt x="272206" y="2053428"/>
                  <a:pt x="272206" y="2051669"/>
                </a:cubicBezTo>
                <a:cubicBezTo>
                  <a:pt x="272206" y="2050036"/>
                  <a:pt x="273588" y="2048654"/>
                  <a:pt x="275346" y="2048529"/>
                </a:cubicBezTo>
                <a:close/>
                <a:moveTo>
                  <a:pt x="929550" y="2048152"/>
                </a:moveTo>
                <a:cubicBezTo>
                  <a:pt x="938217" y="2048152"/>
                  <a:pt x="945251" y="2055186"/>
                  <a:pt x="945251" y="2063853"/>
                </a:cubicBezTo>
                <a:cubicBezTo>
                  <a:pt x="945251" y="2072522"/>
                  <a:pt x="938217" y="2079681"/>
                  <a:pt x="929550" y="2079681"/>
                </a:cubicBezTo>
                <a:cubicBezTo>
                  <a:pt x="920756" y="2079681"/>
                  <a:pt x="913722" y="2072647"/>
                  <a:pt x="913722" y="2063979"/>
                </a:cubicBezTo>
                <a:cubicBezTo>
                  <a:pt x="913722" y="2055312"/>
                  <a:pt x="920756" y="2048152"/>
                  <a:pt x="929550" y="2048152"/>
                </a:cubicBezTo>
                <a:close/>
                <a:moveTo>
                  <a:pt x="2662784" y="2044007"/>
                </a:moveTo>
                <a:cubicBezTo>
                  <a:pt x="2672331" y="2044007"/>
                  <a:pt x="2680120" y="2051669"/>
                  <a:pt x="2680120" y="2061215"/>
                </a:cubicBezTo>
                <a:cubicBezTo>
                  <a:pt x="2680120" y="2070762"/>
                  <a:pt x="2672456" y="2078550"/>
                  <a:pt x="2662911" y="2078550"/>
                </a:cubicBezTo>
                <a:cubicBezTo>
                  <a:pt x="2653363" y="2078550"/>
                  <a:pt x="2645575" y="2070887"/>
                  <a:pt x="2645575" y="2061342"/>
                </a:cubicBezTo>
                <a:cubicBezTo>
                  <a:pt x="2645575" y="2051794"/>
                  <a:pt x="2653237" y="2044007"/>
                  <a:pt x="2662784" y="2044007"/>
                </a:cubicBezTo>
                <a:close/>
                <a:moveTo>
                  <a:pt x="2117866" y="2039860"/>
                </a:moveTo>
                <a:cubicBezTo>
                  <a:pt x="2128669" y="2039735"/>
                  <a:pt x="2137587" y="2048528"/>
                  <a:pt x="2137587" y="2059456"/>
                </a:cubicBezTo>
                <a:cubicBezTo>
                  <a:pt x="2137712" y="2070259"/>
                  <a:pt x="2128920" y="2079178"/>
                  <a:pt x="2117991" y="2079178"/>
                </a:cubicBezTo>
                <a:cubicBezTo>
                  <a:pt x="2107189" y="2079304"/>
                  <a:pt x="2098270" y="2070511"/>
                  <a:pt x="2098270" y="2059582"/>
                </a:cubicBezTo>
                <a:cubicBezTo>
                  <a:pt x="2098270" y="2048779"/>
                  <a:pt x="2107064" y="2039860"/>
                  <a:pt x="2117866" y="2039860"/>
                </a:cubicBezTo>
                <a:close/>
                <a:moveTo>
                  <a:pt x="805316" y="2034208"/>
                </a:moveTo>
                <a:cubicBezTo>
                  <a:pt x="816495" y="2034208"/>
                  <a:pt x="825540" y="2043127"/>
                  <a:pt x="825540" y="2054306"/>
                </a:cubicBezTo>
                <a:cubicBezTo>
                  <a:pt x="825540" y="2065486"/>
                  <a:pt x="816622" y="2074530"/>
                  <a:pt x="805441" y="2074530"/>
                </a:cubicBezTo>
                <a:cubicBezTo>
                  <a:pt x="794262" y="2074530"/>
                  <a:pt x="785218" y="2065486"/>
                  <a:pt x="785218" y="2054432"/>
                </a:cubicBezTo>
                <a:cubicBezTo>
                  <a:pt x="785218" y="2043252"/>
                  <a:pt x="794137" y="2034208"/>
                  <a:pt x="805316" y="2034208"/>
                </a:cubicBezTo>
                <a:close/>
                <a:moveTo>
                  <a:pt x="1356767" y="2032576"/>
                </a:moveTo>
                <a:cubicBezTo>
                  <a:pt x="1357017" y="2032576"/>
                  <a:pt x="1357269" y="2032828"/>
                  <a:pt x="1357269" y="2033079"/>
                </a:cubicBezTo>
                <a:cubicBezTo>
                  <a:pt x="1357269" y="2033329"/>
                  <a:pt x="1357017" y="2033581"/>
                  <a:pt x="1356767" y="2033581"/>
                </a:cubicBezTo>
                <a:cubicBezTo>
                  <a:pt x="1356515" y="2033581"/>
                  <a:pt x="1356264" y="2033456"/>
                  <a:pt x="1356264" y="2033204"/>
                </a:cubicBezTo>
                <a:cubicBezTo>
                  <a:pt x="1356264" y="2032953"/>
                  <a:pt x="1356390" y="2032701"/>
                  <a:pt x="1356767" y="2032576"/>
                </a:cubicBezTo>
                <a:close/>
                <a:moveTo>
                  <a:pt x="168072" y="2031696"/>
                </a:moveTo>
                <a:cubicBezTo>
                  <a:pt x="168825" y="2031696"/>
                  <a:pt x="169453" y="2032199"/>
                  <a:pt x="169453" y="2032951"/>
                </a:cubicBezTo>
                <a:cubicBezTo>
                  <a:pt x="169453" y="2033706"/>
                  <a:pt x="168950" y="2034333"/>
                  <a:pt x="168197" y="2034333"/>
                </a:cubicBezTo>
                <a:cubicBezTo>
                  <a:pt x="167443" y="2034460"/>
                  <a:pt x="166815" y="2033831"/>
                  <a:pt x="166815" y="2033078"/>
                </a:cubicBezTo>
                <a:cubicBezTo>
                  <a:pt x="166815" y="2032324"/>
                  <a:pt x="167443" y="2031821"/>
                  <a:pt x="168072" y="2031696"/>
                </a:cubicBezTo>
                <a:close/>
                <a:moveTo>
                  <a:pt x="1690524" y="2031571"/>
                </a:moveTo>
                <a:cubicBezTo>
                  <a:pt x="1690775" y="2031571"/>
                  <a:pt x="1691027" y="2031823"/>
                  <a:pt x="1691027" y="2032074"/>
                </a:cubicBezTo>
                <a:cubicBezTo>
                  <a:pt x="1691027" y="2032199"/>
                  <a:pt x="1690775" y="2032451"/>
                  <a:pt x="1690524" y="2032451"/>
                </a:cubicBezTo>
                <a:cubicBezTo>
                  <a:pt x="1690272" y="2032451"/>
                  <a:pt x="1690147" y="2032199"/>
                  <a:pt x="1690147" y="2031949"/>
                </a:cubicBezTo>
                <a:cubicBezTo>
                  <a:pt x="1690147" y="2031697"/>
                  <a:pt x="1690272" y="2031571"/>
                  <a:pt x="1690524" y="2031571"/>
                </a:cubicBezTo>
                <a:close/>
                <a:moveTo>
                  <a:pt x="2772068" y="2029686"/>
                </a:moveTo>
                <a:cubicBezTo>
                  <a:pt x="2779229" y="2029686"/>
                  <a:pt x="2785134" y="2035590"/>
                  <a:pt x="2785134" y="2042750"/>
                </a:cubicBezTo>
                <a:cubicBezTo>
                  <a:pt x="2785134" y="2049910"/>
                  <a:pt x="2779229" y="2055814"/>
                  <a:pt x="2772068" y="2055814"/>
                </a:cubicBezTo>
                <a:cubicBezTo>
                  <a:pt x="2764908" y="2055814"/>
                  <a:pt x="2759004" y="2049910"/>
                  <a:pt x="2759004" y="2042750"/>
                </a:cubicBezTo>
                <a:cubicBezTo>
                  <a:pt x="2758878" y="2035464"/>
                  <a:pt x="2764783" y="2029686"/>
                  <a:pt x="2772068" y="2029686"/>
                </a:cubicBezTo>
                <a:close/>
                <a:moveTo>
                  <a:pt x="2241848" y="2024034"/>
                </a:moveTo>
                <a:cubicBezTo>
                  <a:pt x="2255666" y="2023908"/>
                  <a:pt x="2266970" y="2035088"/>
                  <a:pt x="2266970" y="2048905"/>
                </a:cubicBezTo>
                <a:cubicBezTo>
                  <a:pt x="2267097" y="2062723"/>
                  <a:pt x="2255916" y="2074028"/>
                  <a:pt x="2242100" y="2074028"/>
                </a:cubicBezTo>
                <a:cubicBezTo>
                  <a:pt x="2228282" y="2074153"/>
                  <a:pt x="2216977" y="2062974"/>
                  <a:pt x="2216977" y="2049157"/>
                </a:cubicBezTo>
                <a:cubicBezTo>
                  <a:pt x="2216977" y="2035464"/>
                  <a:pt x="2228156" y="2024160"/>
                  <a:pt x="2241848" y="2024034"/>
                </a:cubicBezTo>
                <a:close/>
                <a:moveTo>
                  <a:pt x="686863" y="2023154"/>
                </a:moveTo>
                <a:cubicBezTo>
                  <a:pt x="696786" y="2023029"/>
                  <a:pt x="704826" y="2031068"/>
                  <a:pt x="704826" y="2040992"/>
                </a:cubicBezTo>
                <a:cubicBezTo>
                  <a:pt x="704826" y="2050790"/>
                  <a:pt x="696913" y="2058829"/>
                  <a:pt x="686989" y="2058954"/>
                </a:cubicBezTo>
                <a:cubicBezTo>
                  <a:pt x="677064" y="2058954"/>
                  <a:pt x="669025" y="2051041"/>
                  <a:pt x="669025" y="2041118"/>
                </a:cubicBezTo>
                <a:cubicBezTo>
                  <a:pt x="669025" y="2031194"/>
                  <a:pt x="676939" y="2023154"/>
                  <a:pt x="686863" y="2023154"/>
                </a:cubicBezTo>
                <a:close/>
                <a:moveTo>
                  <a:pt x="2879092" y="2015994"/>
                </a:moveTo>
                <a:cubicBezTo>
                  <a:pt x="2883112" y="2015994"/>
                  <a:pt x="2886377" y="2019259"/>
                  <a:pt x="2886377" y="2023280"/>
                </a:cubicBezTo>
                <a:cubicBezTo>
                  <a:pt x="2886377" y="2027299"/>
                  <a:pt x="2883112" y="2030565"/>
                  <a:pt x="2879092" y="2030565"/>
                </a:cubicBezTo>
                <a:cubicBezTo>
                  <a:pt x="2875073" y="2030565"/>
                  <a:pt x="2871806" y="2027299"/>
                  <a:pt x="2871806" y="2023280"/>
                </a:cubicBezTo>
                <a:cubicBezTo>
                  <a:pt x="2871806" y="2019259"/>
                  <a:pt x="2875073" y="2015994"/>
                  <a:pt x="2879092" y="2015994"/>
                </a:cubicBezTo>
                <a:close/>
                <a:moveTo>
                  <a:pt x="572802" y="2011597"/>
                </a:moveTo>
                <a:cubicBezTo>
                  <a:pt x="580465" y="2011597"/>
                  <a:pt x="586620" y="2017752"/>
                  <a:pt x="586620" y="2025289"/>
                </a:cubicBezTo>
                <a:cubicBezTo>
                  <a:pt x="586620" y="2032951"/>
                  <a:pt x="580465" y="2039107"/>
                  <a:pt x="572928" y="2039107"/>
                </a:cubicBezTo>
                <a:cubicBezTo>
                  <a:pt x="565265" y="2039107"/>
                  <a:pt x="559110" y="2032951"/>
                  <a:pt x="559110" y="2025416"/>
                </a:cubicBezTo>
                <a:cubicBezTo>
                  <a:pt x="559110" y="2017879"/>
                  <a:pt x="565265" y="2011722"/>
                  <a:pt x="572802" y="2011597"/>
                </a:cubicBezTo>
                <a:close/>
                <a:moveTo>
                  <a:pt x="2360053" y="2010592"/>
                </a:moveTo>
                <a:cubicBezTo>
                  <a:pt x="2373494" y="2010467"/>
                  <a:pt x="2384548" y="2021395"/>
                  <a:pt x="2384548" y="2034836"/>
                </a:cubicBezTo>
                <a:cubicBezTo>
                  <a:pt x="2384674" y="2048402"/>
                  <a:pt x="2373745" y="2059331"/>
                  <a:pt x="2360304" y="2059331"/>
                </a:cubicBezTo>
                <a:cubicBezTo>
                  <a:pt x="2346864" y="2059456"/>
                  <a:pt x="2335935" y="2048528"/>
                  <a:pt x="2335935" y="2035088"/>
                </a:cubicBezTo>
                <a:cubicBezTo>
                  <a:pt x="2335935" y="2021647"/>
                  <a:pt x="2346864" y="2010718"/>
                  <a:pt x="2360053" y="2010592"/>
                </a:cubicBezTo>
                <a:close/>
                <a:moveTo>
                  <a:pt x="1135810" y="2003306"/>
                </a:moveTo>
                <a:cubicBezTo>
                  <a:pt x="1137947" y="2003306"/>
                  <a:pt x="1139580" y="2004939"/>
                  <a:pt x="1139580" y="2007075"/>
                </a:cubicBezTo>
                <a:cubicBezTo>
                  <a:pt x="1139580" y="2009085"/>
                  <a:pt x="1137820" y="2010843"/>
                  <a:pt x="1135810" y="2010843"/>
                </a:cubicBezTo>
                <a:cubicBezTo>
                  <a:pt x="1133800" y="2010843"/>
                  <a:pt x="1132042" y="2009085"/>
                  <a:pt x="1132042" y="2007075"/>
                </a:cubicBezTo>
                <a:cubicBezTo>
                  <a:pt x="1132042" y="2005064"/>
                  <a:pt x="1133675" y="2003306"/>
                  <a:pt x="1135810" y="2003306"/>
                </a:cubicBezTo>
                <a:close/>
                <a:moveTo>
                  <a:pt x="2984356" y="2001171"/>
                </a:moveTo>
                <a:cubicBezTo>
                  <a:pt x="2985611" y="2001171"/>
                  <a:pt x="2986616" y="2002051"/>
                  <a:pt x="2986616" y="2003306"/>
                </a:cubicBezTo>
                <a:cubicBezTo>
                  <a:pt x="2986616" y="2004563"/>
                  <a:pt x="2985611" y="2005568"/>
                  <a:pt x="2984356" y="2005568"/>
                </a:cubicBezTo>
                <a:cubicBezTo>
                  <a:pt x="2983099" y="2005568"/>
                  <a:pt x="2982094" y="2004563"/>
                  <a:pt x="2982094" y="2003306"/>
                </a:cubicBezTo>
                <a:cubicBezTo>
                  <a:pt x="2982094" y="2002176"/>
                  <a:pt x="2983099" y="2001171"/>
                  <a:pt x="2984356" y="2001171"/>
                </a:cubicBezTo>
                <a:close/>
                <a:moveTo>
                  <a:pt x="1911230" y="1999413"/>
                </a:moveTo>
                <a:cubicBezTo>
                  <a:pt x="1913994" y="1999413"/>
                  <a:pt x="1916129" y="2001675"/>
                  <a:pt x="1916129" y="2004312"/>
                </a:cubicBezTo>
                <a:cubicBezTo>
                  <a:pt x="1916255" y="2007075"/>
                  <a:pt x="1913994" y="2009210"/>
                  <a:pt x="1911357" y="2009210"/>
                </a:cubicBezTo>
                <a:cubicBezTo>
                  <a:pt x="1908592" y="2009210"/>
                  <a:pt x="1906457" y="2006950"/>
                  <a:pt x="1906457" y="2004312"/>
                </a:cubicBezTo>
                <a:cubicBezTo>
                  <a:pt x="1906457" y="2001548"/>
                  <a:pt x="1908592" y="1999413"/>
                  <a:pt x="1911230" y="1999413"/>
                </a:cubicBezTo>
                <a:close/>
                <a:moveTo>
                  <a:pt x="462010" y="1998534"/>
                </a:moveTo>
                <a:cubicBezTo>
                  <a:pt x="467285" y="1998534"/>
                  <a:pt x="471556" y="2002804"/>
                  <a:pt x="471556" y="2008081"/>
                </a:cubicBezTo>
                <a:cubicBezTo>
                  <a:pt x="471682" y="2013356"/>
                  <a:pt x="467412" y="2017627"/>
                  <a:pt x="462135" y="2017627"/>
                </a:cubicBezTo>
                <a:cubicBezTo>
                  <a:pt x="456860" y="2017627"/>
                  <a:pt x="452589" y="2013483"/>
                  <a:pt x="452589" y="2008206"/>
                </a:cubicBezTo>
                <a:cubicBezTo>
                  <a:pt x="452589" y="2002931"/>
                  <a:pt x="456860" y="1998659"/>
                  <a:pt x="462010" y="1998534"/>
                </a:cubicBezTo>
                <a:close/>
                <a:moveTo>
                  <a:pt x="2474235" y="1997278"/>
                </a:moveTo>
                <a:cubicBezTo>
                  <a:pt x="2486043" y="1997278"/>
                  <a:pt x="2495590" y="2006825"/>
                  <a:pt x="2495590" y="2018506"/>
                </a:cubicBezTo>
                <a:cubicBezTo>
                  <a:pt x="2495590" y="2030315"/>
                  <a:pt x="2486043" y="2039861"/>
                  <a:pt x="2474360" y="2039861"/>
                </a:cubicBezTo>
                <a:cubicBezTo>
                  <a:pt x="2462553" y="2039861"/>
                  <a:pt x="2453006" y="2030315"/>
                  <a:pt x="2453006" y="2018632"/>
                </a:cubicBezTo>
                <a:cubicBezTo>
                  <a:pt x="2453006" y="2006825"/>
                  <a:pt x="2462553" y="1997278"/>
                  <a:pt x="2474235" y="1997278"/>
                </a:cubicBezTo>
                <a:close/>
                <a:moveTo>
                  <a:pt x="1279889" y="1996271"/>
                </a:moveTo>
                <a:cubicBezTo>
                  <a:pt x="1280015" y="1996271"/>
                  <a:pt x="1280140" y="1996397"/>
                  <a:pt x="1280140" y="1996523"/>
                </a:cubicBezTo>
                <a:cubicBezTo>
                  <a:pt x="1280140" y="1996649"/>
                  <a:pt x="1280015" y="1996774"/>
                  <a:pt x="1279889" y="1996774"/>
                </a:cubicBezTo>
                <a:cubicBezTo>
                  <a:pt x="1279763" y="1996774"/>
                  <a:pt x="1279638" y="1996649"/>
                  <a:pt x="1279638" y="1996523"/>
                </a:cubicBezTo>
                <a:cubicBezTo>
                  <a:pt x="1279638" y="1996397"/>
                  <a:pt x="1279763" y="1996271"/>
                  <a:pt x="1279889" y="1996271"/>
                </a:cubicBezTo>
                <a:close/>
                <a:moveTo>
                  <a:pt x="2043504" y="1989489"/>
                </a:moveTo>
                <a:cubicBezTo>
                  <a:pt x="2049534" y="1989489"/>
                  <a:pt x="2054559" y="1994389"/>
                  <a:pt x="2054559" y="2000543"/>
                </a:cubicBezTo>
                <a:cubicBezTo>
                  <a:pt x="2054559" y="2006698"/>
                  <a:pt x="2049659" y="2011723"/>
                  <a:pt x="2043504" y="2011723"/>
                </a:cubicBezTo>
                <a:cubicBezTo>
                  <a:pt x="2037474" y="2011723"/>
                  <a:pt x="2032449" y="2006824"/>
                  <a:pt x="2032449" y="2000669"/>
                </a:cubicBezTo>
                <a:cubicBezTo>
                  <a:pt x="2032449" y="1994514"/>
                  <a:pt x="2037349" y="1989489"/>
                  <a:pt x="2043504" y="1989489"/>
                </a:cubicBezTo>
                <a:close/>
                <a:moveTo>
                  <a:pt x="1003535" y="1988735"/>
                </a:moveTo>
                <a:cubicBezTo>
                  <a:pt x="1012329" y="1988735"/>
                  <a:pt x="1019363" y="1995770"/>
                  <a:pt x="1019363" y="2004437"/>
                </a:cubicBezTo>
                <a:cubicBezTo>
                  <a:pt x="1019363" y="2013105"/>
                  <a:pt x="1012329" y="2020139"/>
                  <a:pt x="1003662" y="2020139"/>
                </a:cubicBezTo>
                <a:cubicBezTo>
                  <a:pt x="994868" y="2020139"/>
                  <a:pt x="987834" y="2013105"/>
                  <a:pt x="987834" y="2004437"/>
                </a:cubicBezTo>
                <a:cubicBezTo>
                  <a:pt x="987834" y="1995770"/>
                  <a:pt x="994743" y="1988610"/>
                  <a:pt x="1003535" y="1988735"/>
                </a:cubicBezTo>
                <a:close/>
                <a:moveTo>
                  <a:pt x="354234" y="1983711"/>
                </a:moveTo>
                <a:cubicBezTo>
                  <a:pt x="357626" y="1983711"/>
                  <a:pt x="360390" y="1986475"/>
                  <a:pt x="360390" y="1989866"/>
                </a:cubicBezTo>
                <a:cubicBezTo>
                  <a:pt x="360390" y="1993258"/>
                  <a:pt x="357626" y="1996021"/>
                  <a:pt x="354234" y="1996021"/>
                </a:cubicBezTo>
                <a:cubicBezTo>
                  <a:pt x="350717" y="1996021"/>
                  <a:pt x="347954" y="1993258"/>
                  <a:pt x="347954" y="1989866"/>
                </a:cubicBezTo>
                <a:cubicBezTo>
                  <a:pt x="347828" y="1986475"/>
                  <a:pt x="350717" y="1983711"/>
                  <a:pt x="354234" y="1983711"/>
                </a:cubicBezTo>
                <a:close/>
                <a:moveTo>
                  <a:pt x="2584776" y="1981700"/>
                </a:moveTo>
                <a:cubicBezTo>
                  <a:pt x="2595077" y="1981575"/>
                  <a:pt x="2603619" y="1989992"/>
                  <a:pt x="2603619" y="2000417"/>
                </a:cubicBezTo>
                <a:cubicBezTo>
                  <a:pt x="2603745" y="2010718"/>
                  <a:pt x="2595328" y="2019260"/>
                  <a:pt x="2584903" y="2019260"/>
                </a:cubicBezTo>
                <a:cubicBezTo>
                  <a:pt x="2574602" y="2019385"/>
                  <a:pt x="2566060" y="2010969"/>
                  <a:pt x="2566060" y="2000544"/>
                </a:cubicBezTo>
                <a:cubicBezTo>
                  <a:pt x="2566060" y="1990117"/>
                  <a:pt x="2574351" y="1981700"/>
                  <a:pt x="2584776" y="1981700"/>
                </a:cubicBezTo>
                <a:close/>
                <a:moveTo>
                  <a:pt x="879807" y="1974666"/>
                </a:moveTo>
                <a:cubicBezTo>
                  <a:pt x="890860" y="1974666"/>
                  <a:pt x="899779" y="1983459"/>
                  <a:pt x="899779" y="1994514"/>
                </a:cubicBezTo>
                <a:cubicBezTo>
                  <a:pt x="899779" y="2005442"/>
                  <a:pt x="890986" y="2014486"/>
                  <a:pt x="879932" y="2014486"/>
                </a:cubicBezTo>
                <a:cubicBezTo>
                  <a:pt x="868878" y="2014486"/>
                  <a:pt x="859959" y="2005694"/>
                  <a:pt x="859959" y="1994639"/>
                </a:cubicBezTo>
                <a:cubicBezTo>
                  <a:pt x="859959" y="1983585"/>
                  <a:pt x="868753" y="1974666"/>
                  <a:pt x="879807" y="1974666"/>
                </a:cubicBezTo>
                <a:close/>
                <a:moveTo>
                  <a:pt x="248214" y="1968889"/>
                </a:moveTo>
                <a:cubicBezTo>
                  <a:pt x="249345" y="1968889"/>
                  <a:pt x="250224" y="1969769"/>
                  <a:pt x="250224" y="1970899"/>
                </a:cubicBezTo>
                <a:cubicBezTo>
                  <a:pt x="250224" y="1972030"/>
                  <a:pt x="249345" y="1972909"/>
                  <a:pt x="248214" y="1972909"/>
                </a:cubicBezTo>
                <a:cubicBezTo>
                  <a:pt x="247084" y="1972909"/>
                  <a:pt x="246205" y="1972030"/>
                  <a:pt x="246205" y="1970899"/>
                </a:cubicBezTo>
                <a:cubicBezTo>
                  <a:pt x="246205" y="1969769"/>
                  <a:pt x="247084" y="1968889"/>
                  <a:pt x="248214" y="1968889"/>
                </a:cubicBezTo>
                <a:close/>
                <a:moveTo>
                  <a:pt x="2166982" y="1968261"/>
                </a:moveTo>
                <a:cubicBezTo>
                  <a:pt x="2178916" y="1968261"/>
                  <a:pt x="2188713" y="1977933"/>
                  <a:pt x="2188713" y="1989867"/>
                </a:cubicBezTo>
                <a:cubicBezTo>
                  <a:pt x="2188713" y="2001801"/>
                  <a:pt x="2179041" y="2011598"/>
                  <a:pt x="2167107" y="2011598"/>
                </a:cubicBezTo>
                <a:cubicBezTo>
                  <a:pt x="2155175" y="2011598"/>
                  <a:pt x="2145376" y="2001926"/>
                  <a:pt x="2145376" y="1989992"/>
                </a:cubicBezTo>
                <a:cubicBezTo>
                  <a:pt x="2145376" y="1977933"/>
                  <a:pt x="2155048" y="1968261"/>
                  <a:pt x="2166982" y="1968261"/>
                </a:cubicBezTo>
                <a:close/>
                <a:moveTo>
                  <a:pt x="2692808" y="1961854"/>
                </a:moveTo>
                <a:cubicBezTo>
                  <a:pt x="2703610" y="1961729"/>
                  <a:pt x="2712404" y="1970397"/>
                  <a:pt x="2712404" y="1981200"/>
                </a:cubicBezTo>
                <a:cubicBezTo>
                  <a:pt x="2712404" y="1992003"/>
                  <a:pt x="2703735" y="2000797"/>
                  <a:pt x="2692933" y="2000797"/>
                </a:cubicBezTo>
                <a:cubicBezTo>
                  <a:pt x="2682130" y="2000922"/>
                  <a:pt x="2673337" y="1992255"/>
                  <a:pt x="2673337" y="1981451"/>
                </a:cubicBezTo>
                <a:cubicBezTo>
                  <a:pt x="2673337" y="1970774"/>
                  <a:pt x="2682004" y="1961980"/>
                  <a:pt x="2692808" y="1961854"/>
                </a:cubicBezTo>
                <a:close/>
                <a:moveTo>
                  <a:pt x="762357" y="1957834"/>
                </a:moveTo>
                <a:cubicBezTo>
                  <a:pt x="774918" y="1957834"/>
                  <a:pt x="785219" y="1968009"/>
                  <a:pt x="785219" y="1980570"/>
                </a:cubicBezTo>
                <a:cubicBezTo>
                  <a:pt x="785219" y="1993131"/>
                  <a:pt x="775043" y="2003432"/>
                  <a:pt x="762482" y="2003432"/>
                </a:cubicBezTo>
                <a:cubicBezTo>
                  <a:pt x="749920" y="2003432"/>
                  <a:pt x="739621" y="1993257"/>
                  <a:pt x="739621" y="1980695"/>
                </a:cubicBezTo>
                <a:cubicBezTo>
                  <a:pt x="739621" y="1968134"/>
                  <a:pt x="749795" y="1957959"/>
                  <a:pt x="762357" y="1957834"/>
                </a:cubicBezTo>
                <a:close/>
                <a:moveTo>
                  <a:pt x="143954" y="1950172"/>
                </a:moveTo>
                <a:cubicBezTo>
                  <a:pt x="144583" y="1950172"/>
                  <a:pt x="145085" y="1950674"/>
                  <a:pt x="145085" y="1951302"/>
                </a:cubicBezTo>
                <a:cubicBezTo>
                  <a:pt x="145085" y="1951930"/>
                  <a:pt x="144583" y="1952432"/>
                  <a:pt x="143954" y="1952432"/>
                </a:cubicBezTo>
                <a:cubicBezTo>
                  <a:pt x="143326" y="1952432"/>
                  <a:pt x="142824" y="1951930"/>
                  <a:pt x="142824" y="1951302"/>
                </a:cubicBezTo>
                <a:cubicBezTo>
                  <a:pt x="142824" y="1950674"/>
                  <a:pt x="143326" y="1950172"/>
                  <a:pt x="143954" y="1950172"/>
                </a:cubicBezTo>
                <a:close/>
                <a:moveTo>
                  <a:pt x="2284306" y="1948162"/>
                </a:moveTo>
                <a:cubicBezTo>
                  <a:pt x="2299255" y="1948037"/>
                  <a:pt x="2311439" y="1960095"/>
                  <a:pt x="2311439" y="1975043"/>
                </a:cubicBezTo>
                <a:cubicBezTo>
                  <a:pt x="2311565" y="1989992"/>
                  <a:pt x="2299506" y="2002176"/>
                  <a:pt x="2284558" y="2002176"/>
                </a:cubicBezTo>
                <a:cubicBezTo>
                  <a:pt x="2269610" y="2002301"/>
                  <a:pt x="2257426" y="1990243"/>
                  <a:pt x="2257426" y="1975295"/>
                </a:cubicBezTo>
                <a:cubicBezTo>
                  <a:pt x="2257299" y="1960347"/>
                  <a:pt x="2269358" y="1948162"/>
                  <a:pt x="2284306" y="1948162"/>
                </a:cubicBezTo>
                <a:close/>
                <a:moveTo>
                  <a:pt x="1210801" y="1946403"/>
                </a:moveTo>
                <a:cubicBezTo>
                  <a:pt x="1210927" y="1946403"/>
                  <a:pt x="1211052" y="1946655"/>
                  <a:pt x="1211052" y="1946655"/>
                </a:cubicBezTo>
                <a:cubicBezTo>
                  <a:pt x="1211052" y="1946781"/>
                  <a:pt x="1210927" y="1946906"/>
                  <a:pt x="1210801" y="1946906"/>
                </a:cubicBezTo>
                <a:cubicBezTo>
                  <a:pt x="1210675" y="1946906"/>
                  <a:pt x="1210550" y="1946781"/>
                  <a:pt x="1210550" y="1946655"/>
                </a:cubicBezTo>
                <a:cubicBezTo>
                  <a:pt x="1210550" y="1946529"/>
                  <a:pt x="1210675" y="1946529"/>
                  <a:pt x="1210801" y="1946403"/>
                </a:cubicBezTo>
                <a:close/>
                <a:moveTo>
                  <a:pt x="2798574" y="1945022"/>
                </a:moveTo>
                <a:cubicBezTo>
                  <a:pt x="2807743" y="1945022"/>
                  <a:pt x="2815280" y="1952434"/>
                  <a:pt x="2815280" y="1961603"/>
                </a:cubicBezTo>
                <a:cubicBezTo>
                  <a:pt x="2815280" y="1970773"/>
                  <a:pt x="2807869" y="1978310"/>
                  <a:pt x="2798699" y="1978310"/>
                </a:cubicBezTo>
                <a:cubicBezTo>
                  <a:pt x="2789529" y="1978310"/>
                  <a:pt x="2781992" y="1970898"/>
                  <a:pt x="2781992" y="1961729"/>
                </a:cubicBezTo>
                <a:cubicBezTo>
                  <a:pt x="2781992" y="1952559"/>
                  <a:pt x="2789404" y="1945022"/>
                  <a:pt x="2798574" y="1945022"/>
                </a:cubicBezTo>
                <a:close/>
                <a:moveTo>
                  <a:pt x="1835861" y="1944143"/>
                </a:moveTo>
                <a:cubicBezTo>
                  <a:pt x="1835987" y="1944143"/>
                  <a:pt x="1836113" y="1944268"/>
                  <a:pt x="1836113" y="1944394"/>
                </a:cubicBezTo>
                <a:cubicBezTo>
                  <a:pt x="1836113" y="1944520"/>
                  <a:pt x="1835987" y="1944645"/>
                  <a:pt x="1835861" y="1944645"/>
                </a:cubicBezTo>
                <a:cubicBezTo>
                  <a:pt x="1835735" y="1944645"/>
                  <a:pt x="1835610" y="1944520"/>
                  <a:pt x="1835610" y="1944394"/>
                </a:cubicBezTo>
                <a:cubicBezTo>
                  <a:pt x="1835610" y="1944268"/>
                  <a:pt x="1835735" y="1944143"/>
                  <a:pt x="1835861" y="1944143"/>
                </a:cubicBezTo>
                <a:close/>
                <a:moveTo>
                  <a:pt x="649680" y="1943388"/>
                </a:moveTo>
                <a:cubicBezTo>
                  <a:pt x="661236" y="1943388"/>
                  <a:pt x="670783" y="1952809"/>
                  <a:pt x="670783" y="1964366"/>
                </a:cubicBezTo>
                <a:cubicBezTo>
                  <a:pt x="670783" y="1976047"/>
                  <a:pt x="661362" y="1985468"/>
                  <a:pt x="649805" y="1985468"/>
                </a:cubicBezTo>
                <a:cubicBezTo>
                  <a:pt x="638123" y="1985468"/>
                  <a:pt x="628702" y="1976047"/>
                  <a:pt x="628702" y="1964491"/>
                </a:cubicBezTo>
                <a:cubicBezTo>
                  <a:pt x="628577" y="1952809"/>
                  <a:pt x="637997" y="1943388"/>
                  <a:pt x="649680" y="1943388"/>
                </a:cubicBezTo>
                <a:close/>
                <a:moveTo>
                  <a:pt x="1077523" y="1939871"/>
                </a:moveTo>
                <a:cubicBezTo>
                  <a:pt x="1080287" y="1939871"/>
                  <a:pt x="1082422" y="1942133"/>
                  <a:pt x="1082422" y="1944771"/>
                </a:cubicBezTo>
                <a:cubicBezTo>
                  <a:pt x="1082548" y="1947534"/>
                  <a:pt x="1080287" y="1949671"/>
                  <a:pt x="1077650" y="1949671"/>
                </a:cubicBezTo>
                <a:cubicBezTo>
                  <a:pt x="1075012" y="1949796"/>
                  <a:pt x="1072751" y="1947534"/>
                  <a:pt x="1072751" y="1944896"/>
                </a:cubicBezTo>
                <a:cubicBezTo>
                  <a:pt x="1072751" y="1942133"/>
                  <a:pt x="1074886" y="1939996"/>
                  <a:pt x="1077523" y="1939871"/>
                </a:cubicBezTo>
                <a:close/>
                <a:moveTo>
                  <a:pt x="1969012" y="1936229"/>
                </a:moveTo>
                <a:cubicBezTo>
                  <a:pt x="1971902" y="1936229"/>
                  <a:pt x="1974289" y="1938616"/>
                  <a:pt x="1974289" y="1941504"/>
                </a:cubicBezTo>
                <a:cubicBezTo>
                  <a:pt x="1974289" y="1944520"/>
                  <a:pt x="1971902" y="1946906"/>
                  <a:pt x="1969012" y="1946906"/>
                </a:cubicBezTo>
                <a:cubicBezTo>
                  <a:pt x="1966124" y="1946906"/>
                  <a:pt x="1963737" y="1944520"/>
                  <a:pt x="1963737" y="1941631"/>
                </a:cubicBezTo>
                <a:cubicBezTo>
                  <a:pt x="1963737" y="1938741"/>
                  <a:pt x="1966124" y="1936354"/>
                  <a:pt x="1969012" y="1936229"/>
                </a:cubicBezTo>
                <a:close/>
                <a:moveTo>
                  <a:pt x="2396984" y="1931456"/>
                </a:moveTo>
                <a:cubicBezTo>
                  <a:pt x="2411681" y="1931456"/>
                  <a:pt x="2423615" y="1943265"/>
                  <a:pt x="2423615" y="1957961"/>
                </a:cubicBezTo>
                <a:cubicBezTo>
                  <a:pt x="2423615" y="1972658"/>
                  <a:pt x="2411806" y="1984591"/>
                  <a:pt x="2397109" y="1984591"/>
                </a:cubicBezTo>
                <a:cubicBezTo>
                  <a:pt x="2382537" y="1984591"/>
                  <a:pt x="2370478" y="1972783"/>
                  <a:pt x="2370478" y="1958086"/>
                </a:cubicBezTo>
                <a:cubicBezTo>
                  <a:pt x="2370478" y="1943515"/>
                  <a:pt x="2382286" y="1931581"/>
                  <a:pt x="2396984" y="1931456"/>
                </a:cubicBezTo>
                <a:close/>
                <a:moveTo>
                  <a:pt x="2902584" y="1930953"/>
                </a:moveTo>
                <a:cubicBezTo>
                  <a:pt x="2908362" y="1930953"/>
                  <a:pt x="2913010" y="1935600"/>
                  <a:pt x="2913010" y="1941379"/>
                </a:cubicBezTo>
                <a:cubicBezTo>
                  <a:pt x="2913136" y="1947032"/>
                  <a:pt x="2908487" y="1951805"/>
                  <a:pt x="2902710" y="1951805"/>
                </a:cubicBezTo>
                <a:cubicBezTo>
                  <a:pt x="2897057" y="1951805"/>
                  <a:pt x="2892283" y="1947157"/>
                  <a:pt x="2892283" y="1941379"/>
                </a:cubicBezTo>
                <a:cubicBezTo>
                  <a:pt x="2892283" y="1935600"/>
                  <a:pt x="2896931" y="1930953"/>
                  <a:pt x="2902584" y="1930953"/>
                </a:cubicBezTo>
                <a:close/>
                <a:moveTo>
                  <a:pt x="540395" y="1930701"/>
                </a:moveTo>
                <a:cubicBezTo>
                  <a:pt x="549188" y="1930576"/>
                  <a:pt x="556349" y="1937736"/>
                  <a:pt x="556349" y="1946530"/>
                </a:cubicBezTo>
                <a:cubicBezTo>
                  <a:pt x="556349" y="1955322"/>
                  <a:pt x="549188" y="1962482"/>
                  <a:pt x="540395" y="1962482"/>
                </a:cubicBezTo>
                <a:cubicBezTo>
                  <a:pt x="531601" y="1962608"/>
                  <a:pt x="524441" y="1955447"/>
                  <a:pt x="524441" y="1946655"/>
                </a:cubicBezTo>
                <a:cubicBezTo>
                  <a:pt x="524316" y="1937863"/>
                  <a:pt x="531476" y="1930701"/>
                  <a:pt x="540395" y="1930701"/>
                </a:cubicBezTo>
                <a:close/>
                <a:moveTo>
                  <a:pt x="954546" y="1922661"/>
                </a:moveTo>
                <a:cubicBezTo>
                  <a:pt x="961204" y="1922536"/>
                  <a:pt x="966731" y="1927937"/>
                  <a:pt x="966731" y="1934720"/>
                </a:cubicBezTo>
                <a:cubicBezTo>
                  <a:pt x="966731" y="1941378"/>
                  <a:pt x="961204" y="1946905"/>
                  <a:pt x="954546" y="1946905"/>
                </a:cubicBezTo>
                <a:cubicBezTo>
                  <a:pt x="947889" y="1946905"/>
                  <a:pt x="942362" y="1941504"/>
                  <a:pt x="942362" y="1934720"/>
                </a:cubicBezTo>
                <a:cubicBezTo>
                  <a:pt x="942362" y="1927937"/>
                  <a:pt x="947763" y="1922410"/>
                  <a:pt x="954546" y="1922661"/>
                </a:cubicBezTo>
                <a:close/>
                <a:moveTo>
                  <a:pt x="433747" y="1921657"/>
                </a:moveTo>
                <a:cubicBezTo>
                  <a:pt x="437138" y="1921657"/>
                  <a:pt x="439902" y="1924421"/>
                  <a:pt x="439902" y="1927812"/>
                </a:cubicBezTo>
                <a:cubicBezTo>
                  <a:pt x="439902" y="1931204"/>
                  <a:pt x="437138" y="1933968"/>
                  <a:pt x="433747" y="1933968"/>
                </a:cubicBezTo>
                <a:cubicBezTo>
                  <a:pt x="430230" y="1933968"/>
                  <a:pt x="427466" y="1931204"/>
                  <a:pt x="427466" y="1927812"/>
                </a:cubicBezTo>
                <a:cubicBezTo>
                  <a:pt x="427466" y="1924421"/>
                  <a:pt x="430230" y="1921657"/>
                  <a:pt x="433747" y="1921657"/>
                </a:cubicBezTo>
                <a:close/>
                <a:moveTo>
                  <a:pt x="3005208" y="1917512"/>
                </a:moveTo>
                <a:cubicBezTo>
                  <a:pt x="3007093" y="1917512"/>
                  <a:pt x="3008601" y="1918893"/>
                  <a:pt x="3008601" y="1920778"/>
                </a:cubicBezTo>
                <a:cubicBezTo>
                  <a:pt x="3008601" y="1922538"/>
                  <a:pt x="3007218" y="1924045"/>
                  <a:pt x="3005334" y="1924045"/>
                </a:cubicBezTo>
                <a:cubicBezTo>
                  <a:pt x="3003576" y="1924045"/>
                  <a:pt x="3002068" y="1922538"/>
                  <a:pt x="3002068" y="1920778"/>
                </a:cubicBezTo>
                <a:cubicBezTo>
                  <a:pt x="3002068" y="1918893"/>
                  <a:pt x="3003576" y="1917385"/>
                  <a:pt x="3005208" y="1917512"/>
                </a:cubicBezTo>
                <a:close/>
                <a:moveTo>
                  <a:pt x="2091990" y="1916381"/>
                </a:moveTo>
                <a:cubicBezTo>
                  <a:pt x="2099779" y="1916256"/>
                  <a:pt x="2106186" y="1922663"/>
                  <a:pt x="2106186" y="1930450"/>
                </a:cubicBezTo>
                <a:cubicBezTo>
                  <a:pt x="2106311" y="1938239"/>
                  <a:pt x="2099905" y="1944646"/>
                  <a:pt x="2092117" y="1944646"/>
                </a:cubicBezTo>
                <a:cubicBezTo>
                  <a:pt x="2084328" y="1944771"/>
                  <a:pt x="2077922" y="1938364"/>
                  <a:pt x="2077922" y="1930577"/>
                </a:cubicBezTo>
                <a:cubicBezTo>
                  <a:pt x="2077796" y="1922788"/>
                  <a:pt x="2084203" y="1916381"/>
                  <a:pt x="2091990" y="1916381"/>
                </a:cubicBezTo>
                <a:close/>
                <a:moveTo>
                  <a:pt x="2506142" y="1915754"/>
                </a:moveTo>
                <a:cubicBezTo>
                  <a:pt x="2519206" y="1915754"/>
                  <a:pt x="2529758" y="1926306"/>
                  <a:pt x="2529883" y="1939370"/>
                </a:cubicBezTo>
                <a:cubicBezTo>
                  <a:pt x="2529883" y="1952434"/>
                  <a:pt x="2519331" y="1963111"/>
                  <a:pt x="2506267" y="1963111"/>
                </a:cubicBezTo>
                <a:cubicBezTo>
                  <a:pt x="2493203" y="1963111"/>
                  <a:pt x="2482526" y="1952559"/>
                  <a:pt x="2482526" y="1939495"/>
                </a:cubicBezTo>
                <a:cubicBezTo>
                  <a:pt x="2482526" y="1926431"/>
                  <a:pt x="2493078" y="1915879"/>
                  <a:pt x="2506142" y="1915754"/>
                </a:cubicBezTo>
                <a:close/>
                <a:moveTo>
                  <a:pt x="329111" y="1904574"/>
                </a:moveTo>
                <a:cubicBezTo>
                  <a:pt x="331246" y="1904574"/>
                  <a:pt x="332879" y="1906207"/>
                  <a:pt x="332879" y="1908343"/>
                </a:cubicBezTo>
                <a:cubicBezTo>
                  <a:pt x="332879" y="1910353"/>
                  <a:pt x="331121" y="1912111"/>
                  <a:pt x="329111" y="1912111"/>
                </a:cubicBezTo>
                <a:cubicBezTo>
                  <a:pt x="327101" y="1912111"/>
                  <a:pt x="325342" y="1910353"/>
                  <a:pt x="325342" y="1908343"/>
                </a:cubicBezTo>
                <a:cubicBezTo>
                  <a:pt x="325342" y="1906332"/>
                  <a:pt x="327101" y="1904574"/>
                  <a:pt x="329111" y="1904574"/>
                </a:cubicBezTo>
                <a:close/>
                <a:moveTo>
                  <a:pt x="838352" y="1900177"/>
                </a:moveTo>
                <a:cubicBezTo>
                  <a:pt x="849406" y="1900177"/>
                  <a:pt x="858325" y="1908970"/>
                  <a:pt x="858325" y="1920025"/>
                </a:cubicBezTo>
                <a:cubicBezTo>
                  <a:pt x="858325" y="1930953"/>
                  <a:pt x="849532" y="1939997"/>
                  <a:pt x="838478" y="1939997"/>
                </a:cubicBezTo>
                <a:cubicBezTo>
                  <a:pt x="827424" y="1939997"/>
                  <a:pt x="818505" y="1931205"/>
                  <a:pt x="818505" y="1920150"/>
                </a:cubicBezTo>
                <a:cubicBezTo>
                  <a:pt x="818380" y="1909096"/>
                  <a:pt x="827297" y="1900177"/>
                  <a:pt x="838352" y="1900177"/>
                </a:cubicBezTo>
                <a:close/>
                <a:moveTo>
                  <a:pt x="2612664" y="1899172"/>
                </a:moveTo>
                <a:cubicBezTo>
                  <a:pt x="2624096" y="1899172"/>
                  <a:pt x="2633518" y="1908342"/>
                  <a:pt x="2633518" y="1919898"/>
                </a:cubicBezTo>
                <a:cubicBezTo>
                  <a:pt x="2633518" y="1931330"/>
                  <a:pt x="2624221" y="1940751"/>
                  <a:pt x="2612791" y="1940751"/>
                </a:cubicBezTo>
                <a:cubicBezTo>
                  <a:pt x="2601359" y="1940751"/>
                  <a:pt x="2591937" y="1931455"/>
                  <a:pt x="2591937" y="1920025"/>
                </a:cubicBezTo>
                <a:cubicBezTo>
                  <a:pt x="2591937" y="1908467"/>
                  <a:pt x="2601234" y="1899172"/>
                  <a:pt x="2612664" y="1899172"/>
                </a:cubicBezTo>
                <a:close/>
                <a:moveTo>
                  <a:pt x="2207933" y="1893520"/>
                </a:moveTo>
                <a:cubicBezTo>
                  <a:pt x="2219867" y="1893520"/>
                  <a:pt x="2229664" y="1903067"/>
                  <a:pt x="2229664" y="1915126"/>
                </a:cubicBezTo>
                <a:cubicBezTo>
                  <a:pt x="2229789" y="1927060"/>
                  <a:pt x="2219992" y="1936857"/>
                  <a:pt x="2208058" y="1936857"/>
                </a:cubicBezTo>
                <a:cubicBezTo>
                  <a:pt x="2196125" y="1936857"/>
                  <a:pt x="2186453" y="1927185"/>
                  <a:pt x="2186327" y="1915251"/>
                </a:cubicBezTo>
                <a:cubicBezTo>
                  <a:pt x="2186327" y="1903192"/>
                  <a:pt x="2195999" y="1893395"/>
                  <a:pt x="2207933" y="1893520"/>
                </a:cubicBezTo>
                <a:close/>
                <a:moveTo>
                  <a:pt x="1151635" y="1885103"/>
                </a:moveTo>
                <a:cubicBezTo>
                  <a:pt x="1151762" y="1885103"/>
                  <a:pt x="1151887" y="1885228"/>
                  <a:pt x="1151887" y="1885354"/>
                </a:cubicBezTo>
                <a:cubicBezTo>
                  <a:pt x="1151887" y="1885480"/>
                  <a:pt x="1151762" y="1885605"/>
                  <a:pt x="1151635" y="1885605"/>
                </a:cubicBezTo>
                <a:cubicBezTo>
                  <a:pt x="1151510" y="1885605"/>
                  <a:pt x="1151385" y="1885480"/>
                  <a:pt x="1151385" y="1885354"/>
                </a:cubicBezTo>
                <a:cubicBezTo>
                  <a:pt x="1151385" y="1885228"/>
                  <a:pt x="1151510" y="1885103"/>
                  <a:pt x="1151635" y="1885103"/>
                </a:cubicBezTo>
                <a:close/>
                <a:moveTo>
                  <a:pt x="226232" y="1885103"/>
                </a:moveTo>
                <a:cubicBezTo>
                  <a:pt x="227990" y="1885103"/>
                  <a:pt x="229497" y="1886485"/>
                  <a:pt x="229497" y="1888368"/>
                </a:cubicBezTo>
                <a:cubicBezTo>
                  <a:pt x="229622" y="1890253"/>
                  <a:pt x="228115" y="1891760"/>
                  <a:pt x="226232" y="1891760"/>
                </a:cubicBezTo>
                <a:cubicBezTo>
                  <a:pt x="224472" y="1891760"/>
                  <a:pt x="222965" y="1890378"/>
                  <a:pt x="222965" y="1888495"/>
                </a:cubicBezTo>
                <a:cubicBezTo>
                  <a:pt x="222965" y="1886610"/>
                  <a:pt x="224347" y="1885228"/>
                  <a:pt x="226232" y="1885103"/>
                </a:cubicBezTo>
                <a:close/>
                <a:moveTo>
                  <a:pt x="1894525" y="1882340"/>
                </a:moveTo>
                <a:cubicBezTo>
                  <a:pt x="1894650" y="1882340"/>
                  <a:pt x="1894776" y="1882465"/>
                  <a:pt x="1894776" y="1882591"/>
                </a:cubicBezTo>
                <a:cubicBezTo>
                  <a:pt x="1894776" y="1882717"/>
                  <a:pt x="1894650" y="1882842"/>
                  <a:pt x="1894525" y="1882842"/>
                </a:cubicBezTo>
                <a:cubicBezTo>
                  <a:pt x="1894398" y="1882842"/>
                  <a:pt x="1894273" y="1882717"/>
                  <a:pt x="1894273" y="1882591"/>
                </a:cubicBezTo>
                <a:cubicBezTo>
                  <a:pt x="1894273" y="1882591"/>
                  <a:pt x="1894525" y="1882465"/>
                  <a:pt x="1894525" y="1882340"/>
                </a:cubicBezTo>
                <a:close/>
                <a:moveTo>
                  <a:pt x="2717175" y="1880330"/>
                </a:moveTo>
                <a:cubicBezTo>
                  <a:pt x="2727852" y="1880205"/>
                  <a:pt x="2736645" y="1888872"/>
                  <a:pt x="2736645" y="1899674"/>
                </a:cubicBezTo>
                <a:cubicBezTo>
                  <a:pt x="2736771" y="1910478"/>
                  <a:pt x="2727977" y="1919270"/>
                  <a:pt x="2717300" y="1919270"/>
                </a:cubicBezTo>
                <a:cubicBezTo>
                  <a:pt x="2706498" y="1919270"/>
                  <a:pt x="2697704" y="1910603"/>
                  <a:pt x="2697704" y="1899801"/>
                </a:cubicBezTo>
                <a:cubicBezTo>
                  <a:pt x="2697704" y="1888997"/>
                  <a:pt x="2706371" y="1880330"/>
                  <a:pt x="2717175" y="1880330"/>
                </a:cubicBezTo>
                <a:close/>
                <a:moveTo>
                  <a:pt x="726931" y="1878195"/>
                </a:moveTo>
                <a:cubicBezTo>
                  <a:pt x="740749" y="1878069"/>
                  <a:pt x="751928" y="1889249"/>
                  <a:pt x="752053" y="1903066"/>
                </a:cubicBezTo>
                <a:cubicBezTo>
                  <a:pt x="752180" y="1916885"/>
                  <a:pt x="741001" y="1928189"/>
                  <a:pt x="727183" y="1928189"/>
                </a:cubicBezTo>
                <a:cubicBezTo>
                  <a:pt x="713366" y="1928189"/>
                  <a:pt x="702186" y="1917010"/>
                  <a:pt x="702061" y="1903192"/>
                </a:cubicBezTo>
                <a:cubicBezTo>
                  <a:pt x="702061" y="1889375"/>
                  <a:pt x="713240" y="1878195"/>
                  <a:pt x="726931" y="1878195"/>
                </a:cubicBezTo>
                <a:close/>
                <a:moveTo>
                  <a:pt x="2319226" y="1872039"/>
                </a:moveTo>
                <a:cubicBezTo>
                  <a:pt x="2333044" y="1871914"/>
                  <a:pt x="2344474" y="1883219"/>
                  <a:pt x="2344474" y="1897162"/>
                </a:cubicBezTo>
                <a:cubicBezTo>
                  <a:pt x="2344474" y="1911106"/>
                  <a:pt x="2333295" y="1922536"/>
                  <a:pt x="2319351" y="1922536"/>
                </a:cubicBezTo>
                <a:cubicBezTo>
                  <a:pt x="2305409" y="1922536"/>
                  <a:pt x="2294103" y="1911357"/>
                  <a:pt x="2293978" y="1897413"/>
                </a:cubicBezTo>
                <a:cubicBezTo>
                  <a:pt x="2293852" y="1883471"/>
                  <a:pt x="2305157" y="1872165"/>
                  <a:pt x="2319226" y="1872039"/>
                </a:cubicBezTo>
                <a:close/>
                <a:moveTo>
                  <a:pt x="1029413" y="1871412"/>
                </a:moveTo>
                <a:cubicBezTo>
                  <a:pt x="1031172" y="1871412"/>
                  <a:pt x="1032554" y="1872794"/>
                  <a:pt x="1032554" y="1874552"/>
                </a:cubicBezTo>
                <a:cubicBezTo>
                  <a:pt x="1032554" y="1876311"/>
                  <a:pt x="1031047" y="1877694"/>
                  <a:pt x="1029413" y="1877694"/>
                </a:cubicBezTo>
                <a:cubicBezTo>
                  <a:pt x="1027655" y="1877819"/>
                  <a:pt x="1026273" y="1876311"/>
                  <a:pt x="1026273" y="1874679"/>
                </a:cubicBezTo>
                <a:cubicBezTo>
                  <a:pt x="1026273" y="1872920"/>
                  <a:pt x="1027655" y="1871537"/>
                  <a:pt x="1029413" y="1871412"/>
                </a:cubicBezTo>
                <a:close/>
                <a:moveTo>
                  <a:pt x="2016745" y="1869276"/>
                </a:moveTo>
                <a:cubicBezTo>
                  <a:pt x="2017752" y="1869276"/>
                  <a:pt x="2018505" y="1870029"/>
                  <a:pt x="2018505" y="1871034"/>
                </a:cubicBezTo>
                <a:cubicBezTo>
                  <a:pt x="2018505" y="1872040"/>
                  <a:pt x="2017752" y="1872793"/>
                  <a:pt x="2016745" y="1872793"/>
                </a:cubicBezTo>
                <a:cubicBezTo>
                  <a:pt x="2015740" y="1872793"/>
                  <a:pt x="2014987" y="1872040"/>
                  <a:pt x="2014987" y="1871034"/>
                </a:cubicBezTo>
                <a:cubicBezTo>
                  <a:pt x="2014987" y="1870029"/>
                  <a:pt x="2015740" y="1869276"/>
                  <a:pt x="2016745" y="1869276"/>
                </a:cubicBezTo>
                <a:close/>
                <a:moveTo>
                  <a:pt x="124610" y="1866512"/>
                </a:moveTo>
                <a:cubicBezTo>
                  <a:pt x="125615" y="1866512"/>
                  <a:pt x="126368" y="1867265"/>
                  <a:pt x="126368" y="1868270"/>
                </a:cubicBezTo>
                <a:cubicBezTo>
                  <a:pt x="126368" y="1869276"/>
                  <a:pt x="125615" y="1870029"/>
                  <a:pt x="124610" y="1870029"/>
                </a:cubicBezTo>
                <a:cubicBezTo>
                  <a:pt x="123605" y="1870029"/>
                  <a:pt x="122851" y="1869276"/>
                  <a:pt x="122851" y="1868270"/>
                </a:cubicBezTo>
                <a:cubicBezTo>
                  <a:pt x="122851" y="1867265"/>
                  <a:pt x="123730" y="1866512"/>
                  <a:pt x="124610" y="1866512"/>
                </a:cubicBezTo>
                <a:close/>
                <a:moveTo>
                  <a:pt x="619406" y="1865382"/>
                </a:moveTo>
                <a:cubicBezTo>
                  <a:pt x="630085" y="1865382"/>
                  <a:pt x="638752" y="1873924"/>
                  <a:pt x="638752" y="1884601"/>
                </a:cubicBezTo>
                <a:cubicBezTo>
                  <a:pt x="638752" y="1895280"/>
                  <a:pt x="630210" y="1903947"/>
                  <a:pt x="619533" y="1903947"/>
                </a:cubicBezTo>
                <a:cubicBezTo>
                  <a:pt x="608854" y="1903947"/>
                  <a:pt x="600187" y="1895405"/>
                  <a:pt x="600187" y="1884727"/>
                </a:cubicBezTo>
                <a:cubicBezTo>
                  <a:pt x="600187" y="1874049"/>
                  <a:pt x="608729" y="1865507"/>
                  <a:pt x="619406" y="1865382"/>
                </a:cubicBezTo>
                <a:close/>
                <a:moveTo>
                  <a:pt x="2819803" y="1865004"/>
                </a:moveTo>
                <a:cubicBezTo>
                  <a:pt x="2827592" y="1865004"/>
                  <a:pt x="2833997" y="1871286"/>
                  <a:pt x="2833997" y="1879073"/>
                </a:cubicBezTo>
                <a:cubicBezTo>
                  <a:pt x="2834122" y="1886862"/>
                  <a:pt x="2827717" y="1893269"/>
                  <a:pt x="2819928" y="1893269"/>
                </a:cubicBezTo>
                <a:cubicBezTo>
                  <a:pt x="2812141" y="1893394"/>
                  <a:pt x="2805734" y="1886987"/>
                  <a:pt x="2805734" y="1879200"/>
                </a:cubicBezTo>
                <a:cubicBezTo>
                  <a:pt x="2805734" y="1871286"/>
                  <a:pt x="2812016" y="1864879"/>
                  <a:pt x="2819803" y="1865004"/>
                </a:cubicBezTo>
                <a:close/>
                <a:moveTo>
                  <a:pt x="2921300" y="1853072"/>
                </a:moveTo>
                <a:cubicBezTo>
                  <a:pt x="2924189" y="1852946"/>
                  <a:pt x="2926449" y="1855333"/>
                  <a:pt x="2926449" y="1858097"/>
                </a:cubicBezTo>
                <a:cubicBezTo>
                  <a:pt x="2926449" y="1860985"/>
                  <a:pt x="2924189" y="1863246"/>
                  <a:pt x="2921300" y="1863246"/>
                </a:cubicBezTo>
                <a:cubicBezTo>
                  <a:pt x="2918536" y="1863246"/>
                  <a:pt x="2916275" y="1860985"/>
                  <a:pt x="2916275" y="1858222"/>
                </a:cubicBezTo>
                <a:cubicBezTo>
                  <a:pt x="2916275" y="1855333"/>
                  <a:pt x="2918536" y="1853072"/>
                  <a:pt x="2921300" y="1853072"/>
                </a:cubicBezTo>
                <a:close/>
                <a:moveTo>
                  <a:pt x="514268" y="1851815"/>
                </a:moveTo>
                <a:cubicBezTo>
                  <a:pt x="521805" y="1851815"/>
                  <a:pt x="527834" y="1857844"/>
                  <a:pt x="527834" y="1865256"/>
                </a:cubicBezTo>
                <a:cubicBezTo>
                  <a:pt x="527834" y="1872792"/>
                  <a:pt x="521805" y="1878821"/>
                  <a:pt x="514393" y="1878821"/>
                </a:cubicBezTo>
                <a:cubicBezTo>
                  <a:pt x="506982" y="1878821"/>
                  <a:pt x="500827" y="1872792"/>
                  <a:pt x="500827" y="1865381"/>
                </a:cubicBezTo>
                <a:cubicBezTo>
                  <a:pt x="500827" y="1857970"/>
                  <a:pt x="506856" y="1851940"/>
                  <a:pt x="514268" y="1851815"/>
                </a:cubicBezTo>
                <a:close/>
                <a:moveTo>
                  <a:pt x="2426754" y="1849931"/>
                </a:moveTo>
                <a:cubicBezTo>
                  <a:pt x="2442204" y="1849931"/>
                  <a:pt x="2454892" y="1862493"/>
                  <a:pt x="2454892" y="1877944"/>
                </a:cubicBezTo>
                <a:cubicBezTo>
                  <a:pt x="2454892" y="1893520"/>
                  <a:pt x="2442455" y="1906206"/>
                  <a:pt x="2426879" y="1906206"/>
                </a:cubicBezTo>
                <a:cubicBezTo>
                  <a:pt x="2411303" y="1906206"/>
                  <a:pt x="2398617" y="1893770"/>
                  <a:pt x="2398617" y="1878194"/>
                </a:cubicBezTo>
                <a:cubicBezTo>
                  <a:pt x="2398491" y="1862743"/>
                  <a:pt x="2411053" y="1850056"/>
                  <a:pt x="2426754" y="1849931"/>
                </a:cubicBezTo>
                <a:close/>
                <a:moveTo>
                  <a:pt x="2131057" y="1846917"/>
                </a:moveTo>
                <a:cubicBezTo>
                  <a:pt x="2135328" y="1846917"/>
                  <a:pt x="2138846" y="1850434"/>
                  <a:pt x="2138846" y="1854705"/>
                </a:cubicBezTo>
                <a:cubicBezTo>
                  <a:pt x="2138971" y="1858976"/>
                  <a:pt x="2135454" y="1862493"/>
                  <a:pt x="2131183" y="1862493"/>
                </a:cubicBezTo>
                <a:cubicBezTo>
                  <a:pt x="2126912" y="1862619"/>
                  <a:pt x="2123394" y="1859102"/>
                  <a:pt x="2123394" y="1854831"/>
                </a:cubicBezTo>
                <a:cubicBezTo>
                  <a:pt x="2123394" y="1850560"/>
                  <a:pt x="2126912" y="1847042"/>
                  <a:pt x="2131057" y="1846917"/>
                </a:cubicBezTo>
                <a:close/>
                <a:moveTo>
                  <a:pt x="24117" y="1846539"/>
                </a:moveTo>
                <a:cubicBezTo>
                  <a:pt x="24872" y="1846539"/>
                  <a:pt x="25500" y="1847167"/>
                  <a:pt x="25500" y="1847921"/>
                </a:cubicBezTo>
                <a:cubicBezTo>
                  <a:pt x="25500" y="1848674"/>
                  <a:pt x="24872" y="1849303"/>
                  <a:pt x="24117" y="1849303"/>
                </a:cubicBezTo>
                <a:cubicBezTo>
                  <a:pt x="23490" y="1849303"/>
                  <a:pt x="22862" y="1848674"/>
                  <a:pt x="22862" y="1847921"/>
                </a:cubicBezTo>
                <a:cubicBezTo>
                  <a:pt x="22862" y="1847167"/>
                  <a:pt x="23490" y="1846539"/>
                  <a:pt x="24117" y="1846539"/>
                </a:cubicBezTo>
                <a:close/>
                <a:moveTo>
                  <a:pt x="914727" y="1839254"/>
                </a:moveTo>
                <a:cubicBezTo>
                  <a:pt x="925654" y="1839254"/>
                  <a:pt x="934699" y="1848047"/>
                  <a:pt x="934699" y="1859102"/>
                </a:cubicBezTo>
                <a:cubicBezTo>
                  <a:pt x="934699" y="1870156"/>
                  <a:pt x="925906" y="1879074"/>
                  <a:pt x="914852" y="1879074"/>
                </a:cubicBezTo>
                <a:cubicBezTo>
                  <a:pt x="903923" y="1879074"/>
                  <a:pt x="894879" y="1870282"/>
                  <a:pt x="894879" y="1859227"/>
                </a:cubicBezTo>
                <a:cubicBezTo>
                  <a:pt x="894879" y="1848298"/>
                  <a:pt x="903798" y="1839379"/>
                  <a:pt x="914727" y="1839254"/>
                </a:cubicBezTo>
                <a:close/>
                <a:moveTo>
                  <a:pt x="411263" y="1837369"/>
                </a:moveTo>
                <a:cubicBezTo>
                  <a:pt x="415660" y="1837369"/>
                  <a:pt x="419428" y="1841012"/>
                  <a:pt x="419428" y="1845534"/>
                </a:cubicBezTo>
                <a:cubicBezTo>
                  <a:pt x="419428" y="1850056"/>
                  <a:pt x="415785" y="1853699"/>
                  <a:pt x="411263" y="1853699"/>
                </a:cubicBezTo>
                <a:cubicBezTo>
                  <a:pt x="406866" y="1853699"/>
                  <a:pt x="403098" y="1850056"/>
                  <a:pt x="403098" y="1845534"/>
                </a:cubicBezTo>
                <a:cubicBezTo>
                  <a:pt x="403098" y="1841012"/>
                  <a:pt x="406740" y="1837369"/>
                  <a:pt x="411263" y="1837369"/>
                </a:cubicBezTo>
                <a:close/>
                <a:moveTo>
                  <a:pt x="3021790" y="1835737"/>
                </a:moveTo>
                <a:cubicBezTo>
                  <a:pt x="3022543" y="1835612"/>
                  <a:pt x="3023173" y="1836239"/>
                  <a:pt x="3023173" y="1836994"/>
                </a:cubicBezTo>
                <a:cubicBezTo>
                  <a:pt x="3023173" y="1837746"/>
                  <a:pt x="3022543" y="1838375"/>
                  <a:pt x="3021790" y="1838375"/>
                </a:cubicBezTo>
                <a:cubicBezTo>
                  <a:pt x="3021036" y="1838375"/>
                  <a:pt x="3020408" y="1837746"/>
                  <a:pt x="3020408" y="1836994"/>
                </a:cubicBezTo>
                <a:cubicBezTo>
                  <a:pt x="3020408" y="1836239"/>
                  <a:pt x="3020911" y="1835612"/>
                  <a:pt x="3021790" y="1835737"/>
                </a:cubicBezTo>
                <a:close/>
                <a:moveTo>
                  <a:pt x="2531517" y="1835235"/>
                </a:moveTo>
                <a:cubicBezTo>
                  <a:pt x="2544079" y="1835235"/>
                  <a:pt x="2554380" y="1845410"/>
                  <a:pt x="2554380" y="1857971"/>
                </a:cubicBezTo>
                <a:cubicBezTo>
                  <a:pt x="2554380" y="1870532"/>
                  <a:pt x="2544204" y="1880833"/>
                  <a:pt x="2531642" y="1880833"/>
                </a:cubicBezTo>
                <a:cubicBezTo>
                  <a:pt x="2519081" y="1880833"/>
                  <a:pt x="2508781" y="1870658"/>
                  <a:pt x="2508781" y="1858096"/>
                </a:cubicBezTo>
                <a:cubicBezTo>
                  <a:pt x="2508781" y="1845535"/>
                  <a:pt x="2518956" y="1835360"/>
                  <a:pt x="2531517" y="1835235"/>
                </a:cubicBezTo>
                <a:close/>
                <a:moveTo>
                  <a:pt x="309892" y="1819783"/>
                </a:moveTo>
                <a:cubicBezTo>
                  <a:pt x="312906" y="1819783"/>
                  <a:pt x="315419" y="1822295"/>
                  <a:pt x="315419" y="1825310"/>
                </a:cubicBezTo>
                <a:cubicBezTo>
                  <a:pt x="315419" y="1828325"/>
                  <a:pt x="312906" y="1830837"/>
                  <a:pt x="309892" y="1830837"/>
                </a:cubicBezTo>
                <a:cubicBezTo>
                  <a:pt x="306877" y="1830837"/>
                  <a:pt x="304365" y="1828325"/>
                  <a:pt x="304365" y="1825310"/>
                </a:cubicBezTo>
                <a:cubicBezTo>
                  <a:pt x="304365" y="1822295"/>
                  <a:pt x="306752" y="1819783"/>
                  <a:pt x="309892" y="1819783"/>
                </a:cubicBezTo>
                <a:close/>
                <a:moveTo>
                  <a:pt x="2240216" y="1819532"/>
                </a:moveTo>
                <a:cubicBezTo>
                  <a:pt x="2249512" y="1819407"/>
                  <a:pt x="2257049" y="1826944"/>
                  <a:pt x="2257049" y="1836239"/>
                </a:cubicBezTo>
                <a:cubicBezTo>
                  <a:pt x="2257175" y="1845410"/>
                  <a:pt x="2249638" y="1853072"/>
                  <a:pt x="2240343" y="1853072"/>
                </a:cubicBezTo>
                <a:cubicBezTo>
                  <a:pt x="2231046" y="1853197"/>
                  <a:pt x="2223509" y="1845660"/>
                  <a:pt x="2223509" y="1836365"/>
                </a:cubicBezTo>
                <a:cubicBezTo>
                  <a:pt x="2223509" y="1826944"/>
                  <a:pt x="2231046" y="1819407"/>
                  <a:pt x="2240216" y="1819532"/>
                </a:cubicBezTo>
                <a:close/>
                <a:moveTo>
                  <a:pt x="805316" y="1816392"/>
                </a:moveTo>
                <a:cubicBezTo>
                  <a:pt x="819134" y="1816266"/>
                  <a:pt x="830438" y="1827446"/>
                  <a:pt x="830438" y="1841263"/>
                </a:cubicBezTo>
                <a:cubicBezTo>
                  <a:pt x="830565" y="1855081"/>
                  <a:pt x="819386" y="1866386"/>
                  <a:pt x="805568" y="1866386"/>
                </a:cubicBezTo>
                <a:cubicBezTo>
                  <a:pt x="791750" y="1866511"/>
                  <a:pt x="780446" y="1855332"/>
                  <a:pt x="780446" y="1841515"/>
                </a:cubicBezTo>
                <a:cubicBezTo>
                  <a:pt x="780446" y="1827697"/>
                  <a:pt x="791500" y="1816518"/>
                  <a:pt x="805316" y="1816392"/>
                </a:cubicBezTo>
                <a:close/>
                <a:moveTo>
                  <a:pt x="2634397" y="1815890"/>
                </a:moveTo>
                <a:cubicBezTo>
                  <a:pt x="2646331" y="1815890"/>
                  <a:pt x="2656128" y="1825562"/>
                  <a:pt x="2656128" y="1837496"/>
                </a:cubicBezTo>
                <a:cubicBezTo>
                  <a:pt x="2656128" y="1849430"/>
                  <a:pt x="2646456" y="1859227"/>
                  <a:pt x="2634522" y="1859227"/>
                </a:cubicBezTo>
                <a:cubicBezTo>
                  <a:pt x="2622589" y="1859227"/>
                  <a:pt x="2612791" y="1849555"/>
                  <a:pt x="2612791" y="1837621"/>
                </a:cubicBezTo>
                <a:cubicBezTo>
                  <a:pt x="2612791" y="1825562"/>
                  <a:pt x="2622463" y="1815765"/>
                  <a:pt x="2634397" y="1815890"/>
                </a:cubicBezTo>
                <a:close/>
                <a:moveTo>
                  <a:pt x="1104532" y="1811241"/>
                </a:moveTo>
                <a:cubicBezTo>
                  <a:pt x="1106291" y="1811241"/>
                  <a:pt x="1107673" y="1812623"/>
                  <a:pt x="1107673" y="1814381"/>
                </a:cubicBezTo>
                <a:cubicBezTo>
                  <a:pt x="1107673" y="1816140"/>
                  <a:pt x="1106291" y="1817522"/>
                  <a:pt x="1104532" y="1817522"/>
                </a:cubicBezTo>
                <a:cubicBezTo>
                  <a:pt x="1102774" y="1817522"/>
                  <a:pt x="1101392" y="1816140"/>
                  <a:pt x="1101392" y="1814381"/>
                </a:cubicBezTo>
                <a:cubicBezTo>
                  <a:pt x="1101392" y="1812748"/>
                  <a:pt x="1102774" y="1811366"/>
                  <a:pt x="1104532" y="1811241"/>
                </a:cubicBezTo>
                <a:close/>
                <a:moveTo>
                  <a:pt x="1941253" y="1811116"/>
                </a:moveTo>
                <a:cubicBezTo>
                  <a:pt x="1941379" y="1811116"/>
                  <a:pt x="1941505" y="1811242"/>
                  <a:pt x="1941505" y="1811368"/>
                </a:cubicBezTo>
                <a:cubicBezTo>
                  <a:pt x="1941505" y="1811494"/>
                  <a:pt x="1941379" y="1811619"/>
                  <a:pt x="1941253" y="1811619"/>
                </a:cubicBezTo>
                <a:cubicBezTo>
                  <a:pt x="1941127" y="1811619"/>
                  <a:pt x="1941002" y="1811494"/>
                  <a:pt x="1941002" y="1811368"/>
                </a:cubicBezTo>
                <a:cubicBezTo>
                  <a:pt x="1941002" y="1811242"/>
                  <a:pt x="1941127" y="1811242"/>
                  <a:pt x="1941253" y="1811116"/>
                </a:cubicBezTo>
                <a:close/>
                <a:moveTo>
                  <a:pt x="209652" y="1799937"/>
                </a:moveTo>
                <a:cubicBezTo>
                  <a:pt x="212289" y="1799937"/>
                  <a:pt x="214551" y="1802199"/>
                  <a:pt x="214551" y="1804836"/>
                </a:cubicBezTo>
                <a:cubicBezTo>
                  <a:pt x="214551" y="1807599"/>
                  <a:pt x="212289" y="1809735"/>
                  <a:pt x="209652" y="1809735"/>
                </a:cubicBezTo>
                <a:cubicBezTo>
                  <a:pt x="207014" y="1809735"/>
                  <a:pt x="204753" y="1807474"/>
                  <a:pt x="204753" y="1804836"/>
                </a:cubicBezTo>
                <a:cubicBezTo>
                  <a:pt x="204753" y="1802199"/>
                  <a:pt x="206888" y="1799937"/>
                  <a:pt x="209652" y="1799937"/>
                </a:cubicBezTo>
                <a:close/>
                <a:moveTo>
                  <a:pt x="699547" y="1798177"/>
                </a:moveTo>
                <a:cubicBezTo>
                  <a:pt x="712862" y="1798052"/>
                  <a:pt x="723791" y="1808854"/>
                  <a:pt x="723791" y="1822170"/>
                </a:cubicBezTo>
                <a:cubicBezTo>
                  <a:pt x="723916" y="1835484"/>
                  <a:pt x="713114" y="1846413"/>
                  <a:pt x="699798" y="1846413"/>
                </a:cubicBezTo>
                <a:cubicBezTo>
                  <a:pt x="686484" y="1846538"/>
                  <a:pt x="675555" y="1835736"/>
                  <a:pt x="675555" y="1822421"/>
                </a:cubicBezTo>
                <a:cubicBezTo>
                  <a:pt x="675555" y="1809106"/>
                  <a:pt x="686232" y="1798303"/>
                  <a:pt x="699547" y="1798177"/>
                </a:cubicBezTo>
                <a:close/>
                <a:moveTo>
                  <a:pt x="2735641" y="1796923"/>
                </a:moveTo>
                <a:cubicBezTo>
                  <a:pt x="2746568" y="1796798"/>
                  <a:pt x="2755362" y="1805591"/>
                  <a:pt x="2755487" y="1816519"/>
                </a:cubicBezTo>
                <a:cubicBezTo>
                  <a:pt x="2755487" y="1827322"/>
                  <a:pt x="2746695" y="1836241"/>
                  <a:pt x="2735892" y="1836241"/>
                </a:cubicBezTo>
                <a:cubicBezTo>
                  <a:pt x="2725089" y="1836367"/>
                  <a:pt x="2716171" y="1827574"/>
                  <a:pt x="2716171" y="1816645"/>
                </a:cubicBezTo>
                <a:cubicBezTo>
                  <a:pt x="2716045" y="1805716"/>
                  <a:pt x="2724838" y="1796798"/>
                  <a:pt x="2735641" y="1796923"/>
                </a:cubicBezTo>
                <a:close/>
                <a:moveTo>
                  <a:pt x="2053553" y="1793655"/>
                </a:moveTo>
                <a:cubicBezTo>
                  <a:pt x="2053678" y="1793655"/>
                  <a:pt x="2053930" y="1793907"/>
                  <a:pt x="2053930" y="1794158"/>
                </a:cubicBezTo>
                <a:cubicBezTo>
                  <a:pt x="2053930" y="1794410"/>
                  <a:pt x="2053803" y="1794660"/>
                  <a:pt x="2053553" y="1794660"/>
                </a:cubicBezTo>
                <a:cubicBezTo>
                  <a:pt x="2053175" y="1794660"/>
                  <a:pt x="2053050" y="1794410"/>
                  <a:pt x="2053050" y="1794158"/>
                </a:cubicBezTo>
                <a:cubicBezTo>
                  <a:pt x="2053050" y="1793907"/>
                  <a:pt x="2053175" y="1793655"/>
                  <a:pt x="2053553" y="1793655"/>
                </a:cubicBezTo>
                <a:close/>
                <a:moveTo>
                  <a:pt x="2345982" y="1788255"/>
                </a:moveTo>
                <a:cubicBezTo>
                  <a:pt x="2361559" y="1788255"/>
                  <a:pt x="2374120" y="1800691"/>
                  <a:pt x="2374247" y="1816268"/>
                </a:cubicBezTo>
                <a:cubicBezTo>
                  <a:pt x="2374247" y="1831844"/>
                  <a:pt x="2361810" y="1844530"/>
                  <a:pt x="2346234" y="1844530"/>
                </a:cubicBezTo>
                <a:cubicBezTo>
                  <a:pt x="2330658" y="1844530"/>
                  <a:pt x="2318097" y="1832094"/>
                  <a:pt x="2317972" y="1816518"/>
                </a:cubicBezTo>
                <a:cubicBezTo>
                  <a:pt x="2317846" y="1801068"/>
                  <a:pt x="2330408" y="1788380"/>
                  <a:pt x="2345982" y="1788255"/>
                </a:cubicBezTo>
                <a:close/>
                <a:moveTo>
                  <a:pt x="991978" y="1788255"/>
                </a:moveTo>
                <a:cubicBezTo>
                  <a:pt x="997380" y="1788255"/>
                  <a:pt x="1001776" y="1792525"/>
                  <a:pt x="1001776" y="1797927"/>
                </a:cubicBezTo>
                <a:cubicBezTo>
                  <a:pt x="1001776" y="1803329"/>
                  <a:pt x="997505" y="1807726"/>
                  <a:pt x="992105" y="1807726"/>
                </a:cubicBezTo>
                <a:cubicBezTo>
                  <a:pt x="986703" y="1807851"/>
                  <a:pt x="982307" y="1803454"/>
                  <a:pt x="982307" y="1798052"/>
                </a:cubicBezTo>
                <a:cubicBezTo>
                  <a:pt x="982307" y="1792652"/>
                  <a:pt x="986703" y="1788255"/>
                  <a:pt x="991978" y="1788255"/>
                </a:cubicBezTo>
                <a:close/>
                <a:moveTo>
                  <a:pt x="110414" y="1781596"/>
                </a:moveTo>
                <a:cubicBezTo>
                  <a:pt x="111922" y="1781596"/>
                  <a:pt x="113052" y="1782726"/>
                  <a:pt x="113052" y="1784233"/>
                </a:cubicBezTo>
                <a:cubicBezTo>
                  <a:pt x="113052" y="1785615"/>
                  <a:pt x="111922" y="1786870"/>
                  <a:pt x="110414" y="1786870"/>
                </a:cubicBezTo>
                <a:cubicBezTo>
                  <a:pt x="108907" y="1786870"/>
                  <a:pt x="107777" y="1785740"/>
                  <a:pt x="107777" y="1784233"/>
                </a:cubicBezTo>
                <a:cubicBezTo>
                  <a:pt x="107650" y="1782726"/>
                  <a:pt x="108907" y="1781596"/>
                  <a:pt x="110414" y="1781596"/>
                </a:cubicBezTo>
                <a:close/>
                <a:moveTo>
                  <a:pt x="596293" y="1780466"/>
                </a:moveTo>
                <a:cubicBezTo>
                  <a:pt x="608603" y="1780341"/>
                  <a:pt x="618527" y="1790264"/>
                  <a:pt x="618527" y="1802449"/>
                </a:cubicBezTo>
                <a:cubicBezTo>
                  <a:pt x="618652" y="1814759"/>
                  <a:pt x="608728" y="1824683"/>
                  <a:pt x="596544" y="1824683"/>
                </a:cubicBezTo>
                <a:cubicBezTo>
                  <a:pt x="584235" y="1824808"/>
                  <a:pt x="574311" y="1814884"/>
                  <a:pt x="574311" y="1802700"/>
                </a:cubicBezTo>
                <a:cubicBezTo>
                  <a:pt x="574311" y="1790390"/>
                  <a:pt x="584108" y="1780466"/>
                  <a:pt x="596293" y="1780466"/>
                </a:cubicBezTo>
                <a:close/>
                <a:moveTo>
                  <a:pt x="2835757" y="1778708"/>
                </a:moveTo>
                <a:cubicBezTo>
                  <a:pt x="2844927" y="1778708"/>
                  <a:pt x="2852464" y="1786120"/>
                  <a:pt x="2852464" y="1795289"/>
                </a:cubicBezTo>
                <a:cubicBezTo>
                  <a:pt x="2852464" y="1804459"/>
                  <a:pt x="2845052" y="1811996"/>
                  <a:pt x="2835882" y="1811996"/>
                </a:cubicBezTo>
                <a:cubicBezTo>
                  <a:pt x="2826838" y="1811996"/>
                  <a:pt x="2819301" y="1804584"/>
                  <a:pt x="2819301" y="1795415"/>
                </a:cubicBezTo>
                <a:cubicBezTo>
                  <a:pt x="2819301" y="1786245"/>
                  <a:pt x="2826713" y="1778708"/>
                  <a:pt x="2835757" y="1778708"/>
                </a:cubicBezTo>
                <a:close/>
                <a:moveTo>
                  <a:pt x="2448988" y="1767905"/>
                </a:moveTo>
                <a:cubicBezTo>
                  <a:pt x="2464439" y="1767905"/>
                  <a:pt x="2477000" y="1780215"/>
                  <a:pt x="2477000" y="1795666"/>
                </a:cubicBezTo>
                <a:cubicBezTo>
                  <a:pt x="2477126" y="1811117"/>
                  <a:pt x="2464689" y="1823679"/>
                  <a:pt x="2449239" y="1823679"/>
                </a:cubicBezTo>
                <a:cubicBezTo>
                  <a:pt x="2433789" y="1823804"/>
                  <a:pt x="2421228" y="1811368"/>
                  <a:pt x="2421228" y="1795918"/>
                </a:cubicBezTo>
                <a:cubicBezTo>
                  <a:pt x="2421102" y="1780592"/>
                  <a:pt x="2433537" y="1768030"/>
                  <a:pt x="2448988" y="1767905"/>
                </a:cubicBezTo>
                <a:close/>
                <a:moveTo>
                  <a:pt x="2934991" y="1767150"/>
                </a:moveTo>
                <a:cubicBezTo>
                  <a:pt x="2938760" y="1767150"/>
                  <a:pt x="2941900" y="1770165"/>
                  <a:pt x="2941900" y="1773934"/>
                </a:cubicBezTo>
                <a:cubicBezTo>
                  <a:pt x="2941900" y="1777701"/>
                  <a:pt x="2938885" y="1780841"/>
                  <a:pt x="2935118" y="1780841"/>
                </a:cubicBezTo>
                <a:cubicBezTo>
                  <a:pt x="2931348" y="1780841"/>
                  <a:pt x="2928208" y="1777827"/>
                  <a:pt x="2928208" y="1774059"/>
                </a:cubicBezTo>
                <a:cubicBezTo>
                  <a:pt x="2928208" y="1770165"/>
                  <a:pt x="2931223" y="1767150"/>
                  <a:pt x="2934991" y="1767150"/>
                </a:cubicBezTo>
                <a:close/>
                <a:moveTo>
                  <a:pt x="495047" y="1765517"/>
                </a:moveTo>
                <a:cubicBezTo>
                  <a:pt x="504343" y="1765392"/>
                  <a:pt x="511880" y="1772929"/>
                  <a:pt x="511880" y="1782224"/>
                </a:cubicBezTo>
                <a:cubicBezTo>
                  <a:pt x="511880" y="1791520"/>
                  <a:pt x="504468" y="1799057"/>
                  <a:pt x="495173" y="1799057"/>
                </a:cubicBezTo>
                <a:cubicBezTo>
                  <a:pt x="485877" y="1799182"/>
                  <a:pt x="478340" y="1791645"/>
                  <a:pt x="478340" y="1782350"/>
                </a:cubicBezTo>
                <a:cubicBezTo>
                  <a:pt x="478215" y="1773054"/>
                  <a:pt x="485752" y="1765517"/>
                  <a:pt x="495047" y="1765517"/>
                </a:cubicBezTo>
                <a:close/>
                <a:moveTo>
                  <a:pt x="11932" y="1762126"/>
                </a:moveTo>
                <a:cubicBezTo>
                  <a:pt x="12685" y="1762126"/>
                  <a:pt x="13313" y="1762754"/>
                  <a:pt x="13313" y="1763508"/>
                </a:cubicBezTo>
                <a:cubicBezTo>
                  <a:pt x="13313" y="1764261"/>
                  <a:pt x="12685" y="1764890"/>
                  <a:pt x="11932" y="1764890"/>
                </a:cubicBezTo>
                <a:cubicBezTo>
                  <a:pt x="11178" y="1764890"/>
                  <a:pt x="10550" y="1764261"/>
                  <a:pt x="10550" y="1763508"/>
                </a:cubicBezTo>
                <a:cubicBezTo>
                  <a:pt x="10550" y="1762754"/>
                  <a:pt x="11178" y="1762126"/>
                  <a:pt x="11932" y="1762126"/>
                </a:cubicBezTo>
                <a:close/>
                <a:moveTo>
                  <a:pt x="2160324" y="1761750"/>
                </a:moveTo>
                <a:cubicBezTo>
                  <a:pt x="2167484" y="1761750"/>
                  <a:pt x="2173388" y="1767654"/>
                  <a:pt x="2173388" y="1774814"/>
                </a:cubicBezTo>
                <a:cubicBezTo>
                  <a:pt x="2173388" y="1781974"/>
                  <a:pt x="2167484" y="1787878"/>
                  <a:pt x="2160324" y="1787878"/>
                </a:cubicBezTo>
                <a:cubicBezTo>
                  <a:pt x="2153165" y="1787878"/>
                  <a:pt x="2147260" y="1781974"/>
                  <a:pt x="2147260" y="1774814"/>
                </a:cubicBezTo>
                <a:cubicBezTo>
                  <a:pt x="2147260" y="1767529"/>
                  <a:pt x="2153038" y="1761750"/>
                  <a:pt x="2160324" y="1761750"/>
                </a:cubicBezTo>
                <a:close/>
                <a:moveTo>
                  <a:pt x="884955" y="1759866"/>
                </a:moveTo>
                <a:cubicBezTo>
                  <a:pt x="895758" y="1759741"/>
                  <a:pt x="904550" y="1768409"/>
                  <a:pt x="904550" y="1779211"/>
                </a:cubicBezTo>
                <a:cubicBezTo>
                  <a:pt x="904677" y="1790015"/>
                  <a:pt x="896009" y="1798808"/>
                  <a:pt x="885207" y="1798808"/>
                </a:cubicBezTo>
                <a:cubicBezTo>
                  <a:pt x="874403" y="1798934"/>
                  <a:pt x="865736" y="1790267"/>
                  <a:pt x="865611" y="1779463"/>
                </a:cubicBezTo>
                <a:cubicBezTo>
                  <a:pt x="865611" y="1768659"/>
                  <a:pt x="874278" y="1759866"/>
                  <a:pt x="884955" y="1759866"/>
                </a:cubicBezTo>
                <a:close/>
                <a:moveTo>
                  <a:pt x="1180277" y="1753710"/>
                </a:moveTo>
                <a:cubicBezTo>
                  <a:pt x="1180403" y="1753710"/>
                  <a:pt x="1180528" y="1753835"/>
                  <a:pt x="1180528" y="1753962"/>
                </a:cubicBezTo>
                <a:cubicBezTo>
                  <a:pt x="1180528" y="1754087"/>
                  <a:pt x="1180403" y="1754212"/>
                  <a:pt x="1180277" y="1754212"/>
                </a:cubicBezTo>
                <a:cubicBezTo>
                  <a:pt x="1180151" y="1754212"/>
                  <a:pt x="1180026" y="1754087"/>
                  <a:pt x="1180026" y="1753962"/>
                </a:cubicBezTo>
                <a:cubicBezTo>
                  <a:pt x="1180026" y="1753835"/>
                  <a:pt x="1180026" y="1753710"/>
                  <a:pt x="1180277" y="1753710"/>
                </a:cubicBezTo>
                <a:close/>
                <a:moveTo>
                  <a:pt x="395184" y="1750821"/>
                </a:moveTo>
                <a:cubicBezTo>
                  <a:pt x="401213" y="1750821"/>
                  <a:pt x="406238" y="1755720"/>
                  <a:pt x="406238" y="1761875"/>
                </a:cubicBezTo>
                <a:cubicBezTo>
                  <a:pt x="406238" y="1767905"/>
                  <a:pt x="401338" y="1772929"/>
                  <a:pt x="395184" y="1772929"/>
                </a:cubicBezTo>
                <a:cubicBezTo>
                  <a:pt x="389154" y="1772929"/>
                  <a:pt x="384130" y="1768030"/>
                  <a:pt x="384130" y="1761875"/>
                </a:cubicBezTo>
                <a:cubicBezTo>
                  <a:pt x="384130" y="1755720"/>
                  <a:pt x="389029" y="1750821"/>
                  <a:pt x="395184" y="1750821"/>
                </a:cubicBezTo>
                <a:close/>
                <a:moveTo>
                  <a:pt x="2550108" y="1750695"/>
                </a:moveTo>
                <a:cubicBezTo>
                  <a:pt x="2563422" y="1750570"/>
                  <a:pt x="2574351" y="1761372"/>
                  <a:pt x="2574351" y="1774688"/>
                </a:cubicBezTo>
                <a:cubicBezTo>
                  <a:pt x="2574477" y="1788002"/>
                  <a:pt x="2563674" y="1798931"/>
                  <a:pt x="2550359" y="1798931"/>
                </a:cubicBezTo>
                <a:cubicBezTo>
                  <a:pt x="2537044" y="1799056"/>
                  <a:pt x="2526115" y="1788254"/>
                  <a:pt x="2526115" y="1774939"/>
                </a:cubicBezTo>
                <a:cubicBezTo>
                  <a:pt x="2526115" y="1761624"/>
                  <a:pt x="2536919" y="1750820"/>
                  <a:pt x="2550108" y="1750695"/>
                </a:cubicBezTo>
                <a:close/>
                <a:moveTo>
                  <a:pt x="3033348" y="1750570"/>
                </a:moveTo>
                <a:cubicBezTo>
                  <a:pt x="3034478" y="1750570"/>
                  <a:pt x="3035358" y="1751450"/>
                  <a:pt x="3035358" y="1752580"/>
                </a:cubicBezTo>
                <a:cubicBezTo>
                  <a:pt x="3035358" y="1753711"/>
                  <a:pt x="3034478" y="1754590"/>
                  <a:pt x="3033348" y="1754590"/>
                </a:cubicBezTo>
                <a:cubicBezTo>
                  <a:pt x="3032218" y="1754590"/>
                  <a:pt x="3031338" y="1753711"/>
                  <a:pt x="3031338" y="1752580"/>
                </a:cubicBezTo>
                <a:cubicBezTo>
                  <a:pt x="3031338" y="1751450"/>
                  <a:pt x="3032218" y="1750570"/>
                  <a:pt x="3033348" y="1750570"/>
                </a:cubicBezTo>
                <a:close/>
                <a:moveTo>
                  <a:pt x="781324" y="1734366"/>
                </a:moveTo>
                <a:cubicBezTo>
                  <a:pt x="795267" y="1734366"/>
                  <a:pt x="806697" y="1745545"/>
                  <a:pt x="806697" y="1759489"/>
                </a:cubicBezTo>
                <a:cubicBezTo>
                  <a:pt x="806824" y="1773432"/>
                  <a:pt x="795518" y="1784737"/>
                  <a:pt x="781574" y="1784862"/>
                </a:cubicBezTo>
                <a:cubicBezTo>
                  <a:pt x="767757" y="1784862"/>
                  <a:pt x="756326" y="1773683"/>
                  <a:pt x="756326" y="1759739"/>
                </a:cubicBezTo>
                <a:cubicBezTo>
                  <a:pt x="756326" y="1745797"/>
                  <a:pt x="767505" y="1734491"/>
                  <a:pt x="781324" y="1734366"/>
                </a:cubicBezTo>
                <a:close/>
                <a:moveTo>
                  <a:pt x="1070741" y="1733360"/>
                </a:moveTo>
                <a:cubicBezTo>
                  <a:pt x="1072374" y="1733360"/>
                  <a:pt x="1073630" y="1734615"/>
                  <a:pt x="1073630" y="1736250"/>
                </a:cubicBezTo>
                <a:cubicBezTo>
                  <a:pt x="1073630" y="1737882"/>
                  <a:pt x="1072374" y="1739138"/>
                  <a:pt x="1070741" y="1739138"/>
                </a:cubicBezTo>
                <a:cubicBezTo>
                  <a:pt x="1069107" y="1739138"/>
                  <a:pt x="1067852" y="1737882"/>
                  <a:pt x="1067852" y="1736250"/>
                </a:cubicBezTo>
                <a:cubicBezTo>
                  <a:pt x="1067852" y="1734615"/>
                  <a:pt x="1069107" y="1733360"/>
                  <a:pt x="1070741" y="1733360"/>
                </a:cubicBezTo>
                <a:close/>
                <a:moveTo>
                  <a:pt x="296325" y="1733235"/>
                </a:moveTo>
                <a:cubicBezTo>
                  <a:pt x="300597" y="1733235"/>
                  <a:pt x="304114" y="1736752"/>
                  <a:pt x="304114" y="1741024"/>
                </a:cubicBezTo>
                <a:cubicBezTo>
                  <a:pt x="304239" y="1745294"/>
                  <a:pt x="300722" y="1748811"/>
                  <a:pt x="296452" y="1748811"/>
                </a:cubicBezTo>
                <a:cubicBezTo>
                  <a:pt x="292180" y="1748937"/>
                  <a:pt x="288663" y="1745419"/>
                  <a:pt x="288663" y="1741149"/>
                </a:cubicBezTo>
                <a:cubicBezTo>
                  <a:pt x="288663" y="1736877"/>
                  <a:pt x="292055" y="1733360"/>
                  <a:pt x="296325" y="1733235"/>
                </a:cubicBezTo>
                <a:close/>
                <a:moveTo>
                  <a:pt x="1974415" y="1732606"/>
                </a:moveTo>
                <a:cubicBezTo>
                  <a:pt x="1974665" y="1732481"/>
                  <a:pt x="1974917" y="1732733"/>
                  <a:pt x="1974917" y="1732983"/>
                </a:cubicBezTo>
                <a:cubicBezTo>
                  <a:pt x="1974917" y="1733235"/>
                  <a:pt x="1974665" y="1733486"/>
                  <a:pt x="1974415" y="1733486"/>
                </a:cubicBezTo>
                <a:cubicBezTo>
                  <a:pt x="1974164" y="1733361"/>
                  <a:pt x="1973912" y="1733235"/>
                  <a:pt x="1973912" y="1732983"/>
                </a:cubicBezTo>
                <a:cubicBezTo>
                  <a:pt x="1973912" y="1732733"/>
                  <a:pt x="1974164" y="1732481"/>
                  <a:pt x="1974415" y="1732606"/>
                </a:cubicBezTo>
                <a:close/>
                <a:moveTo>
                  <a:pt x="2263580" y="1730973"/>
                </a:moveTo>
                <a:cubicBezTo>
                  <a:pt x="2276519" y="1730848"/>
                  <a:pt x="2286944" y="1741273"/>
                  <a:pt x="2286944" y="1754087"/>
                </a:cubicBezTo>
                <a:cubicBezTo>
                  <a:pt x="2287071" y="1766900"/>
                  <a:pt x="2276644" y="1777452"/>
                  <a:pt x="2263831" y="1777452"/>
                </a:cubicBezTo>
                <a:cubicBezTo>
                  <a:pt x="2250894" y="1777578"/>
                  <a:pt x="2240468" y="1767152"/>
                  <a:pt x="2240468" y="1754338"/>
                </a:cubicBezTo>
                <a:cubicBezTo>
                  <a:pt x="2240342" y="1741525"/>
                  <a:pt x="2250767" y="1731098"/>
                  <a:pt x="2263580" y="1730973"/>
                </a:cubicBezTo>
                <a:close/>
                <a:moveTo>
                  <a:pt x="2649971" y="1730848"/>
                </a:moveTo>
                <a:cubicBezTo>
                  <a:pt x="2662533" y="1730848"/>
                  <a:pt x="2672834" y="1741022"/>
                  <a:pt x="2672834" y="1753584"/>
                </a:cubicBezTo>
                <a:cubicBezTo>
                  <a:pt x="2672834" y="1766145"/>
                  <a:pt x="2662659" y="1776446"/>
                  <a:pt x="2650098" y="1776446"/>
                </a:cubicBezTo>
                <a:cubicBezTo>
                  <a:pt x="2637536" y="1776446"/>
                  <a:pt x="2627235" y="1766272"/>
                  <a:pt x="2627235" y="1753711"/>
                </a:cubicBezTo>
                <a:cubicBezTo>
                  <a:pt x="2627235" y="1741149"/>
                  <a:pt x="2637410" y="1730848"/>
                  <a:pt x="2649971" y="1730848"/>
                </a:cubicBezTo>
                <a:close/>
                <a:moveTo>
                  <a:pt x="198346" y="1715397"/>
                </a:moveTo>
                <a:cubicBezTo>
                  <a:pt x="201109" y="1715397"/>
                  <a:pt x="203244" y="1717659"/>
                  <a:pt x="203244" y="1720296"/>
                </a:cubicBezTo>
                <a:cubicBezTo>
                  <a:pt x="203244" y="1723059"/>
                  <a:pt x="201109" y="1725194"/>
                  <a:pt x="198471" y="1725194"/>
                </a:cubicBezTo>
                <a:cubicBezTo>
                  <a:pt x="195707" y="1725194"/>
                  <a:pt x="193572" y="1722934"/>
                  <a:pt x="193572" y="1720296"/>
                </a:cubicBezTo>
                <a:cubicBezTo>
                  <a:pt x="193572" y="1717659"/>
                  <a:pt x="195707" y="1715397"/>
                  <a:pt x="198346" y="1715397"/>
                </a:cubicBezTo>
                <a:close/>
                <a:moveTo>
                  <a:pt x="680330" y="1713136"/>
                </a:moveTo>
                <a:cubicBezTo>
                  <a:pt x="694774" y="1713010"/>
                  <a:pt x="706583" y="1724693"/>
                  <a:pt x="706583" y="1739137"/>
                </a:cubicBezTo>
                <a:cubicBezTo>
                  <a:pt x="706708" y="1753583"/>
                  <a:pt x="695026" y="1765391"/>
                  <a:pt x="680580" y="1765391"/>
                </a:cubicBezTo>
                <a:cubicBezTo>
                  <a:pt x="666134" y="1765516"/>
                  <a:pt x="654327" y="1753835"/>
                  <a:pt x="654327" y="1739389"/>
                </a:cubicBezTo>
                <a:cubicBezTo>
                  <a:pt x="654202" y="1724943"/>
                  <a:pt x="665884" y="1713261"/>
                  <a:pt x="680330" y="1713136"/>
                </a:cubicBezTo>
                <a:close/>
                <a:moveTo>
                  <a:pt x="2748578" y="1710876"/>
                </a:moveTo>
                <a:cubicBezTo>
                  <a:pt x="2760512" y="1710751"/>
                  <a:pt x="2770184" y="1720423"/>
                  <a:pt x="2770184" y="1732230"/>
                </a:cubicBezTo>
                <a:cubicBezTo>
                  <a:pt x="2770184" y="1744039"/>
                  <a:pt x="2760639" y="1753711"/>
                  <a:pt x="2748830" y="1753711"/>
                </a:cubicBezTo>
                <a:cubicBezTo>
                  <a:pt x="2736896" y="1753836"/>
                  <a:pt x="2727224" y="1744289"/>
                  <a:pt x="2727224" y="1732357"/>
                </a:cubicBezTo>
                <a:cubicBezTo>
                  <a:pt x="2727224" y="1720423"/>
                  <a:pt x="2736771" y="1710751"/>
                  <a:pt x="2748578" y="1710876"/>
                </a:cubicBezTo>
                <a:close/>
                <a:moveTo>
                  <a:pt x="2078046" y="1708364"/>
                </a:moveTo>
                <a:cubicBezTo>
                  <a:pt x="2080433" y="1708364"/>
                  <a:pt x="2082318" y="1710249"/>
                  <a:pt x="2082318" y="1712509"/>
                </a:cubicBezTo>
                <a:cubicBezTo>
                  <a:pt x="2082318" y="1714896"/>
                  <a:pt x="2080558" y="1716781"/>
                  <a:pt x="2078172" y="1716781"/>
                </a:cubicBezTo>
                <a:cubicBezTo>
                  <a:pt x="2075912" y="1716781"/>
                  <a:pt x="2074027" y="1715022"/>
                  <a:pt x="2074027" y="1712635"/>
                </a:cubicBezTo>
                <a:cubicBezTo>
                  <a:pt x="2074027" y="1710374"/>
                  <a:pt x="2075912" y="1708489"/>
                  <a:pt x="2078046" y="1708364"/>
                </a:cubicBezTo>
                <a:close/>
                <a:moveTo>
                  <a:pt x="966606" y="1706856"/>
                </a:moveTo>
                <a:cubicBezTo>
                  <a:pt x="972008" y="1706856"/>
                  <a:pt x="976404" y="1711126"/>
                  <a:pt x="976404" y="1716527"/>
                </a:cubicBezTo>
                <a:cubicBezTo>
                  <a:pt x="976530" y="1721929"/>
                  <a:pt x="972133" y="1726325"/>
                  <a:pt x="966731" y="1726325"/>
                </a:cubicBezTo>
                <a:cubicBezTo>
                  <a:pt x="961331" y="1726325"/>
                  <a:pt x="956934" y="1722054"/>
                  <a:pt x="956934" y="1716653"/>
                </a:cubicBezTo>
                <a:cubicBezTo>
                  <a:pt x="956934" y="1711252"/>
                  <a:pt x="961204" y="1706981"/>
                  <a:pt x="966606" y="1706856"/>
                </a:cubicBezTo>
                <a:close/>
                <a:moveTo>
                  <a:pt x="2364575" y="1704469"/>
                </a:moveTo>
                <a:cubicBezTo>
                  <a:pt x="2380527" y="1704343"/>
                  <a:pt x="2393465" y="1717156"/>
                  <a:pt x="2393465" y="1733109"/>
                </a:cubicBezTo>
                <a:cubicBezTo>
                  <a:pt x="2393591" y="1749061"/>
                  <a:pt x="2380779" y="1762000"/>
                  <a:pt x="2364825" y="1762000"/>
                </a:cubicBezTo>
                <a:cubicBezTo>
                  <a:pt x="2348872" y="1762125"/>
                  <a:pt x="2335935" y="1749313"/>
                  <a:pt x="2335935" y="1733360"/>
                </a:cubicBezTo>
                <a:cubicBezTo>
                  <a:pt x="2335808" y="1717406"/>
                  <a:pt x="2348747" y="1704594"/>
                  <a:pt x="2364575" y="1704469"/>
                </a:cubicBezTo>
                <a:close/>
                <a:moveTo>
                  <a:pt x="580843" y="1696680"/>
                </a:moveTo>
                <a:cubicBezTo>
                  <a:pt x="593154" y="1696555"/>
                  <a:pt x="603077" y="1706477"/>
                  <a:pt x="603077" y="1718662"/>
                </a:cubicBezTo>
                <a:cubicBezTo>
                  <a:pt x="603077" y="1730972"/>
                  <a:pt x="593154" y="1740895"/>
                  <a:pt x="580968" y="1740895"/>
                </a:cubicBezTo>
                <a:cubicBezTo>
                  <a:pt x="568659" y="1740895"/>
                  <a:pt x="558860" y="1730972"/>
                  <a:pt x="558735" y="1718788"/>
                </a:cubicBezTo>
                <a:cubicBezTo>
                  <a:pt x="558735" y="1706604"/>
                  <a:pt x="568659" y="1696680"/>
                  <a:pt x="580843" y="1696680"/>
                </a:cubicBezTo>
                <a:close/>
                <a:moveTo>
                  <a:pt x="101243" y="1695425"/>
                </a:moveTo>
                <a:cubicBezTo>
                  <a:pt x="103378" y="1695425"/>
                  <a:pt x="105263" y="1697309"/>
                  <a:pt x="105263" y="1699445"/>
                </a:cubicBezTo>
                <a:cubicBezTo>
                  <a:pt x="105263" y="1701706"/>
                  <a:pt x="103378" y="1703464"/>
                  <a:pt x="101243" y="1703464"/>
                </a:cubicBezTo>
                <a:cubicBezTo>
                  <a:pt x="98983" y="1703464"/>
                  <a:pt x="97224" y="1701580"/>
                  <a:pt x="97224" y="1699445"/>
                </a:cubicBezTo>
                <a:cubicBezTo>
                  <a:pt x="97224" y="1697309"/>
                  <a:pt x="98983" y="1695425"/>
                  <a:pt x="101243" y="1695425"/>
                </a:cubicBezTo>
                <a:close/>
                <a:moveTo>
                  <a:pt x="2846435" y="1694043"/>
                </a:moveTo>
                <a:cubicBezTo>
                  <a:pt x="2855605" y="1694043"/>
                  <a:pt x="2863142" y="1701455"/>
                  <a:pt x="2863142" y="1710624"/>
                </a:cubicBezTo>
                <a:cubicBezTo>
                  <a:pt x="2863142" y="1719794"/>
                  <a:pt x="2855730" y="1727331"/>
                  <a:pt x="2846560" y="1727331"/>
                </a:cubicBezTo>
                <a:cubicBezTo>
                  <a:pt x="2837516" y="1727331"/>
                  <a:pt x="2829979" y="1719919"/>
                  <a:pt x="2829979" y="1710750"/>
                </a:cubicBezTo>
                <a:cubicBezTo>
                  <a:pt x="2829979" y="1701580"/>
                  <a:pt x="2837266" y="1694168"/>
                  <a:pt x="2846435" y="1694043"/>
                </a:cubicBezTo>
                <a:close/>
                <a:moveTo>
                  <a:pt x="2463935" y="1683993"/>
                </a:moveTo>
                <a:cubicBezTo>
                  <a:pt x="2479386" y="1683868"/>
                  <a:pt x="2491821" y="1696303"/>
                  <a:pt x="2491947" y="1711754"/>
                </a:cubicBezTo>
                <a:cubicBezTo>
                  <a:pt x="2492073" y="1727204"/>
                  <a:pt x="2479636" y="1739766"/>
                  <a:pt x="2464186" y="1739766"/>
                </a:cubicBezTo>
                <a:cubicBezTo>
                  <a:pt x="2448736" y="1739891"/>
                  <a:pt x="2436300" y="1727455"/>
                  <a:pt x="2436175" y="1712004"/>
                </a:cubicBezTo>
                <a:cubicBezTo>
                  <a:pt x="2436048" y="1696555"/>
                  <a:pt x="2448484" y="1684118"/>
                  <a:pt x="2463935" y="1683993"/>
                </a:cubicBezTo>
                <a:close/>
                <a:moveTo>
                  <a:pt x="2178916" y="1681482"/>
                </a:moveTo>
                <a:cubicBezTo>
                  <a:pt x="2184569" y="1681482"/>
                  <a:pt x="2189092" y="1686004"/>
                  <a:pt x="2189092" y="1691656"/>
                </a:cubicBezTo>
                <a:cubicBezTo>
                  <a:pt x="2189092" y="1697183"/>
                  <a:pt x="2184569" y="1701831"/>
                  <a:pt x="2178916" y="1701831"/>
                </a:cubicBezTo>
                <a:cubicBezTo>
                  <a:pt x="2173389" y="1701831"/>
                  <a:pt x="2168741" y="1697309"/>
                  <a:pt x="2168741" y="1691656"/>
                </a:cubicBezTo>
                <a:cubicBezTo>
                  <a:pt x="2168741" y="1686004"/>
                  <a:pt x="2173263" y="1681356"/>
                  <a:pt x="2178916" y="1681482"/>
                </a:cubicBezTo>
                <a:close/>
                <a:moveTo>
                  <a:pt x="2943534" y="1681356"/>
                </a:moveTo>
                <a:cubicBezTo>
                  <a:pt x="2947805" y="1681356"/>
                  <a:pt x="2951323" y="1684873"/>
                  <a:pt x="2951323" y="1689143"/>
                </a:cubicBezTo>
                <a:cubicBezTo>
                  <a:pt x="2951448" y="1693415"/>
                  <a:pt x="2947931" y="1696932"/>
                  <a:pt x="2943659" y="1696932"/>
                </a:cubicBezTo>
                <a:cubicBezTo>
                  <a:pt x="2939389" y="1696932"/>
                  <a:pt x="2935871" y="1693415"/>
                  <a:pt x="2935871" y="1689143"/>
                </a:cubicBezTo>
                <a:cubicBezTo>
                  <a:pt x="2935871" y="1684873"/>
                  <a:pt x="2939389" y="1681481"/>
                  <a:pt x="2943534" y="1681356"/>
                </a:cubicBezTo>
                <a:close/>
                <a:moveTo>
                  <a:pt x="865736" y="1677964"/>
                </a:moveTo>
                <a:cubicBezTo>
                  <a:pt x="875912" y="1677964"/>
                  <a:pt x="884202" y="1686129"/>
                  <a:pt x="884202" y="1696303"/>
                </a:cubicBezTo>
                <a:cubicBezTo>
                  <a:pt x="884202" y="1706479"/>
                  <a:pt x="876037" y="1714769"/>
                  <a:pt x="865863" y="1714769"/>
                </a:cubicBezTo>
                <a:cubicBezTo>
                  <a:pt x="855688" y="1714769"/>
                  <a:pt x="847522" y="1706604"/>
                  <a:pt x="847397" y="1696430"/>
                </a:cubicBezTo>
                <a:cubicBezTo>
                  <a:pt x="847397" y="1686255"/>
                  <a:pt x="855688" y="1677964"/>
                  <a:pt x="865736" y="1677964"/>
                </a:cubicBezTo>
                <a:close/>
                <a:moveTo>
                  <a:pt x="482611" y="1677839"/>
                </a:moveTo>
                <a:cubicBezTo>
                  <a:pt x="493790" y="1677839"/>
                  <a:pt x="502835" y="1686883"/>
                  <a:pt x="502835" y="1697937"/>
                </a:cubicBezTo>
                <a:cubicBezTo>
                  <a:pt x="502835" y="1709117"/>
                  <a:pt x="493790" y="1718161"/>
                  <a:pt x="482736" y="1718161"/>
                </a:cubicBezTo>
                <a:cubicBezTo>
                  <a:pt x="471557" y="1718161"/>
                  <a:pt x="462513" y="1709243"/>
                  <a:pt x="462513" y="1698063"/>
                </a:cubicBezTo>
                <a:cubicBezTo>
                  <a:pt x="462513" y="1686883"/>
                  <a:pt x="471432" y="1677839"/>
                  <a:pt x="482611" y="1677839"/>
                </a:cubicBezTo>
                <a:close/>
                <a:moveTo>
                  <a:pt x="4520" y="1677084"/>
                </a:moveTo>
                <a:cubicBezTo>
                  <a:pt x="5275" y="1677084"/>
                  <a:pt x="6028" y="1677713"/>
                  <a:pt x="6028" y="1678593"/>
                </a:cubicBezTo>
                <a:cubicBezTo>
                  <a:pt x="6028" y="1679346"/>
                  <a:pt x="5275" y="1680099"/>
                  <a:pt x="4395" y="1680099"/>
                </a:cubicBezTo>
                <a:cubicBezTo>
                  <a:pt x="3641" y="1680099"/>
                  <a:pt x="2888" y="1679471"/>
                  <a:pt x="2888" y="1678593"/>
                </a:cubicBezTo>
                <a:cubicBezTo>
                  <a:pt x="2888" y="1677713"/>
                  <a:pt x="3641" y="1676959"/>
                  <a:pt x="4520" y="1677084"/>
                </a:cubicBezTo>
                <a:close/>
                <a:moveTo>
                  <a:pt x="1151762" y="1673442"/>
                </a:moveTo>
                <a:cubicBezTo>
                  <a:pt x="1151888" y="1673442"/>
                  <a:pt x="1152013" y="1673567"/>
                  <a:pt x="1152013" y="1673694"/>
                </a:cubicBezTo>
                <a:cubicBezTo>
                  <a:pt x="1152013" y="1673819"/>
                  <a:pt x="1151888" y="1673944"/>
                  <a:pt x="1151762" y="1673944"/>
                </a:cubicBezTo>
                <a:cubicBezTo>
                  <a:pt x="1151636" y="1673944"/>
                  <a:pt x="1151511" y="1673819"/>
                  <a:pt x="1151511" y="1673694"/>
                </a:cubicBezTo>
                <a:cubicBezTo>
                  <a:pt x="1151511" y="1673567"/>
                  <a:pt x="1151636" y="1673442"/>
                  <a:pt x="1151762" y="1673442"/>
                </a:cubicBezTo>
                <a:close/>
                <a:moveTo>
                  <a:pt x="3040131" y="1665527"/>
                </a:moveTo>
                <a:cubicBezTo>
                  <a:pt x="3041261" y="1665527"/>
                  <a:pt x="3042141" y="1666407"/>
                  <a:pt x="3042141" y="1667537"/>
                </a:cubicBezTo>
                <a:cubicBezTo>
                  <a:pt x="3042141" y="1668667"/>
                  <a:pt x="3041261" y="1669547"/>
                  <a:pt x="3040131" y="1669547"/>
                </a:cubicBezTo>
                <a:cubicBezTo>
                  <a:pt x="3039001" y="1669547"/>
                  <a:pt x="3038121" y="1668667"/>
                  <a:pt x="3038121" y="1667537"/>
                </a:cubicBezTo>
                <a:cubicBezTo>
                  <a:pt x="3038121" y="1666407"/>
                  <a:pt x="3039001" y="1665527"/>
                  <a:pt x="3040131" y="1665527"/>
                </a:cubicBezTo>
                <a:close/>
                <a:moveTo>
                  <a:pt x="2562042" y="1665026"/>
                </a:moveTo>
                <a:cubicBezTo>
                  <a:pt x="2576110" y="1665026"/>
                  <a:pt x="2587541" y="1676331"/>
                  <a:pt x="2587541" y="1690401"/>
                </a:cubicBezTo>
                <a:cubicBezTo>
                  <a:pt x="2587541" y="1704469"/>
                  <a:pt x="2576237" y="1715900"/>
                  <a:pt x="2562168" y="1715900"/>
                </a:cubicBezTo>
                <a:cubicBezTo>
                  <a:pt x="2548224" y="1715900"/>
                  <a:pt x="2536793" y="1704595"/>
                  <a:pt x="2536667" y="1690526"/>
                </a:cubicBezTo>
                <a:cubicBezTo>
                  <a:pt x="2536667" y="1676457"/>
                  <a:pt x="2547972" y="1665026"/>
                  <a:pt x="2562042" y="1665026"/>
                </a:cubicBezTo>
                <a:close/>
                <a:moveTo>
                  <a:pt x="385259" y="1663015"/>
                </a:moveTo>
                <a:cubicBezTo>
                  <a:pt x="393048" y="1662890"/>
                  <a:pt x="399453" y="1669297"/>
                  <a:pt x="399453" y="1677084"/>
                </a:cubicBezTo>
                <a:cubicBezTo>
                  <a:pt x="399580" y="1684873"/>
                  <a:pt x="393173" y="1691280"/>
                  <a:pt x="385385" y="1691280"/>
                </a:cubicBezTo>
                <a:cubicBezTo>
                  <a:pt x="377597" y="1691405"/>
                  <a:pt x="371191" y="1684998"/>
                  <a:pt x="371191" y="1677211"/>
                </a:cubicBezTo>
                <a:cubicBezTo>
                  <a:pt x="371191" y="1669297"/>
                  <a:pt x="377472" y="1663015"/>
                  <a:pt x="385259" y="1663015"/>
                </a:cubicBezTo>
                <a:close/>
                <a:moveTo>
                  <a:pt x="1051394" y="1650831"/>
                </a:moveTo>
                <a:cubicBezTo>
                  <a:pt x="1052775" y="1650831"/>
                  <a:pt x="1053906" y="1651836"/>
                  <a:pt x="1053906" y="1653218"/>
                </a:cubicBezTo>
                <a:cubicBezTo>
                  <a:pt x="1053906" y="1654474"/>
                  <a:pt x="1052901" y="1655605"/>
                  <a:pt x="1051520" y="1655605"/>
                </a:cubicBezTo>
                <a:cubicBezTo>
                  <a:pt x="1050138" y="1655605"/>
                  <a:pt x="1049008" y="1654600"/>
                  <a:pt x="1049008" y="1653218"/>
                </a:cubicBezTo>
                <a:cubicBezTo>
                  <a:pt x="1049008" y="1651961"/>
                  <a:pt x="1050138" y="1650831"/>
                  <a:pt x="1051394" y="1650831"/>
                </a:cubicBezTo>
                <a:close/>
                <a:moveTo>
                  <a:pt x="767002" y="1650831"/>
                </a:moveTo>
                <a:cubicBezTo>
                  <a:pt x="780694" y="1650831"/>
                  <a:pt x="791874" y="1661885"/>
                  <a:pt x="791874" y="1675576"/>
                </a:cubicBezTo>
                <a:cubicBezTo>
                  <a:pt x="791874" y="1689268"/>
                  <a:pt x="780820" y="1700448"/>
                  <a:pt x="767128" y="1700448"/>
                </a:cubicBezTo>
                <a:cubicBezTo>
                  <a:pt x="753436" y="1700448"/>
                  <a:pt x="742257" y="1689394"/>
                  <a:pt x="742257" y="1675702"/>
                </a:cubicBezTo>
                <a:cubicBezTo>
                  <a:pt x="742132" y="1662010"/>
                  <a:pt x="753186" y="1650831"/>
                  <a:pt x="767002" y="1650831"/>
                </a:cubicBezTo>
                <a:close/>
                <a:moveTo>
                  <a:pt x="1992878" y="1649576"/>
                </a:moveTo>
                <a:cubicBezTo>
                  <a:pt x="1993005" y="1649576"/>
                  <a:pt x="1993130" y="1649701"/>
                  <a:pt x="1993130" y="1649826"/>
                </a:cubicBezTo>
                <a:cubicBezTo>
                  <a:pt x="1993255" y="1649953"/>
                  <a:pt x="1993130" y="1650078"/>
                  <a:pt x="1993005" y="1650078"/>
                </a:cubicBezTo>
                <a:cubicBezTo>
                  <a:pt x="1992878" y="1650078"/>
                  <a:pt x="1992753" y="1649953"/>
                  <a:pt x="1992753" y="1649826"/>
                </a:cubicBezTo>
                <a:cubicBezTo>
                  <a:pt x="1992753" y="1649701"/>
                  <a:pt x="1992878" y="1649576"/>
                  <a:pt x="1992878" y="1649576"/>
                </a:cubicBezTo>
                <a:close/>
                <a:moveTo>
                  <a:pt x="2277398" y="1648696"/>
                </a:moveTo>
                <a:cubicBezTo>
                  <a:pt x="2289332" y="1648571"/>
                  <a:pt x="2299004" y="1658243"/>
                  <a:pt x="2299004" y="1670050"/>
                </a:cubicBezTo>
                <a:cubicBezTo>
                  <a:pt x="2299129" y="1681859"/>
                  <a:pt x="2289457" y="1691531"/>
                  <a:pt x="2277650" y="1691531"/>
                </a:cubicBezTo>
                <a:cubicBezTo>
                  <a:pt x="2265841" y="1691656"/>
                  <a:pt x="2256169" y="1681984"/>
                  <a:pt x="2256169" y="1670177"/>
                </a:cubicBezTo>
                <a:cubicBezTo>
                  <a:pt x="2256169" y="1658368"/>
                  <a:pt x="2265716" y="1648696"/>
                  <a:pt x="2277398" y="1648696"/>
                </a:cubicBezTo>
                <a:close/>
                <a:moveTo>
                  <a:pt x="288789" y="1645807"/>
                </a:moveTo>
                <a:cubicBezTo>
                  <a:pt x="294566" y="1645807"/>
                  <a:pt x="299214" y="1650454"/>
                  <a:pt x="299214" y="1656233"/>
                </a:cubicBezTo>
                <a:cubicBezTo>
                  <a:pt x="299214" y="1661885"/>
                  <a:pt x="294566" y="1666658"/>
                  <a:pt x="288789" y="1666658"/>
                </a:cubicBezTo>
                <a:cubicBezTo>
                  <a:pt x="283010" y="1666658"/>
                  <a:pt x="278362" y="1662011"/>
                  <a:pt x="278362" y="1656233"/>
                </a:cubicBezTo>
                <a:cubicBezTo>
                  <a:pt x="278237" y="1650454"/>
                  <a:pt x="282885" y="1645807"/>
                  <a:pt x="288789" y="1645807"/>
                </a:cubicBezTo>
                <a:close/>
                <a:moveTo>
                  <a:pt x="2659266" y="1644927"/>
                </a:moveTo>
                <a:cubicBezTo>
                  <a:pt x="2672457" y="1644927"/>
                  <a:pt x="2683259" y="1655604"/>
                  <a:pt x="2683259" y="1668794"/>
                </a:cubicBezTo>
                <a:cubicBezTo>
                  <a:pt x="2683259" y="1681984"/>
                  <a:pt x="2672582" y="1692786"/>
                  <a:pt x="2659393" y="1692786"/>
                </a:cubicBezTo>
                <a:cubicBezTo>
                  <a:pt x="2646204" y="1692786"/>
                  <a:pt x="2635400" y="1682109"/>
                  <a:pt x="2635400" y="1668920"/>
                </a:cubicBezTo>
                <a:cubicBezTo>
                  <a:pt x="2635400" y="1655730"/>
                  <a:pt x="2646077" y="1645052"/>
                  <a:pt x="2659266" y="1644927"/>
                </a:cubicBezTo>
                <a:close/>
                <a:moveTo>
                  <a:pt x="192694" y="1627970"/>
                </a:moveTo>
                <a:cubicBezTo>
                  <a:pt x="196714" y="1627970"/>
                  <a:pt x="199980" y="1631235"/>
                  <a:pt x="199980" y="1635255"/>
                </a:cubicBezTo>
                <a:cubicBezTo>
                  <a:pt x="199980" y="1639275"/>
                  <a:pt x="196714" y="1642541"/>
                  <a:pt x="192694" y="1642541"/>
                </a:cubicBezTo>
                <a:cubicBezTo>
                  <a:pt x="188549" y="1642541"/>
                  <a:pt x="185282" y="1639275"/>
                  <a:pt x="185282" y="1635255"/>
                </a:cubicBezTo>
                <a:cubicBezTo>
                  <a:pt x="185282" y="1631235"/>
                  <a:pt x="188549" y="1627970"/>
                  <a:pt x="192694" y="1627970"/>
                </a:cubicBezTo>
                <a:close/>
                <a:moveTo>
                  <a:pt x="669401" y="1627718"/>
                </a:moveTo>
                <a:cubicBezTo>
                  <a:pt x="684349" y="1627593"/>
                  <a:pt x="696534" y="1639651"/>
                  <a:pt x="696534" y="1654599"/>
                </a:cubicBezTo>
                <a:cubicBezTo>
                  <a:pt x="696659" y="1669547"/>
                  <a:pt x="684600" y="1681606"/>
                  <a:pt x="669653" y="1681732"/>
                </a:cubicBezTo>
                <a:cubicBezTo>
                  <a:pt x="654704" y="1681857"/>
                  <a:pt x="642520" y="1669798"/>
                  <a:pt x="642520" y="1654851"/>
                </a:cubicBezTo>
                <a:cubicBezTo>
                  <a:pt x="642393" y="1639902"/>
                  <a:pt x="654452" y="1627843"/>
                  <a:pt x="669401" y="1627718"/>
                </a:cubicBezTo>
                <a:close/>
                <a:moveTo>
                  <a:pt x="2090607" y="1625708"/>
                </a:moveTo>
                <a:cubicBezTo>
                  <a:pt x="2092114" y="1625708"/>
                  <a:pt x="2093244" y="1626838"/>
                  <a:pt x="2093244" y="1628345"/>
                </a:cubicBezTo>
                <a:cubicBezTo>
                  <a:pt x="2093244" y="1629852"/>
                  <a:pt x="2092114" y="1630982"/>
                  <a:pt x="2090607" y="1630982"/>
                </a:cubicBezTo>
                <a:cubicBezTo>
                  <a:pt x="2089227" y="1630982"/>
                  <a:pt x="2087970" y="1629852"/>
                  <a:pt x="2087970" y="1628345"/>
                </a:cubicBezTo>
                <a:cubicBezTo>
                  <a:pt x="2087970" y="1626838"/>
                  <a:pt x="2089227" y="1625708"/>
                  <a:pt x="2090607" y="1625708"/>
                </a:cubicBezTo>
                <a:close/>
                <a:moveTo>
                  <a:pt x="2755740" y="1624453"/>
                </a:moveTo>
                <a:cubicBezTo>
                  <a:pt x="2768301" y="1624453"/>
                  <a:pt x="2778476" y="1634627"/>
                  <a:pt x="2778603" y="1647189"/>
                </a:cubicBezTo>
                <a:cubicBezTo>
                  <a:pt x="2778603" y="1659750"/>
                  <a:pt x="2768427" y="1670051"/>
                  <a:pt x="2755865" y="1670051"/>
                </a:cubicBezTo>
                <a:cubicBezTo>
                  <a:pt x="2743303" y="1670051"/>
                  <a:pt x="2733004" y="1659875"/>
                  <a:pt x="2733004" y="1647314"/>
                </a:cubicBezTo>
                <a:cubicBezTo>
                  <a:pt x="2732878" y="1634753"/>
                  <a:pt x="2743178" y="1624453"/>
                  <a:pt x="2755740" y="1624453"/>
                </a:cubicBezTo>
                <a:close/>
                <a:moveTo>
                  <a:pt x="953541" y="1623824"/>
                </a:moveTo>
                <a:cubicBezTo>
                  <a:pt x="958314" y="1623698"/>
                  <a:pt x="962208" y="1627593"/>
                  <a:pt x="962208" y="1632365"/>
                </a:cubicBezTo>
                <a:cubicBezTo>
                  <a:pt x="962333" y="1637139"/>
                  <a:pt x="958440" y="1641032"/>
                  <a:pt x="953667" y="1641032"/>
                </a:cubicBezTo>
                <a:cubicBezTo>
                  <a:pt x="948894" y="1641159"/>
                  <a:pt x="945000" y="1637264"/>
                  <a:pt x="945000" y="1632492"/>
                </a:cubicBezTo>
                <a:cubicBezTo>
                  <a:pt x="945000" y="1627718"/>
                  <a:pt x="948894" y="1623824"/>
                  <a:pt x="953541" y="1623824"/>
                </a:cubicBezTo>
                <a:close/>
                <a:moveTo>
                  <a:pt x="2374875" y="1619427"/>
                </a:moveTo>
                <a:cubicBezTo>
                  <a:pt x="2390953" y="1619427"/>
                  <a:pt x="2404142" y="1632366"/>
                  <a:pt x="2404142" y="1648570"/>
                </a:cubicBezTo>
                <a:cubicBezTo>
                  <a:pt x="2404142" y="1664649"/>
                  <a:pt x="2391204" y="1677838"/>
                  <a:pt x="2375000" y="1677838"/>
                </a:cubicBezTo>
                <a:cubicBezTo>
                  <a:pt x="2358921" y="1677838"/>
                  <a:pt x="2345732" y="1664774"/>
                  <a:pt x="2345732" y="1648695"/>
                </a:cubicBezTo>
                <a:cubicBezTo>
                  <a:pt x="2345732" y="1632616"/>
                  <a:pt x="2358796" y="1619427"/>
                  <a:pt x="2374875" y="1619427"/>
                </a:cubicBezTo>
                <a:close/>
                <a:moveTo>
                  <a:pt x="96973" y="1609630"/>
                </a:moveTo>
                <a:cubicBezTo>
                  <a:pt x="99486" y="1609630"/>
                  <a:pt x="101622" y="1611640"/>
                  <a:pt x="101622" y="1614278"/>
                </a:cubicBezTo>
                <a:cubicBezTo>
                  <a:pt x="101622" y="1616790"/>
                  <a:pt x="99611" y="1618927"/>
                  <a:pt x="96973" y="1618927"/>
                </a:cubicBezTo>
                <a:cubicBezTo>
                  <a:pt x="94461" y="1618927"/>
                  <a:pt x="92326" y="1616917"/>
                  <a:pt x="92326" y="1614278"/>
                </a:cubicBezTo>
                <a:cubicBezTo>
                  <a:pt x="92326" y="1611765"/>
                  <a:pt x="94461" y="1609630"/>
                  <a:pt x="96973" y="1609630"/>
                </a:cubicBezTo>
                <a:close/>
                <a:moveTo>
                  <a:pt x="572928" y="1609127"/>
                </a:moveTo>
                <a:cubicBezTo>
                  <a:pt x="586621" y="1609127"/>
                  <a:pt x="597800" y="1620181"/>
                  <a:pt x="597800" y="1633872"/>
                </a:cubicBezTo>
                <a:cubicBezTo>
                  <a:pt x="597800" y="1647564"/>
                  <a:pt x="586746" y="1658744"/>
                  <a:pt x="573053" y="1658744"/>
                </a:cubicBezTo>
                <a:cubicBezTo>
                  <a:pt x="559361" y="1658744"/>
                  <a:pt x="548182" y="1647690"/>
                  <a:pt x="548182" y="1633998"/>
                </a:cubicBezTo>
                <a:cubicBezTo>
                  <a:pt x="548182" y="1620181"/>
                  <a:pt x="559111" y="1609127"/>
                  <a:pt x="572928" y="1609127"/>
                </a:cubicBezTo>
                <a:close/>
                <a:moveTo>
                  <a:pt x="2851582" y="1607495"/>
                </a:moveTo>
                <a:cubicBezTo>
                  <a:pt x="2861631" y="1607495"/>
                  <a:pt x="2869795" y="1615534"/>
                  <a:pt x="2869795" y="1625583"/>
                </a:cubicBezTo>
                <a:cubicBezTo>
                  <a:pt x="2869795" y="1635632"/>
                  <a:pt x="2861756" y="1643797"/>
                  <a:pt x="2851707" y="1643797"/>
                </a:cubicBezTo>
                <a:cubicBezTo>
                  <a:pt x="2841659" y="1643797"/>
                  <a:pt x="2833494" y="1635758"/>
                  <a:pt x="2833494" y="1625709"/>
                </a:cubicBezTo>
                <a:cubicBezTo>
                  <a:pt x="2833494" y="1615659"/>
                  <a:pt x="2841533" y="1607495"/>
                  <a:pt x="2851582" y="1607495"/>
                </a:cubicBezTo>
                <a:close/>
                <a:moveTo>
                  <a:pt x="2186829" y="1597696"/>
                </a:moveTo>
                <a:cubicBezTo>
                  <a:pt x="2191853" y="1597696"/>
                  <a:pt x="2195998" y="1601716"/>
                  <a:pt x="2195998" y="1606740"/>
                </a:cubicBezTo>
                <a:cubicBezTo>
                  <a:pt x="2195998" y="1611640"/>
                  <a:pt x="2191979" y="1615785"/>
                  <a:pt x="2186954" y="1615785"/>
                </a:cubicBezTo>
                <a:cubicBezTo>
                  <a:pt x="2181930" y="1615785"/>
                  <a:pt x="2177785" y="1611765"/>
                  <a:pt x="2177785" y="1606740"/>
                </a:cubicBezTo>
                <a:cubicBezTo>
                  <a:pt x="2177785" y="1601716"/>
                  <a:pt x="2181805" y="1597696"/>
                  <a:pt x="2186829" y="1597696"/>
                </a:cubicBezTo>
                <a:close/>
                <a:moveTo>
                  <a:pt x="2471347" y="1597445"/>
                </a:moveTo>
                <a:cubicBezTo>
                  <a:pt x="2487551" y="1597445"/>
                  <a:pt x="2500867" y="1610634"/>
                  <a:pt x="2500867" y="1626838"/>
                </a:cubicBezTo>
                <a:cubicBezTo>
                  <a:pt x="2500867" y="1643043"/>
                  <a:pt x="2487677" y="1656358"/>
                  <a:pt x="2471472" y="1656358"/>
                </a:cubicBezTo>
                <a:cubicBezTo>
                  <a:pt x="2455268" y="1656483"/>
                  <a:pt x="2442079" y="1643294"/>
                  <a:pt x="2441954" y="1627090"/>
                </a:cubicBezTo>
                <a:cubicBezTo>
                  <a:pt x="2441827" y="1610886"/>
                  <a:pt x="2455018" y="1597570"/>
                  <a:pt x="2471347" y="1597445"/>
                </a:cubicBezTo>
                <a:close/>
                <a:moveTo>
                  <a:pt x="2947175" y="1596440"/>
                </a:moveTo>
                <a:cubicBezTo>
                  <a:pt x="2951320" y="1596440"/>
                  <a:pt x="2954712" y="1599831"/>
                  <a:pt x="2954712" y="1603976"/>
                </a:cubicBezTo>
                <a:cubicBezTo>
                  <a:pt x="2954712" y="1608121"/>
                  <a:pt x="2951320" y="1611512"/>
                  <a:pt x="2947175" y="1611512"/>
                </a:cubicBezTo>
                <a:cubicBezTo>
                  <a:pt x="2943030" y="1611512"/>
                  <a:pt x="2939638" y="1608121"/>
                  <a:pt x="2939638" y="1603976"/>
                </a:cubicBezTo>
                <a:cubicBezTo>
                  <a:pt x="2939638" y="1599831"/>
                  <a:pt x="2943030" y="1596440"/>
                  <a:pt x="2947175" y="1596440"/>
                </a:cubicBezTo>
                <a:close/>
                <a:moveTo>
                  <a:pt x="857196" y="1594556"/>
                </a:moveTo>
                <a:cubicBezTo>
                  <a:pt x="866616" y="1594431"/>
                  <a:pt x="874280" y="1602093"/>
                  <a:pt x="874280" y="1611515"/>
                </a:cubicBezTo>
                <a:cubicBezTo>
                  <a:pt x="874280" y="1620936"/>
                  <a:pt x="866743" y="1628598"/>
                  <a:pt x="857322" y="1628598"/>
                </a:cubicBezTo>
                <a:cubicBezTo>
                  <a:pt x="847900" y="1628598"/>
                  <a:pt x="840238" y="1621061"/>
                  <a:pt x="840238" y="1611640"/>
                </a:cubicBezTo>
                <a:cubicBezTo>
                  <a:pt x="840238" y="1602093"/>
                  <a:pt x="847900" y="1594556"/>
                  <a:pt x="857196" y="1594556"/>
                </a:cubicBezTo>
                <a:close/>
                <a:moveTo>
                  <a:pt x="477084" y="1591541"/>
                </a:moveTo>
                <a:cubicBezTo>
                  <a:pt x="488893" y="1591541"/>
                  <a:pt x="498565" y="1601088"/>
                  <a:pt x="498565" y="1612895"/>
                </a:cubicBezTo>
                <a:cubicBezTo>
                  <a:pt x="498691" y="1624704"/>
                  <a:pt x="489018" y="1634376"/>
                  <a:pt x="477211" y="1634376"/>
                </a:cubicBezTo>
                <a:cubicBezTo>
                  <a:pt x="465402" y="1634501"/>
                  <a:pt x="455730" y="1624829"/>
                  <a:pt x="455730" y="1613022"/>
                </a:cubicBezTo>
                <a:cubicBezTo>
                  <a:pt x="455605" y="1601088"/>
                  <a:pt x="465277" y="1591416"/>
                  <a:pt x="477084" y="1591541"/>
                </a:cubicBezTo>
                <a:close/>
                <a:moveTo>
                  <a:pt x="1759" y="1591541"/>
                </a:moveTo>
                <a:cubicBezTo>
                  <a:pt x="2764" y="1591541"/>
                  <a:pt x="3517" y="1592295"/>
                  <a:pt x="3517" y="1593299"/>
                </a:cubicBezTo>
                <a:cubicBezTo>
                  <a:pt x="3517" y="1594305"/>
                  <a:pt x="2764" y="1595058"/>
                  <a:pt x="1759" y="1595058"/>
                </a:cubicBezTo>
                <a:cubicBezTo>
                  <a:pt x="754" y="1595058"/>
                  <a:pt x="0" y="1594305"/>
                  <a:pt x="0" y="1593299"/>
                </a:cubicBezTo>
                <a:cubicBezTo>
                  <a:pt x="0" y="1592295"/>
                  <a:pt x="754" y="1591541"/>
                  <a:pt x="1759" y="1591541"/>
                </a:cubicBezTo>
                <a:close/>
                <a:moveTo>
                  <a:pt x="3042264" y="1580236"/>
                </a:moveTo>
                <a:cubicBezTo>
                  <a:pt x="3043394" y="1580236"/>
                  <a:pt x="3044273" y="1581116"/>
                  <a:pt x="3044273" y="1582246"/>
                </a:cubicBezTo>
                <a:cubicBezTo>
                  <a:pt x="3044273" y="1583376"/>
                  <a:pt x="3043394" y="1584256"/>
                  <a:pt x="3042264" y="1584256"/>
                </a:cubicBezTo>
                <a:cubicBezTo>
                  <a:pt x="3041134" y="1584256"/>
                  <a:pt x="3040254" y="1583376"/>
                  <a:pt x="3040254" y="1582246"/>
                </a:cubicBezTo>
                <a:cubicBezTo>
                  <a:pt x="3040254" y="1581241"/>
                  <a:pt x="3041134" y="1580236"/>
                  <a:pt x="3042264" y="1580236"/>
                </a:cubicBezTo>
                <a:close/>
                <a:moveTo>
                  <a:pt x="2566942" y="1578729"/>
                </a:moveTo>
                <a:cubicBezTo>
                  <a:pt x="2581513" y="1578729"/>
                  <a:pt x="2593573" y="1590537"/>
                  <a:pt x="2593573" y="1605234"/>
                </a:cubicBezTo>
                <a:cubicBezTo>
                  <a:pt x="2593573" y="1619930"/>
                  <a:pt x="2581764" y="1631864"/>
                  <a:pt x="2567067" y="1631864"/>
                </a:cubicBezTo>
                <a:cubicBezTo>
                  <a:pt x="2552495" y="1631864"/>
                  <a:pt x="2540562" y="1620056"/>
                  <a:pt x="2540436" y="1605359"/>
                </a:cubicBezTo>
                <a:cubicBezTo>
                  <a:pt x="2540436" y="1590788"/>
                  <a:pt x="2552244" y="1578854"/>
                  <a:pt x="2566942" y="1578729"/>
                </a:cubicBezTo>
                <a:close/>
                <a:moveTo>
                  <a:pt x="381618" y="1575964"/>
                </a:moveTo>
                <a:cubicBezTo>
                  <a:pt x="390537" y="1575839"/>
                  <a:pt x="397696" y="1582999"/>
                  <a:pt x="397696" y="1591792"/>
                </a:cubicBezTo>
                <a:cubicBezTo>
                  <a:pt x="397823" y="1600585"/>
                  <a:pt x="390662" y="1607745"/>
                  <a:pt x="381869" y="1607745"/>
                </a:cubicBezTo>
                <a:cubicBezTo>
                  <a:pt x="373076" y="1607871"/>
                  <a:pt x="365916" y="1600710"/>
                  <a:pt x="365916" y="1591918"/>
                </a:cubicBezTo>
                <a:cubicBezTo>
                  <a:pt x="365916" y="1583124"/>
                  <a:pt x="372950" y="1575964"/>
                  <a:pt x="381618" y="1575964"/>
                </a:cubicBezTo>
                <a:close/>
                <a:moveTo>
                  <a:pt x="1047251" y="1566670"/>
                </a:moveTo>
                <a:cubicBezTo>
                  <a:pt x="1048131" y="1566670"/>
                  <a:pt x="1048759" y="1567298"/>
                  <a:pt x="1048759" y="1568177"/>
                </a:cubicBezTo>
                <a:cubicBezTo>
                  <a:pt x="1048759" y="1568931"/>
                  <a:pt x="1048131" y="1569684"/>
                  <a:pt x="1047251" y="1569684"/>
                </a:cubicBezTo>
                <a:cubicBezTo>
                  <a:pt x="1046497" y="1569684"/>
                  <a:pt x="1045744" y="1569057"/>
                  <a:pt x="1045744" y="1568177"/>
                </a:cubicBezTo>
                <a:cubicBezTo>
                  <a:pt x="1045744" y="1567298"/>
                  <a:pt x="1046497" y="1566670"/>
                  <a:pt x="1047251" y="1566670"/>
                </a:cubicBezTo>
                <a:close/>
                <a:moveTo>
                  <a:pt x="761728" y="1566418"/>
                </a:moveTo>
                <a:cubicBezTo>
                  <a:pt x="775043" y="1566293"/>
                  <a:pt x="785972" y="1577095"/>
                  <a:pt x="785972" y="1590411"/>
                </a:cubicBezTo>
                <a:cubicBezTo>
                  <a:pt x="786097" y="1603725"/>
                  <a:pt x="775295" y="1614654"/>
                  <a:pt x="761979" y="1614654"/>
                </a:cubicBezTo>
                <a:cubicBezTo>
                  <a:pt x="748665" y="1614779"/>
                  <a:pt x="737861" y="1603977"/>
                  <a:pt x="737736" y="1590661"/>
                </a:cubicBezTo>
                <a:cubicBezTo>
                  <a:pt x="737736" y="1577347"/>
                  <a:pt x="748539" y="1566418"/>
                  <a:pt x="761728" y="1566418"/>
                </a:cubicBezTo>
                <a:close/>
                <a:moveTo>
                  <a:pt x="2282046" y="1564283"/>
                </a:moveTo>
                <a:cubicBezTo>
                  <a:pt x="2293478" y="1564283"/>
                  <a:pt x="2302900" y="1573452"/>
                  <a:pt x="2302900" y="1585009"/>
                </a:cubicBezTo>
                <a:cubicBezTo>
                  <a:pt x="2302900" y="1596440"/>
                  <a:pt x="2293603" y="1605862"/>
                  <a:pt x="2282171" y="1605862"/>
                </a:cubicBezTo>
                <a:cubicBezTo>
                  <a:pt x="2270741" y="1605987"/>
                  <a:pt x="2261319" y="1596692"/>
                  <a:pt x="2261319" y="1585136"/>
                </a:cubicBezTo>
                <a:cubicBezTo>
                  <a:pt x="2261319" y="1573578"/>
                  <a:pt x="2270614" y="1564283"/>
                  <a:pt x="2282046" y="1564283"/>
                </a:cubicBezTo>
                <a:close/>
                <a:moveTo>
                  <a:pt x="286904" y="1559007"/>
                </a:moveTo>
                <a:cubicBezTo>
                  <a:pt x="293436" y="1559007"/>
                  <a:pt x="298838" y="1564282"/>
                  <a:pt x="298838" y="1570941"/>
                </a:cubicBezTo>
                <a:cubicBezTo>
                  <a:pt x="298838" y="1577472"/>
                  <a:pt x="293562" y="1582874"/>
                  <a:pt x="286904" y="1582874"/>
                </a:cubicBezTo>
                <a:cubicBezTo>
                  <a:pt x="280372" y="1582874"/>
                  <a:pt x="274971" y="1577598"/>
                  <a:pt x="274971" y="1570941"/>
                </a:cubicBezTo>
                <a:cubicBezTo>
                  <a:pt x="274971" y="1564409"/>
                  <a:pt x="280247" y="1559007"/>
                  <a:pt x="286904" y="1559007"/>
                </a:cubicBezTo>
                <a:close/>
                <a:moveTo>
                  <a:pt x="2662031" y="1558881"/>
                </a:moveTo>
                <a:cubicBezTo>
                  <a:pt x="2675723" y="1558881"/>
                  <a:pt x="2686903" y="1569935"/>
                  <a:pt x="2686903" y="1583626"/>
                </a:cubicBezTo>
                <a:cubicBezTo>
                  <a:pt x="2687030" y="1597319"/>
                  <a:pt x="2675975" y="1608498"/>
                  <a:pt x="2662282" y="1608498"/>
                </a:cubicBezTo>
                <a:cubicBezTo>
                  <a:pt x="2648590" y="1608498"/>
                  <a:pt x="2637410" y="1597444"/>
                  <a:pt x="2637410" y="1583753"/>
                </a:cubicBezTo>
                <a:cubicBezTo>
                  <a:pt x="2637410" y="1570060"/>
                  <a:pt x="2648465" y="1558881"/>
                  <a:pt x="2662031" y="1558881"/>
                </a:cubicBezTo>
                <a:close/>
                <a:moveTo>
                  <a:pt x="667014" y="1542426"/>
                </a:moveTo>
                <a:cubicBezTo>
                  <a:pt x="681962" y="1542300"/>
                  <a:pt x="694272" y="1554485"/>
                  <a:pt x="694272" y="1569559"/>
                </a:cubicBezTo>
                <a:cubicBezTo>
                  <a:pt x="694272" y="1584506"/>
                  <a:pt x="682213" y="1596817"/>
                  <a:pt x="667139" y="1596817"/>
                </a:cubicBezTo>
                <a:cubicBezTo>
                  <a:pt x="652191" y="1596817"/>
                  <a:pt x="639881" y="1584758"/>
                  <a:pt x="639881" y="1569684"/>
                </a:cubicBezTo>
                <a:cubicBezTo>
                  <a:pt x="639754" y="1554611"/>
                  <a:pt x="651940" y="1542426"/>
                  <a:pt x="667014" y="1542426"/>
                </a:cubicBezTo>
                <a:close/>
                <a:moveTo>
                  <a:pt x="192316" y="1541672"/>
                </a:moveTo>
                <a:cubicBezTo>
                  <a:pt x="196838" y="1541672"/>
                  <a:pt x="200482" y="1545314"/>
                  <a:pt x="200482" y="1549837"/>
                </a:cubicBezTo>
                <a:cubicBezTo>
                  <a:pt x="200482" y="1554484"/>
                  <a:pt x="196838" y="1558128"/>
                  <a:pt x="192316" y="1558128"/>
                </a:cubicBezTo>
                <a:cubicBezTo>
                  <a:pt x="187793" y="1558128"/>
                  <a:pt x="184151" y="1554484"/>
                  <a:pt x="184151" y="1549962"/>
                </a:cubicBezTo>
                <a:cubicBezTo>
                  <a:pt x="184151" y="1545440"/>
                  <a:pt x="187793" y="1541797"/>
                  <a:pt x="192316" y="1541672"/>
                </a:cubicBezTo>
                <a:close/>
                <a:moveTo>
                  <a:pt x="2090357" y="1540918"/>
                </a:moveTo>
                <a:cubicBezTo>
                  <a:pt x="2091612" y="1540918"/>
                  <a:pt x="2092617" y="1541923"/>
                  <a:pt x="2092617" y="1543180"/>
                </a:cubicBezTo>
                <a:cubicBezTo>
                  <a:pt x="2092617" y="1544435"/>
                  <a:pt x="2091612" y="1545440"/>
                  <a:pt x="2090357" y="1545440"/>
                </a:cubicBezTo>
                <a:cubicBezTo>
                  <a:pt x="2089100" y="1545440"/>
                  <a:pt x="2088095" y="1544435"/>
                  <a:pt x="2088095" y="1543180"/>
                </a:cubicBezTo>
                <a:cubicBezTo>
                  <a:pt x="2088095" y="1541923"/>
                  <a:pt x="2089100" y="1540918"/>
                  <a:pt x="2090357" y="1540918"/>
                </a:cubicBezTo>
                <a:close/>
                <a:moveTo>
                  <a:pt x="953292" y="1540290"/>
                </a:moveTo>
                <a:cubicBezTo>
                  <a:pt x="957312" y="1540290"/>
                  <a:pt x="960452" y="1543430"/>
                  <a:pt x="960452" y="1547324"/>
                </a:cubicBezTo>
                <a:cubicBezTo>
                  <a:pt x="960452" y="1551217"/>
                  <a:pt x="957312" y="1554358"/>
                  <a:pt x="953417" y="1554358"/>
                </a:cubicBezTo>
                <a:cubicBezTo>
                  <a:pt x="949398" y="1554358"/>
                  <a:pt x="946258" y="1551217"/>
                  <a:pt x="946258" y="1547324"/>
                </a:cubicBezTo>
                <a:cubicBezTo>
                  <a:pt x="946258" y="1543304"/>
                  <a:pt x="949398" y="1540163"/>
                  <a:pt x="953292" y="1540290"/>
                </a:cubicBezTo>
                <a:close/>
                <a:moveTo>
                  <a:pt x="2756996" y="1538657"/>
                </a:moveTo>
                <a:cubicBezTo>
                  <a:pt x="2769933" y="1538532"/>
                  <a:pt x="2780485" y="1549083"/>
                  <a:pt x="2780485" y="1562021"/>
                </a:cubicBezTo>
                <a:cubicBezTo>
                  <a:pt x="2780612" y="1574959"/>
                  <a:pt x="2770060" y="1585511"/>
                  <a:pt x="2757121" y="1585511"/>
                </a:cubicBezTo>
                <a:cubicBezTo>
                  <a:pt x="2744057" y="1585511"/>
                  <a:pt x="2733506" y="1575085"/>
                  <a:pt x="2733506" y="1562147"/>
                </a:cubicBezTo>
                <a:cubicBezTo>
                  <a:pt x="2733380" y="1549083"/>
                  <a:pt x="2743932" y="1538532"/>
                  <a:pt x="2756996" y="1538657"/>
                </a:cubicBezTo>
                <a:close/>
                <a:moveTo>
                  <a:pt x="2376632" y="1534261"/>
                </a:moveTo>
                <a:cubicBezTo>
                  <a:pt x="2392837" y="1534261"/>
                  <a:pt x="2405901" y="1547325"/>
                  <a:pt x="2406027" y="1563404"/>
                </a:cubicBezTo>
                <a:cubicBezTo>
                  <a:pt x="2406027" y="1579483"/>
                  <a:pt x="2392963" y="1592547"/>
                  <a:pt x="2376884" y="1592672"/>
                </a:cubicBezTo>
                <a:cubicBezTo>
                  <a:pt x="2360806" y="1592672"/>
                  <a:pt x="2347617" y="1579608"/>
                  <a:pt x="2347617" y="1563529"/>
                </a:cubicBezTo>
                <a:cubicBezTo>
                  <a:pt x="2347490" y="1547325"/>
                  <a:pt x="2360554" y="1534261"/>
                  <a:pt x="2376632" y="1534261"/>
                </a:cubicBezTo>
                <a:close/>
                <a:moveTo>
                  <a:pt x="97979" y="1524338"/>
                </a:moveTo>
                <a:cubicBezTo>
                  <a:pt x="100492" y="1524338"/>
                  <a:pt x="102628" y="1526348"/>
                  <a:pt x="102628" y="1528986"/>
                </a:cubicBezTo>
                <a:cubicBezTo>
                  <a:pt x="102628" y="1531498"/>
                  <a:pt x="100618" y="1533634"/>
                  <a:pt x="97979" y="1533634"/>
                </a:cubicBezTo>
                <a:cubicBezTo>
                  <a:pt x="95467" y="1533634"/>
                  <a:pt x="93332" y="1531498"/>
                  <a:pt x="93332" y="1528986"/>
                </a:cubicBezTo>
                <a:cubicBezTo>
                  <a:pt x="93332" y="1526473"/>
                  <a:pt x="95467" y="1524338"/>
                  <a:pt x="97979" y="1524338"/>
                </a:cubicBezTo>
                <a:close/>
                <a:moveTo>
                  <a:pt x="572677" y="1522955"/>
                </a:moveTo>
                <a:cubicBezTo>
                  <a:pt x="586871" y="1522955"/>
                  <a:pt x="598302" y="1534386"/>
                  <a:pt x="598428" y="1548580"/>
                </a:cubicBezTo>
                <a:cubicBezTo>
                  <a:pt x="598428" y="1562774"/>
                  <a:pt x="586997" y="1574206"/>
                  <a:pt x="572803" y="1574331"/>
                </a:cubicBezTo>
                <a:cubicBezTo>
                  <a:pt x="558609" y="1574331"/>
                  <a:pt x="547052" y="1562901"/>
                  <a:pt x="547052" y="1548706"/>
                </a:cubicBezTo>
                <a:cubicBezTo>
                  <a:pt x="546927" y="1534511"/>
                  <a:pt x="558357" y="1522955"/>
                  <a:pt x="572677" y="1522955"/>
                </a:cubicBezTo>
                <a:close/>
                <a:moveTo>
                  <a:pt x="2851331" y="1522202"/>
                </a:moveTo>
                <a:cubicBezTo>
                  <a:pt x="2861380" y="1522202"/>
                  <a:pt x="2869544" y="1530241"/>
                  <a:pt x="2869544" y="1540290"/>
                </a:cubicBezTo>
                <a:cubicBezTo>
                  <a:pt x="2869544" y="1550339"/>
                  <a:pt x="2861505" y="1558504"/>
                  <a:pt x="2851456" y="1558504"/>
                </a:cubicBezTo>
                <a:cubicBezTo>
                  <a:pt x="2841408" y="1558504"/>
                  <a:pt x="2833243" y="1550465"/>
                  <a:pt x="2833243" y="1540416"/>
                </a:cubicBezTo>
                <a:cubicBezTo>
                  <a:pt x="2833243" y="1530366"/>
                  <a:pt x="2841282" y="1522202"/>
                  <a:pt x="2851331" y="1522202"/>
                </a:cubicBezTo>
                <a:close/>
                <a:moveTo>
                  <a:pt x="2183939" y="1512530"/>
                </a:moveTo>
                <a:cubicBezTo>
                  <a:pt x="2188838" y="1512530"/>
                  <a:pt x="2192983" y="1516550"/>
                  <a:pt x="2192983" y="1521574"/>
                </a:cubicBezTo>
                <a:cubicBezTo>
                  <a:pt x="2192983" y="1526473"/>
                  <a:pt x="2188964" y="1530618"/>
                  <a:pt x="2183939" y="1530618"/>
                </a:cubicBezTo>
                <a:cubicBezTo>
                  <a:pt x="2178915" y="1530618"/>
                  <a:pt x="2174770" y="1526599"/>
                  <a:pt x="2174770" y="1521574"/>
                </a:cubicBezTo>
                <a:cubicBezTo>
                  <a:pt x="2174770" y="1516550"/>
                  <a:pt x="2178790" y="1512530"/>
                  <a:pt x="2183939" y="1512530"/>
                </a:cubicBezTo>
                <a:close/>
                <a:moveTo>
                  <a:pt x="2470970" y="1511398"/>
                </a:moveTo>
                <a:cubicBezTo>
                  <a:pt x="2487677" y="1511398"/>
                  <a:pt x="2501243" y="1524964"/>
                  <a:pt x="2501370" y="1541671"/>
                </a:cubicBezTo>
                <a:cubicBezTo>
                  <a:pt x="2501370" y="1558377"/>
                  <a:pt x="2487803" y="1572070"/>
                  <a:pt x="2471095" y="1572070"/>
                </a:cubicBezTo>
                <a:cubicBezTo>
                  <a:pt x="2454389" y="1572070"/>
                  <a:pt x="2440697" y="1558504"/>
                  <a:pt x="2440697" y="1541796"/>
                </a:cubicBezTo>
                <a:cubicBezTo>
                  <a:pt x="2440697" y="1525090"/>
                  <a:pt x="2454138" y="1511523"/>
                  <a:pt x="2470970" y="1511398"/>
                </a:cubicBezTo>
                <a:close/>
                <a:moveTo>
                  <a:pt x="2945543" y="1511148"/>
                </a:moveTo>
                <a:cubicBezTo>
                  <a:pt x="2949688" y="1511148"/>
                  <a:pt x="2953080" y="1514539"/>
                  <a:pt x="2953080" y="1518684"/>
                </a:cubicBezTo>
                <a:cubicBezTo>
                  <a:pt x="2953080" y="1522829"/>
                  <a:pt x="2949688" y="1526220"/>
                  <a:pt x="2945543" y="1526220"/>
                </a:cubicBezTo>
                <a:cubicBezTo>
                  <a:pt x="2941398" y="1526220"/>
                  <a:pt x="2938006" y="1522829"/>
                  <a:pt x="2938006" y="1518684"/>
                </a:cubicBezTo>
                <a:cubicBezTo>
                  <a:pt x="2938006" y="1514539"/>
                  <a:pt x="2941398" y="1511148"/>
                  <a:pt x="2945543" y="1511148"/>
                </a:cubicBezTo>
                <a:close/>
                <a:moveTo>
                  <a:pt x="859709" y="1509263"/>
                </a:moveTo>
                <a:cubicBezTo>
                  <a:pt x="869130" y="1509138"/>
                  <a:pt x="876792" y="1516800"/>
                  <a:pt x="876792" y="1526222"/>
                </a:cubicBezTo>
                <a:cubicBezTo>
                  <a:pt x="876918" y="1535643"/>
                  <a:pt x="869255" y="1543305"/>
                  <a:pt x="859834" y="1543305"/>
                </a:cubicBezTo>
                <a:cubicBezTo>
                  <a:pt x="850412" y="1543305"/>
                  <a:pt x="842750" y="1535768"/>
                  <a:pt x="842750" y="1526347"/>
                </a:cubicBezTo>
                <a:cubicBezTo>
                  <a:pt x="842625" y="1516925"/>
                  <a:pt x="850287" y="1509263"/>
                  <a:pt x="859709" y="1509263"/>
                </a:cubicBezTo>
                <a:close/>
                <a:moveTo>
                  <a:pt x="3895" y="1506248"/>
                </a:moveTo>
                <a:cubicBezTo>
                  <a:pt x="4899" y="1506248"/>
                  <a:pt x="5653" y="1507001"/>
                  <a:pt x="5653" y="1508006"/>
                </a:cubicBezTo>
                <a:cubicBezTo>
                  <a:pt x="5653" y="1509011"/>
                  <a:pt x="4899" y="1509765"/>
                  <a:pt x="3895" y="1509765"/>
                </a:cubicBezTo>
                <a:cubicBezTo>
                  <a:pt x="2890" y="1509765"/>
                  <a:pt x="2136" y="1509011"/>
                  <a:pt x="2136" y="1508006"/>
                </a:cubicBezTo>
                <a:cubicBezTo>
                  <a:pt x="2136" y="1507001"/>
                  <a:pt x="2890" y="1506248"/>
                  <a:pt x="3895" y="1506248"/>
                </a:cubicBezTo>
                <a:close/>
                <a:moveTo>
                  <a:pt x="478467" y="1506247"/>
                </a:moveTo>
                <a:cubicBezTo>
                  <a:pt x="490399" y="1506122"/>
                  <a:pt x="500073" y="1515669"/>
                  <a:pt x="500073" y="1527601"/>
                </a:cubicBezTo>
                <a:cubicBezTo>
                  <a:pt x="500198" y="1539410"/>
                  <a:pt x="490525" y="1549082"/>
                  <a:pt x="478718" y="1549082"/>
                </a:cubicBezTo>
                <a:cubicBezTo>
                  <a:pt x="466784" y="1549207"/>
                  <a:pt x="457112" y="1539535"/>
                  <a:pt x="457112" y="1527728"/>
                </a:cubicBezTo>
                <a:cubicBezTo>
                  <a:pt x="457112" y="1515919"/>
                  <a:pt x="466658" y="1506247"/>
                  <a:pt x="478467" y="1506247"/>
                </a:cubicBezTo>
                <a:close/>
                <a:moveTo>
                  <a:pt x="3039502" y="1495322"/>
                </a:moveTo>
                <a:cubicBezTo>
                  <a:pt x="3040509" y="1495322"/>
                  <a:pt x="3041262" y="1496075"/>
                  <a:pt x="3041262" y="1497080"/>
                </a:cubicBezTo>
                <a:cubicBezTo>
                  <a:pt x="3041262" y="1498086"/>
                  <a:pt x="3040509" y="1498839"/>
                  <a:pt x="3039502" y="1498839"/>
                </a:cubicBezTo>
                <a:cubicBezTo>
                  <a:pt x="3038497" y="1498839"/>
                  <a:pt x="3037744" y="1498086"/>
                  <a:pt x="3037744" y="1497080"/>
                </a:cubicBezTo>
                <a:cubicBezTo>
                  <a:pt x="3037744" y="1496075"/>
                  <a:pt x="3038497" y="1495322"/>
                  <a:pt x="3039502" y="1495322"/>
                </a:cubicBezTo>
                <a:close/>
                <a:moveTo>
                  <a:pt x="2564930" y="1493560"/>
                </a:moveTo>
                <a:cubicBezTo>
                  <a:pt x="2579502" y="1493560"/>
                  <a:pt x="2591559" y="1505367"/>
                  <a:pt x="2591559" y="1520065"/>
                </a:cubicBezTo>
                <a:cubicBezTo>
                  <a:pt x="2591559" y="1534761"/>
                  <a:pt x="2579752" y="1546695"/>
                  <a:pt x="2565056" y="1546695"/>
                </a:cubicBezTo>
                <a:cubicBezTo>
                  <a:pt x="2550485" y="1546695"/>
                  <a:pt x="2538426" y="1534887"/>
                  <a:pt x="2538426" y="1520190"/>
                </a:cubicBezTo>
                <a:cubicBezTo>
                  <a:pt x="2538300" y="1505494"/>
                  <a:pt x="2550233" y="1493560"/>
                  <a:pt x="2564930" y="1493560"/>
                </a:cubicBezTo>
                <a:close/>
                <a:moveTo>
                  <a:pt x="384632" y="1490547"/>
                </a:moveTo>
                <a:cubicBezTo>
                  <a:pt x="393551" y="1490547"/>
                  <a:pt x="400836" y="1497707"/>
                  <a:pt x="400836" y="1506626"/>
                </a:cubicBezTo>
                <a:cubicBezTo>
                  <a:pt x="400836" y="1515545"/>
                  <a:pt x="393676" y="1522830"/>
                  <a:pt x="384757" y="1522830"/>
                </a:cubicBezTo>
                <a:cubicBezTo>
                  <a:pt x="375838" y="1522830"/>
                  <a:pt x="368553" y="1515670"/>
                  <a:pt x="368553" y="1506751"/>
                </a:cubicBezTo>
                <a:cubicBezTo>
                  <a:pt x="368553" y="1497832"/>
                  <a:pt x="375713" y="1490547"/>
                  <a:pt x="384632" y="1490547"/>
                </a:cubicBezTo>
                <a:close/>
                <a:moveTo>
                  <a:pt x="1058430" y="1482633"/>
                </a:moveTo>
                <a:cubicBezTo>
                  <a:pt x="1059057" y="1482633"/>
                  <a:pt x="1059561" y="1483135"/>
                  <a:pt x="1059561" y="1483763"/>
                </a:cubicBezTo>
                <a:cubicBezTo>
                  <a:pt x="1059561" y="1484391"/>
                  <a:pt x="1059057" y="1484894"/>
                  <a:pt x="1058430" y="1484894"/>
                </a:cubicBezTo>
                <a:cubicBezTo>
                  <a:pt x="1057802" y="1484894"/>
                  <a:pt x="1057300" y="1484391"/>
                  <a:pt x="1057300" y="1483763"/>
                </a:cubicBezTo>
                <a:cubicBezTo>
                  <a:pt x="1057300" y="1483135"/>
                  <a:pt x="1057802" y="1482633"/>
                  <a:pt x="1058430" y="1482633"/>
                </a:cubicBezTo>
                <a:close/>
                <a:moveTo>
                  <a:pt x="766249" y="1481001"/>
                </a:moveTo>
                <a:cubicBezTo>
                  <a:pt x="779691" y="1480876"/>
                  <a:pt x="790745" y="1491803"/>
                  <a:pt x="790745" y="1505245"/>
                </a:cubicBezTo>
                <a:cubicBezTo>
                  <a:pt x="790745" y="1518811"/>
                  <a:pt x="779942" y="1529740"/>
                  <a:pt x="766501" y="1529740"/>
                </a:cubicBezTo>
                <a:cubicBezTo>
                  <a:pt x="753060" y="1529865"/>
                  <a:pt x="742006" y="1518936"/>
                  <a:pt x="742006" y="1505496"/>
                </a:cubicBezTo>
                <a:cubicBezTo>
                  <a:pt x="742006" y="1492055"/>
                  <a:pt x="752809" y="1481126"/>
                  <a:pt x="766249" y="1481001"/>
                </a:cubicBezTo>
                <a:close/>
                <a:moveTo>
                  <a:pt x="1984840" y="1480120"/>
                </a:moveTo>
                <a:cubicBezTo>
                  <a:pt x="1984966" y="1480120"/>
                  <a:pt x="1985092" y="1480245"/>
                  <a:pt x="1985092" y="1480371"/>
                </a:cubicBezTo>
                <a:cubicBezTo>
                  <a:pt x="1985092" y="1480497"/>
                  <a:pt x="1984966" y="1480623"/>
                  <a:pt x="1984840" y="1480623"/>
                </a:cubicBezTo>
                <a:cubicBezTo>
                  <a:pt x="1984714" y="1480623"/>
                  <a:pt x="1984589" y="1480497"/>
                  <a:pt x="1984589" y="1480371"/>
                </a:cubicBezTo>
                <a:cubicBezTo>
                  <a:pt x="1984589" y="1480245"/>
                  <a:pt x="1984714" y="1480245"/>
                  <a:pt x="1984840" y="1480120"/>
                </a:cubicBezTo>
                <a:close/>
                <a:moveTo>
                  <a:pt x="2277022" y="1478487"/>
                </a:moveTo>
                <a:cubicBezTo>
                  <a:pt x="2288829" y="1478362"/>
                  <a:pt x="2298501" y="1488034"/>
                  <a:pt x="2298501" y="1499841"/>
                </a:cubicBezTo>
                <a:cubicBezTo>
                  <a:pt x="2298628" y="1511650"/>
                  <a:pt x="2288956" y="1521322"/>
                  <a:pt x="2277147" y="1521322"/>
                </a:cubicBezTo>
                <a:cubicBezTo>
                  <a:pt x="2265213" y="1521447"/>
                  <a:pt x="2255541" y="1511775"/>
                  <a:pt x="2255541" y="1499968"/>
                </a:cubicBezTo>
                <a:cubicBezTo>
                  <a:pt x="2255541" y="1488159"/>
                  <a:pt x="2265088" y="1478487"/>
                  <a:pt x="2277022" y="1478487"/>
                </a:cubicBezTo>
                <a:close/>
                <a:moveTo>
                  <a:pt x="291049" y="1473087"/>
                </a:moveTo>
                <a:cubicBezTo>
                  <a:pt x="298084" y="1473087"/>
                  <a:pt x="303736" y="1478739"/>
                  <a:pt x="303736" y="1485648"/>
                </a:cubicBezTo>
                <a:cubicBezTo>
                  <a:pt x="303736" y="1492683"/>
                  <a:pt x="298084" y="1498335"/>
                  <a:pt x="291174" y="1498335"/>
                </a:cubicBezTo>
                <a:cubicBezTo>
                  <a:pt x="284140" y="1498335"/>
                  <a:pt x="278487" y="1492683"/>
                  <a:pt x="278487" y="1485774"/>
                </a:cubicBezTo>
                <a:cubicBezTo>
                  <a:pt x="278361" y="1478866"/>
                  <a:pt x="284015" y="1473212"/>
                  <a:pt x="291049" y="1473087"/>
                </a:cubicBezTo>
                <a:close/>
                <a:moveTo>
                  <a:pt x="2658514" y="1472584"/>
                </a:moveTo>
                <a:cubicBezTo>
                  <a:pt x="2672834" y="1472458"/>
                  <a:pt x="2684516" y="1484014"/>
                  <a:pt x="2684516" y="1498335"/>
                </a:cubicBezTo>
                <a:cubicBezTo>
                  <a:pt x="2684642" y="1512655"/>
                  <a:pt x="2673085" y="1524338"/>
                  <a:pt x="2658766" y="1524338"/>
                </a:cubicBezTo>
                <a:cubicBezTo>
                  <a:pt x="2644445" y="1524463"/>
                  <a:pt x="2632763" y="1512907"/>
                  <a:pt x="2632763" y="1498587"/>
                </a:cubicBezTo>
                <a:cubicBezTo>
                  <a:pt x="2632763" y="1484266"/>
                  <a:pt x="2644320" y="1472584"/>
                  <a:pt x="2658514" y="1472584"/>
                </a:cubicBezTo>
                <a:close/>
                <a:moveTo>
                  <a:pt x="673169" y="1457259"/>
                </a:moveTo>
                <a:cubicBezTo>
                  <a:pt x="688117" y="1457259"/>
                  <a:pt x="700427" y="1469318"/>
                  <a:pt x="700427" y="1484392"/>
                </a:cubicBezTo>
                <a:cubicBezTo>
                  <a:pt x="700427" y="1499465"/>
                  <a:pt x="688368" y="1511775"/>
                  <a:pt x="673294" y="1511775"/>
                </a:cubicBezTo>
                <a:cubicBezTo>
                  <a:pt x="658221" y="1511775"/>
                  <a:pt x="645911" y="1499716"/>
                  <a:pt x="645911" y="1484643"/>
                </a:cubicBezTo>
                <a:cubicBezTo>
                  <a:pt x="645784" y="1469568"/>
                  <a:pt x="657970" y="1457384"/>
                  <a:pt x="673169" y="1457259"/>
                </a:cubicBezTo>
                <a:close/>
                <a:moveTo>
                  <a:pt x="965600" y="1456630"/>
                </a:moveTo>
                <a:cubicBezTo>
                  <a:pt x="969118" y="1456630"/>
                  <a:pt x="971882" y="1459394"/>
                  <a:pt x="971882" y="1462785"/>
                </a:cubicBezTo>
                <a:cubicBezTo>
                  <a:pt x="971882" y="1466302"/>
                  <a:pt x="969118" y="1469066"/>
                  <a:pt x="965726" y="1469066"/>
                </a:cubicBezTo>
                <a:cubicBezTo>
                  <a:pt x="962335" y="1469066"/>
                  <a:pt x="959571" y="1466302"/>
                  <a:pt x="959571" y="1462911"/>
                </a:cubicBezTo>
                <a:cubicBezTo>
                  <a:pt x="959571" y="1459519"/>
                  <a:pt x="962335" y="1456755"/>
                  <a:pt x="965600" y="1456630"/>
                </a:cubicBezTo>
                <a:close/>
                <a:moveTo>
                  <a:pt x="2077293" y="1456379"/>
                </a:moveTo>
                <a:cubicBezTo>
                  <a:pt x="2078675" y="1456379"/>
                  <a:pt x="2079805" y="1457384"/>
                  <a:pt x="2079805" y="1458766"/>
                </a:cubicBezTo>
                <a:cubicBezTo>
                  <a:pt x="2079805" y="1460147"/>
                  <a:pt x="2078800" y="1461278"/>
                  <a:pt x="2077418" y="1461278"/>
                </a:cubicBezTo>
                <a:cubicBezTo>
                  <a:pt x="2076036" y="1461278"/>
                  <a:pt x="2074906" y="1460273"/>
                  <a:pt x="2074906" y="1458891"/>
                </a:cubicBezTo>
                <a:cubicBezTo>
                  <a:pt x="2074906" y="1457634"/>
                  <a:pt x="2076036" y="1456504"/>
                  <a:pt x="2077293" y="1456379"/>
                </a:cubicBezTo>
                <a:close/>
                <a:moveTo>
                  <a:pt x="197465" y="1456254"/>
                </a:moveTo>
                <a:cubicBezTo>
                  <a:pt x="202239" y="1456128"/>
                  <a:pt x="206132" y="1460023"/>
                  <a:pt x="206132" y="1464795"/>
                </a:cubicBezTo>
                <a:cubicBezTo>
                  <a:pt x="206132" y="1469569"/>
                  <a:pt x="202364" y="1473464"/>
                  <a:pt x="197590" y="1473464"/>
                </a:cubicBezTo>
                <a:cubicBezTo>
                  <a:pt x="192818" y="1473589"/>
                  <a:pt x="188923" y="1469694"/>
                  <a:pt x="188923" y="1464922"/>
                </a:cubicBezTo>
                <a:cubicBezTo>
                  <a:pt x="188798" y="1460148"/>
                  <a:pt x="192692" y="1456254"/>
                  <a:pt x="197465" y="1456254"/>
                </a:cubicBezTo>
                <a:close/>
                <a:moveTo>
                  <a:pt x="2752222" y="1452987"/>
                </a:moveTo>
                <a:cubicBezTo>
                  <a:pt x="2765412" y="1452987"/>
                  <a:pt x="2776214" y="1463664"/>
                  <a:pt x="2776214" y="1476854"/>
                </a:cubicBezTo>
                <a:cubicBezTo>
                  <a:pt x="2776214" y="1490044"/>
                  <a:pt x="2765537" y="1500846"/>
                  <a:pt x="2752348" y="1500846"/>
                </a:cubicBezTo>
                <a:cubicBezTo>
                  <a:pt x="2739158" y="1500846"/>
                  <a:pt x="2728356" y="1490169"/>
                  <a:pt x="2728356" y="1476980"/>
                </a:cubicBezTo>
                <a:cubicBezTo>
                  <a:pt x="2728230" y="1463790"/>
                  <a:pt x="2738907" y="1452987"/>
                  <a:pt x="2752222" y="1452987"/>
                </a:cubicBezTo>
                <a:close/>
                <a:moveTo>
                  <a:pt x="2369976" y="1448717"/>
                </a:moveTo>
                <a:cubicBezTo>
                  <a:pt x="2386305" y="1448591"/>
                  <a:pt x="2399746" y="1461907"/>
                  <a:pt x="2399746" y="1478236"/>
                </a:cubicBezTo>
                <a:cubicBezTo>
                  <a:pt x="2399872" y="1494692"/>
                  <a:pt x="2386557" y="1508008"/>
                  <a:pt x="2370227" y="1508008"/>
                </a:cubicBezTo>
                <a:cubicBezTo>
                  <a:pt x="2353897" y="1508133"/>
                  <a:pt x="2340456" y="1494817"/>
                  <a:pt x="2340456" y="1478488"/>
                </a:cubicBezTo>
                <a:cubicBezTo>
                  <a:pt x="2340456" y="1462157"/>
                  <a:pt x="2353645" y="1448717"/>
                  <a:pt x="2369976" y="1448717"/>
                </a:cubicBezTo>
                <a:close/>
                <a:moveTo>
                  <a:pt x="104134" y="1439044"/>
                </a:moveTo>
                <a:cubicBezTo>
                  <a:pt x="106897" y="1439044"/>
                  <a:pt x="109033" y="1441306"/>
                  <a:pt x="109033" y="1443943"/>
                </a:cubicBezTo>
                <a:cubicBezTo>
                  <a:pt x="109033" y="1446706"/>
                  <a:pt x="106771" y="1448841"/>
                  <a:pt x="104134" y="1448841"/>
                </a:cubicBezTo>
                <a:cubicBezTo>
                  <a:pt x="101370" y="1448841"/>
                  <a:pt x="99235" y="1446581"/>
                  <a:pt x="99235" y="1443943"/>
                </a:cubicBezTo>
                <a:cubicBezTo>
                  <a:pt x="99235" y="1441306"/>
                  <a:pt x="101370" y="1439044"/>
                  <a:pt x="104134" y="1439044"/>
                </a:cubicBezTo>
                <a:close/>
                <a:moveTo>
                  <a:pt x="579963" y="1438040"/>
                </a:moveTo>
                <a:cubicBezTo>
                  <a:pt x="594157" y="1438040"/>
                  <a:pt x="605714" y="1449471"/>
                  <a:pt x="605714" y="1463665"/>
                </a:cubicBezTo>
                <a:cubicBezTo>
                  <a:pt x="605714" y="1477859"/>
                  <a:pt x="594284" y="1489416"/>
                  <a:pt x="580088" y="1489416"/>
                </a:cubicBezTo>
                <a:cubicBezTo>
                  <a:pt x="565894" y="1489416"/>
                  <a:pt x="554338" y="1477986"/>
                  <a:pt x="554338" y="1463791"/>
                </a:cubicBezTo>
                <a:cubicBezTo>
                  <a:pt x="554338" y="1449596"/>
                  <a:pt x="565769" y="1438040"/>
                  <a:pt x="579963" y="1438040"/>
                </a:cubicBezTo>
                <a:close/>
                <a:moveTo>
                  <a:pt x="2845551" y="1437663"/>
                </a:moveTo>
                <a:cubicBezTo>
                  <a:pt x="2855349" y="1437538"/>
                  <a:pt x="2863389" y="1445452"/>
                  <a:pt x="2863389" y="1455249"/>
                </a:cubicBezTo>
                <a:cubicBezTo>
                  <a:pt x="2863389" y="1465048"/>
                  <a:pt x="2855475" y="1473087"/>
                  <a:pt x="2845676" y="1473087"/>
                </a:cubicBezTo>
                <a:cubicBezTo>
                  <a:pt x="2835879" y="1473087"/>
                  <a:pt x="2827840" y="1465173"/>
                  <a:pt x="2827840" y="1455375"/>
                </a:cubicBezTo>
                <a:cubicBezTo>
                  <a:pt x="2827840" y="1445577"/>
                  <a:pt x="2835754" y="1437538"/>
                  <a:pt x="2845551" y="1437663"/>
                </a:cubicBezTo>
                <a:close/>
                <a:moveTo>
                  <a:pt x="2169871" y="1427614"/>
                </a:moveTo>
                <a:cubicBezTo>
                  <a:pt x="2175273" y="1427614"/>
                  <a:pt x="2179670" y="1431884"/>
                  <a:pt x="2179670" y="1437285"/>
                </a:cubicBezTo>
                <a:cubicBezTo>
                  <a:pt x="2179670" y="1442687"/>
                  <a:pt x="2175398" y="1447083"/>
                  <a:pt x="2169996" y="1447083"/>
                </a:cubicBezTo>
                <a:cubicBezTo>
                  <a:pt x="2164596" y="1447083"/>
                  <a:pt x="2160199" y="1442812"/>
                  <a:pt x="2160199" y="1437411"/>
                </a:cubicBezTo>
                <a:cubicBezTo>
                  <a:pt x="2160074" y="1432136"/>
                  <a:pt x="2164469" y="1427739"/>
                  <a:pt x="2169871" y="1427614"/>
                </a:cubicBezTo>
                <a:close/>
                <a:moveTo>
                  <a:pt x="2938760" y="1426861"/>
                </a:moveTo>
                <a:cubicBezTo>
                  <a:pt x="2942529" y="1426861"/>
                  <a:pt x="2945669" y="1429875"/>
                  <a:pt x="2945669" y="1433644"/>
                </a:cubicBezTo>
                <a:cubicBezTo>
                  <a:pt x="2945794" y="1437412"/>
                  <a:pt x="2942654" y="1440552"/>
                  <a:pt x="2938886" y="1440552"/>
                </a:cubicBezTo>
                <a:cubicBezTo>
                  <a:pt x="2935117" y="1440552"/>
                  <a:pt x="2931977" y="1437537"/>
                  <a:pt x="2931977" y="1433770"/>
                </a:cubicBezTo>
                <a:cubicBezTo>
                  <a:pt x="2931977" y="1429875"/>
                  <a:pt x="2935117" y="1426861"/>
                  <a:pt x="2938760" y="1426861"/>
                </a:cubicBezTo>
                <a:close/>
                <a:moveTo>
                  <a:pt x="2462930" y="1426106"/>
                </a:moveTo>
                <a:cubicBezTo>
                  <a:pt x="2479889" y="1425980"/>
                  <a:pt x="2493706" y="1439798"/>
                  <a:pt x="2493831" y="1456756"/>
                </a:cubicBezTo>
                <a:cubicBezTo>
                  <a:pt x="2493831" y="1473713"/>
                  <a:pt x="2480139" y="1487532"/>
                  <a:pt x="2463181" y="1487657"/>
                </a:cubicBezTo>
                <a:cubicBezTo>
                  <a:pt x="2446224" y="1487657"/>
                  <a:pt x="2432280" y="1473965"/>
                  <a:pt x="2432280" y="1457007"/>
                </a:cubicBezTo>
                <a:cubicBezTo>
                  <a:pt x="2432280" y="1439923"/>
                  <a:pt x="2445972" y="1426106"/>
                  <a:pt x="2462930" y="1426106"/>
                </a:cubicBezTo>
                <a:close/>
                <a:moveTo>
                  <a:pt x="872898" y="1425479"/>
                </a:moveTo>
                <a:cubicBezTo>
                  <a:pt x="882067" y="1425479"/>
                  <a:pt x="889604" y="1432891"/>
                  <a:pt x="889604" y="1442060"/>
                </a:cubicBezTo>
                <a:cubicBezTo>
                  <a:pt x="889604" y="1451230"/>
                  <a:pt x="882192" y="1458767"/>
                  <a:pt x="873023" y="1458767"/>
                </a:cubicBezTo>
                <a:cubicBezTo>
                  <a:pt x="863979" y="1458767"/>
                  <a:pt x="856442" y="1451355"/>
                  <a:pt x="856442" y="1442186"/>
                </a:cubicBezTo>
                <a:cubicBezTo>
                  <a:pt x="856442" y="1433016"/>
                  <a:pt x="863853" y="1425604"/>
                  <a:pt x="872898" y="1425479"/>
                </a:cubicBezTo>
                <a:close/>
                <a:moveTo>
                  <a:pt x="486882" y="1421333"/>
                </a:moveTo>
                <a:cubicBezTo>
                  <a:pt x="498691" y="1421208"/>
                  <a:pt x="508363" y="1430880"/>
                  <a:pt x="508363" y="1442687"/>
                </a:cubicBezTo>
                <a:cubicBezTo>
                  <a:pt x="508363" y="1454496"/>
                  <a:pt x="498816" y="1464168"/>
                  <a:pt x="487009" y="1464168"/>
                </a:cubicBezTo>
                <a:cubicBezTo>
                  <a:pt x="475200" y="1464293"/>
                  <a:pt x="465528" y="1454746"/>
                  <a:pt x="465528" y="1442814"/>
                </a:cubicBezTo>
                <a:cubicBezTo>
                  <a:pt x="465403" y="1431005"/>
                  <a:pt x="475075" y="1421333"/>
                  <a:pt x="486882" y="1421333"/>
                </a:cubicBezTo>
                <a:close/>
                <a:moveTo>
                  <a:pt x="10677" y="1421333"/>
                </a:moveTo>
                <a:cubicBezTo>
                  <a:pt x="11682" y="1421333"/>
                  <a:pt x="12435" y="1422087"/>
                  <a:pt x="12435" y="1423092"/>
                </a:cubicBezTo>
                <a:cubicBezTo>
                  <a:pt x="12435" y="1424097"/>
                  <a:pt x="11682" y="1424850"/>
                  <a:pt x="10677" y="1424850"/>
                </a:cubicBezTo>
                <a:cubicBezTo>
                  <a:pt x="9672" y="1424850"/>
                  <a:pt x="8918" y="1424097"/>
                  <a:pt x="8918" y="1423092"/>
                </a:cubicBezTo>
                <a:cubicBezTo>
                  <a:pt x="8918" y="1422087"/>
                  <a:pt x="9797" y="1421207"/>
                  <a:pt x="10677" y="1421333"/>
                </a:cubicBezTo>
                <a:close/>
                <a:moveTo>
                  <a:pt x="3032090" y="1410153"/>
                </a:moveTo>
                <a:cubicBezTo>
                  <a:pt x="3033220" y="1410153"/>
                  <a:pt x="3034100" y="1411033"/>
                  <a:pt x="3034100" y="1412163"/>
                </a:cubicBezTo>
                <a:cubicBezTo>
                  <a:pt x="3034100" y="1413293"/>
                  <a:pt x="3033220" y="1414173"/>
                  <a:pt x="3032090" y="1414173"/>
                </a:cubicBezTo>
                <a:cubicBezTo>
                  <a:pt x="3030960" y="1414173"/>
                  <a:pt x="3030080" y="1413293"/>
                  <a:pt x="3030080" y="1412163"/>
                </a:cubicBezTo>
                <a:cubicBezTo>
                  <a:pt x="3030080" y="1411033"/>
                  <a:pt x="3030960" y="1410153"/>
                  <a:pt x="3032090" y="1410153"/>
                </a:cubicBezTo>
                <a:close/>
                <a:moveTo>
                  <a:pt x="2555760" y="1408017"/>
                </a:moveTo>
                <a:cubicBezTo>
                  <a:pt x="2570834" y="1408017"/>
                  <a:pt x="2583018" y="1420076"/>
                  <a:pt x="2583143" y="1435150"/>
                </a:cubicBezTo>
                <a:cubicBezTo>
                  <a:pt x="2583143" y="1450223"/>
                  <a:pt x="2571084" y="1462534"/>
                  <a:pt x="2556010" y="1462534"/>
                </a:cubicBezTo>
                <a:cubicBezTo>
                  <a:pt x="2541062" y="1462534"/>
                  <a:pt x="2528752" y="1450475"/>
                  <a:pt x="2528752" y="1435401"/>
                </a:cubicBezTo>
                <a:cubicBezTo>
                  <a:pt x="2528752" y="1420328"/>
                  <a:pt x="2540811" y="1408142"/>
                  <a:pt x="2555760" y="1408017"/>
                </a:cubicBezTo>
                <a:close/>
                <a:moveTo>
                  <a:pt x="393803" y="1406008"/>
                </a:moveTo>
                <a:cubicBezTo>
                  <a:pt x="402595" y="1405883"/>
                  <a:pt x="409755" y="1413043"/>
                  <a:pt x="409755" y="1421836"/>
                </a:cubicBezTo>
                <a:cubicBezTo>
                  <a:pt x="409755" y="1430629"/>
                  <a:pt x="402720" y="1437789"/>
                  <a:pt x="393928" y="1437789"/>
                </a:cubicBezTo>
                <a:cubicBezTo>
                  <a:pt x="385134" y="1437915"/>
                  <a:pt x="377975" y="1430754"/>
                  <a:pt x="377975" y="1421962"/>
                </a:cubicBezTo>
                <a:cubicBezTo>
                  <a:pt x="377975" y="1413168"/>
                  <a:pt x="385134" y="1406008"/>
                  <a:pt x="393803" y="1406008"/>
                </a:cubicBezTo>
                <a:close/>
                <a:moveTo>
                  <a:pt x="1084559" y="1401486"/>
                </a:moveTo>
                <a:cubicBezTo>
                  <a:pt x="1085186" y="1401486"/>
                  <a:pt x="1085690" y="1401988"/>
                  <a:pt x="1085690" y="1402616"/>
                </a:cubicBezTo>
                <a:cubicBezTo>
                  <a:pt x="1085690" y="1403244"/>
                  <a:pt x="1085186" y="1403747"/>
                  <a:pt x="1084559" y="1403747"/>
                </a:cubicBezTo>
                <a:cubicBezTo>
                  <a:pt x="1083931" y="1403747"/>
                  <a:pt x="1083429" y="1403244"/>
                  <a:pt x="1083429" y="1402616"/>
                </a:cubicBezTo>
                <a:cubicBezTo>
                  <a:pt x="1083429" y="1401988"/>
                  <a:pt x="1083931" y="1401611"/>
                  <a:pt x="1084559" y="1401486"/>
                </a:cubicBezTo>
                <a:close/>
                <a:moveTo>
                  <a:pt x="780192" y="1396336"/>
                </a:moveTo>
                <a:cubicBezTo>
                  <a:pt x="794010" y="1396211"/>
                  <a:pt x="805314" y="1407390"/>
                  <a:pt x="805314" y="1421207"/>
                </a:cubicBezTo>
                <a:cubicBezTo>
                  <a:pt x="805441" y="1435025"/>
                  <a:pt x="794261" y="1446330"/>
                  <a:pt x="780444" y="1446330"/>
                </a:cubicBezTo>
                <a:cubicBezTo>
                  <a:pt x="766626" y="1446456"/>
                  <a:pt x="755322" y="1435276"/>
                  <a:pt x="755322" y="1421459"/>
                </a:cubicBezTo>
                <a:cubicBezTo>
                  <a:pt x="755322" y="1407641"/>
                  <a:pt x="766376" y="1396336"/>
                  <a:pt x="780192" y="1396336"/>
                </a:cubicBezTo>
                <a:close/>
                <a:moveTo>
                  <a:pt x="2262323" y="1392693"/>
                </a:moveTo>
                <a:cubicBezTo>
                  <a:pt x="2275137" y="1392568"/>
                  <a:pt x="2285689" y="1402993"/>
                  <a:pt x="2285689" y="1415807"/>
                </a:cubicBezTo>
                <a:cubicBezTo>
                  <a:pt x="2285689" y="1428746"/>
                  <a:pt x="2275262" y="1439172"/>
                  <a:pt x="2262449" y="1439172"/>
                </a:cubicBezTo>
                <a:cubicBezTo>
                  <a:pt x="2249637" y="1439298"/>
                  <a:pt x="2239210" y="1428871"/>
                  <a:pt x="2239210" y="1416058"/>
                </a:cubicBezTo>
                <a:cubicBezTo>
                  <a:pt x="2239210" y="1403245"/>
                  <a:pt x="2249511" y="1392818"/>
                  <a:pt x="2262323" y="1392693"/>
                </a:cubicBezTo>
                <a:close/>
                <a:moveTo>
                  <a:pt x="300970" y="1388422"/>
                </a:moveTo>
                <a:cubicBezTo>
                  <a:pt x="308004" y="1388422"/>
                  <a:pt x="313657" y="1394074"/>
                  <a:pt x="313657" y="1400983"/>
                </a:cubicBezTo>
                <a:cubicBezTo>
                  <a:pt x="313657" y="1408018"/>
                  <a:pt x="308004" y="1413670"/>
                  <a:pt x="301095" y="1413670"/>
                </a:cubicBezTo>
                <a:cubicBezTo>
                  <a:pt x="294061" y="1413670"/>
                  <a:pt x="288409" y="1408143"/>
                  <a:pt x="288409" y="1401109"/>
                </a:cubicBezTo>
                <a:cubicBezTo>
                  <a:pt x="288409" y="1394199"/>
                  <a:pt x="293936" y="1388547"/>
                  <a:pt x="300970" y="1388422"/>
                </a:cubicBezTo>
                <a:close/>
                <a:moveTo>
                  <a:pt x="2648840" y="1386914"/>
                </a:moveTo>
                <a:cubicBezTo>
                  <a:pt x="2663662" y="1386914"/>
                  <a:pt x="2675721" y="1398848"/>
                  <a:pt x="2675721" y="1413670"/>
                </a:cubicBezTo>
                <a:cubicBezTo>
                  <a:pt x="2675721" y="1428493"/>
                  <a:pt x="2663789" y="1440552"/>
                  <a:pt x="2648966" y="1440552"/>
                </a:cubicBezTo>
                <a:cubicBezTo>
                  <a:pt x="2634144" y="1440677"/>
                  <a:pt x="2622085" y="1428743"/>
                  <a:pt x="2622085" y="1413921"/>
                </a:cubicBezTo>
                <a:cubicBezTo>
                  <a:pt x="2621958" y="1399098"/>
                  <a:pt x="2634017" y="1387039"/>
                  <a:pt x="2648840" y="1386914"/>
                </a:cubicBezTo>
                <a:close/>
                <a:moveTo>
                  <a:pt x="2052045" y="1377116"/>
                </a:moveTo>
                <a:cubicBezTo>
                  <a:pt x="2052295" y="1377116"/>
                  <a:pt x="2052422" y="1377368"/>
                  <a:pt x="2052422" y="1377618"/>
                </a:cubicBezTo>
                <a:cubicBezTo>
                  <a:pt x="2052547" y="1377870"/>
                  <a:pt x="2052295" y="1378121"/>
                  <a:pt x="2052045" y="1378121"/>
                </a:cubicBezTo>
                <a:cubicBezTo>
                  <a:pt x="2051667" y="1378121"/>
                  <a:pt x="2051542" y="1377870"/>
                  <a:pt x="2051542" y="1377618"/>
                </a:cubicBezTo>
                <a:cubicBezTo>
                  <a:pt x="2051542" y="1377368"/>
                  <a:pt x="2051667" y="1377116"/>
                  <a:pt x="2052045" y="1377116"/>
                </a:cubicBezTo>
                <a:close/>
                <a:moveTo>
                  <a:pt x="990598" y="1375106"/>
                </a:moveTo>
                <a:cubicBezTo>
                  <a:pt x="994116" y="1375106"/>
                  <a:pt x="997005" y="1377995"/>
                  <a:pt x="997005" y="1381512"/>
                </a:cubicBezTo>
                <a:cubicBezTo>
                  <a:pt x="997005" y="1385029"/>
                  <a:pt x="994116" y="1387917"/>
                  <a:pt x="990598" y="1387917"/>
                </a:cubicBezTo>
                <a:cubicBezTo>
                  <a:pt x="987081" y="1387917"/>
                  <a:pt x="984192" y="1385029"/>
                  <a:pt x="984192" y="1381512"/>
                </a:cubicBezTo>
                <a:cubicBezTo>
                  <a:pt x="984192" y="1377870"/>
                  <a:pt x="986956" y="1374981"/>
                  <a:pt x="990598" y="1375106"/>
                </a:cubicBezTo>
                <a:close/>
                <a:moveTo>
                  <a:pt x="687614" y="1373096"/>
                </a:moveTo>
                <a:cubicBezTo>
                  <a:pt x="702688" y="1373096"/>
                  <a:pt x="715124" y="1385280"/>
                  <a:pt x="715124" y="1400481"/>
                </a:cubicBezTo>
                <a:cubicBezTo>
                  <a:pt x="715124" y="1415555"/>
                  <a:pt x="702940" y="1427990"/>
                  <a:pt x="687740" y="1427990"/>
                </a:cubicBezTo>
                <a:cubicBezTo>
                  <a:pt x="672666" y="1427990"/>
                  <a:pt x="660231" y="1415805"/>
                  <a:pt x="660231" y="1400606"/>
                </a:cubicBezTo>
                <a:cubicBezTo>
                  <a:pt x="660104" y="1385407"/>
                  <a:pt x="672415" y="1373096"/>
                  <a:pt x="687614" y="1373096"/>
                </a:cubicBezTo>
                <a:close/>
                <a:moveTo>
                  <a:pt x="208017" y="1371338"/>
                </a:moveTo>
                <a:cubicBezTo>
                  <a:pt x="212916" y="1371338"/>
                  <a:pt x="216936" y="1375232"/>
                  <a:pt x="216936" y="1380131"/>
                </a:cubicBezTo>
                <a:cubicBezTo>
                  <a:pt x="216936" y="1385029"/>
                  <a:pt x="213041" y="1389049"/>
                  <a:pt x="208144" y="1389049"/>
                </a:cubicBezTo>
                <a:cubicBezTo>
                  <a:pt x="203244" y="1389049"/>
                  <a:pt x="199225" y="1385155"/>
                  <a:pt x="199225" y="1380257"/>
                </a:cubicBezTo>
                <a:cubicBezTo>
                  <a:pt x="199225" y="1375357"/>
                  <a:pt x="203119" y="1371338"/>
                  <a:pt x="208017" y="1371338"/>
                </a:cubicBezTo>
                <a:close/>
                <a:moveTo>
                  <a:pt x="2741544" y="1367695"/>
                </a:moveTo>
                <a:cubicBezTo>
                  <a:pt x="2755111" y="1367695"/>
                  <a:pt x="2766165" y="1378624"/>
                  <a:pt x="2766165" y="1392190"/>
                </a:cubicBezTo>
                <a:cubicBezTo>
                  <a:pt x="2766165" y="1405756"/>
                  <a:pt x="2755236" y="1416810"/>
                  <a:pt x="2741670" y="1416810"/>
                </a:cubicBezTo>
                <a:cubicBezTo>
                  <a:pt x="2728103" y="1416810"/>
                  <a:pt x="2717049" y="1405881"/>
                  <a:pt x="2717049" y="1392315"/>
                </a:cubicBezTo>
                <a:cubicBezTo>
                  <a:pt x="2717049" y="1378749"/>
                  <a:pt x="2727978" y="1367695"/>
                  <a:pt x="2741544" y="1367695"/>
                </a:cubicBezTo>
                <a:close/>
                <a:moveTo>
                  <a:pt x="2355028" y="1364303"/>
                </a:moveTo>
                <a:cubicBezTo>
                  <a:pt x="2371610" y="1364303"/>
                  <a:pt x="2385051" y="1377744"/>
                  <a:pt x="2385176" y="1394325"/>
                </a:cubicBezTo>
                <a:cubicBezTo>
                  <a:pt x="2385176" y="1411031"/>
                  <a:pt x="2371735" y="1424598"/>
                  <a:pt x="2355154" y="1424598"/>
                </a:cubicBezTo>
                <a:cubicBezTo>
                  <a:pt x="2338447" y="1424598"/>
                  <a:pt x="2324880" y="1411157"/>
                  <a:pt x="2324880" y="1394576"/>
                </a:cubicBezTo>
                <a:cubicBezTo>
                  <a:pt x="2324880" y="1377995"/>
                  <a:pt x="2338322" y="1364428"/>
                  <a:pt x="2355028" y="1364303"/>
                </a:cubicBezTo>
                <a:close/>
                <a:moveTo>
                  <a:pt x="594784" y="1354632"/>
                </a:moveTo>
                <a:cubicBezTo>
                  <a:pt x="608602" y="1354507"/>
                  <a:pt x="619906" y="1365686"/>
                  <a:pt x="619906" y="1379503"/>
                </a:cubicBezTo>
                <a:cubicBezTo>
                  <a:pt x="620033" y="1393321"/>
                  <a:pt x="608854" y="1404626"/>
                  <a:pt x="595036" y="1404626"/>
                </a:cubicBezTo>
                <a:cubicBezTo>
                  <a:pt x="581219" y="1404752"/>
                  <a:pt x="569914" y="1393572"/>
                  <a:pt x="569914" y="1379755"/>
                </a:cubicBezTo>
                <a:cubicBezTo>
                  <a:pt x="569914" y="1365937"/>
                  <a:pt x="580968" y="1354757"/>
                  <a:pt x="594784" y="1354632"/>
                </a:cubicBezTo>
                <a:close/>
                <a:moveTo>
                  <a:pt x="115188" y="1354380"/>
                </a:moveTo>
                <a:cubicBezTo>
                  <a:pt x="118076" y="1354380"/>
                  <a:pt x="120338" y="1356641"/>
                  <a:pt x="120338" y="1359404"/>
                </a:cubicBezTo>
                <a:cubicBezTo>
                  <a:pt x="120338" y="1362294"/>
                  <a:pt x="118076" y="1364554"/>
                  <a:pt x="115188" y="1364554"/>
                </a:cubicBezTo>
                <a:cubicBezTo>
                  <a:pt x="112424" y="1364554"/>
                  <a:pt x="110164" y="1362168"/>
                  <a:pt x="110164" y="1359404"/>
                </a:cubicBezTo>
                <a:cubicBezTo>
                  <a:pt x="110037" y="1356641"/>
                  <a:pt x="112424" y="1354380"/>
                  <a:pt x="115188" y="1354380"/>
                </a:cubicBezTo>
                <a:close/>
                <a:moveTo>
                  <a:pt x="2834248" y="1352872"/>
                </a:moveTo>
                <a:cubicBezTo>
                  <a:pt x="2844046" y="1352747"/>
                  <a:pt x="2852211" y="1360786"/>
                  <a:pt x="2852211" y="1370710"/>
                </a:cubicBezTo>
                <a:cubicBezTo>
                  <a:pt x="2852338" y="1380632"/>
                  <a:pt x="2844297" y="1388672"/>
                  <a:pt x="2834374" y="1388672"/>
                </a:cubicBezTo>
                <a:cubicBezTo>
                  <a:pt x="2824451" y="1388798"/>
                  <a:pt x="2816411" y="1380759"/>
                  <a:pt x="2816411" y="1370835"/>
                </a:cubicBezTo>
                <a:cubicBezTo>
                  <a:pt x="2816411" y="1360911"/>
                  <a:pt x="2824451" y="1352872"/>
                  <a:pt x="2834248" y="1352872"/>
                </a:cubicBezTo>
                <a:close/>
                <a:moveTo>
                  <a:pt x="2145377" y="1352119"/>
                </a:moveTo>
                <a:cubicBezTo>
                  <a:pt x="2147514" y="1352119"/>
                  <a:pt x="2149147" y="1353877"/>
                  <a:pt x="2149147" y="1355888"/>
                </a:cubicBezTo>
                <a:cubicBezTo>
                  <a:pt x="2149147" y="1358023"/>
                  <a:pt x="2147387" y="1359656"/>
                  <a:pt x="2145377" y="1359656"/>
                </a:cubicBezTo>
                <a:cubicBezTo>
                  <a:pt x="2143367" y="1359656"/>
                  <a:pt x="2141608" y="1358023"/>
                  <a:pt x="2141608" y="1355888"/>
                </a:cubicBezTo>
                <a:cubicBezTo>
                  <a:pt x="2141608" y="1353752"/>
                  <a:pt x="2143241" y="1352119"/>
                  <a:pt x="2145377" y="1352119"/>
                </a:cubicBezTo>
                <a:close/>
                <a:moveTo>
                  <a:pt x="897014" y="1343074"/>
                </a:moveTo>
                <a:cubicBezTo>
                  <a:pt x="906560" y="1343074"/>
                  <a:pt x="914349" y="1350736"/>
                  <a:pt x="914349" y="1360282"/>
                </a:cubicBezTo>
                <a:cubicBezTo>
                  <a:pt x="914349" y="1369829"/>
                  <a:pt x="906687" y="1377617"/>
                  <a:pt x="897140" y="1377617"/>
                </a:cubicBezTo>
                <a:cubicBezTo>
                  <a:pt x="887594" y="1377617"/>
                  <a:pt x="879805" y="1369954"/>
                  <a:pt x="879805" y="1360409"/>
                </a:cubicBezTo>
                <a:cubicBezTo>
                  <a:pt x="879680" y="1350862"/>
                  <a:pt x="887342" y="1343074"/>
                  <a:pt x="897014" y="1343074"/>
                </a:cubicBezTo>
                <a:close/>
                <a:moveTo>
                  <a:pt x="2447606" y="1342948"/>
                </a:moveTo>
                <a:cubicBezTo>
                  <a:pt x="2464188" y="1342948"/>
                  <a:pt x="2477754" y="1356389"/>
                  <a:pt x="2477754" y="1372970"/>
                </a:cubicBezTo>
                <a:cubicBezTo>
                  <a:pt x="2477754" y="1389552"/>
                  <a:pt x="2464313" y="1403118"/>
                  <a:pt x="2447732" y="1403118"/>
                </a:cubicBezTo>
                <a:cubicBezTo>
                  <a:pt x="2431025" y="1403118"/>
                  <a:pt x="2417458" y="1389677"/>
                  <a:pt x="2417458" y="1373096"/>
                </a:cubicBezTo>
                <a:cubicBezTo>
                  <a:pt x="2417458" y="1356514"/>
                  <a:pt x="2430773" y="1342948"/>
                  <a:pt x="2447606" y="1342948"/>
                </a:cubicBezTo>
                <a:close/>
                <a:moveTo>
                  <a:pt x="2927079" y="1341944"/>
                </a:moveTo>
                <a:cubicBezTo>
                  <a:pt x="2931098" y="1341944"/>
                  <a:pt x="2934364" y="1345209"/>
                  <a:pt x="2934364" y="1349230"/>
                </a:cubicBezTo>
                <a:cubicBezTo>
                  <a:pt x="2934364" y="1353250"/>
                  <a:pt x="2931098" y="1356515"/>
                  <a:pt x="2927079" y="1356515"/>
                </a:cubicBezTo>
                <a:cubicBezTo>
                  <a:pt x="2923059" y="1356515"/>
                  <a:pt x="2919793" y="1353250"/>
                  <a:pt x="2919793" y="1349230"/>
                </a:cubicBezTo>
                <a:cubicBezTo>
                  <a:pt x="2919793" y="1345209"/>
                  <a:pt x="2923059" y="1341944"/>
                  <a:pt x="2927079" y="1341944"/>
                </a:cubicBezTo>
                <a:close/>
                <a:moveTo>
                  <a:pt x="502083" y="1338177"/>
                </a:moveTo>
                <a:cubicBezTo>
                  <a:pt x="513514" y="1338177"/>
                  <a:pt x="522936" y="1347472"/>
                  <a:pt x="522936" y="1358903"/>
                </a:cubicBezTo>
                <a:cubicBezTo>
                  <a:pt x="522936" y="1370335"/>
                  <a:pt x="513640" y="1379756"/>
                  <a:pt x="502208" y="1379756"/>
                </a:cubicBezTo>
                <a:cubicBezTo>
                  <a:pt x="490778" y="1379756"/>
                  <a:pt x="481356" y="1370587"/>
                  <a:pt x="481356" y="1359030"/>
                </a:cubicBezTo>
                <a:cubicBezTo>
                  <a:pt x="481356" y="1347472"/>
                  <a:pt x="490652" y="1338177"/>
                  <a:pt x="502083" y="1338177"/>
                </a:cubicBezTo>
                <a:close/>
                <a:moveTo>
                  <a:pt x="22357" y="1336794"/>
                </a:moveTo>
                <a:cubicBezTo>
                  <a:pt x="23363" y="1336794"/>
                  <a:pt x="24116" y="1337548"/>
                  <a:pt x="24116" y="1338552"/>
                </a:cubicBezTo>
                <a:cubicBezTo>
                  <a:pt x="24116" y="1339558"/>
                  <a:pt x="23363" y="1340311"/>
                  <a:pt x="22357" y="1340311"/>
                </a:cubicBezTo>
                <a:cubicBezTo>
                  <a:pt x="21478" y="1340311"/>
                  <a:pt x="20599" y="1339558"/>
                  <a:pt x="20599" y="1338552"/>
                </a:cubicBezTo>
                <a:cubicBezTo>
                  <a:pt x="20599" y="1337548"/>
                  <a:pt x="21353" y="1336794"/>
                  <a:pt x="22357" y="1336794"/>
                </a:cubicBezTo>
                <a:close/>
                <a:moveTo>
                  <a:pt x="3019907" y="1325740"/>
                </a:moveTo>
                <a:cubicBezTo>
                  <a:pt x="3021037" y="1325740"/>
                  <a:pt x="3021916" y="1326620"/>
                  <a:pt x="3021916" y="1327750"/>
                </a:cubicBezTo>
                <a:cubicBezTo>
                  <a:pt x="3021916" y="1328880"/>
                  <a:pt x="3021037" y="1329760"/>
                  <a:pt x="3019907" y="1329760"/>
                </a:cubicBezTo>
                <a:cubicBezTo>
                  <a:pt x="3018777" y="1329760"/>
                  <a:pt x="3017897" y="1328880"/>
                  <a:pt x="3017897" y="1327750"/>
                </a:cubicBezTo>
                <a:cubicBezTo>
                  <a:pt x="3017897" y="1326620"/>
                  <a:pt x="3018777" y="1325740"/>
                  <a:pt x="3019907" y="1325740"/>
                </a:cubicBezTo>
                <a:close/>
                <a:moveTo>
                  <a:pt x="1917510" y="1324359"/>
                </a:moveTo>
                <a:cubicBezTo>
                  <a:pt x="1917636" y="1324359"/>
                  <a:pt x="1917762" y="1324610"/>
                  <a:pt x="1917762" y="1324610"/>
                </a:cubicBezTo>
                <a:cubicBezTo>
                  <a:pt x="1917762" y="1324736"/>
                  <a:pt x="1917636" y="1324862"/>
                  <a:pt x="1917510" y="1324862"/>
                </a:cubicBezTo>
                <a:cubicBezTo>
                  <a:pt x="1917384" y="1324862"/>
                  <a:pt x="1917259" y="1324736"/>
                  <a:pt x="1917259" y="1324610"/>
                </a:cubicBezTo>
                <a:cubicBezTo>
                  <a:pt x="1917259" y="1324484"/>
                  <a:pt x="1917384" y="1324359"/>
                  <a:pt x="1917510" y="1324359"/>
                </a:cubicBezTo>
                <a:close/>
                <a:moveTo>
                  <a:pt x="2540058" y="1323731"/>
                </a:moveTo>
                <a:cubicBezTo>
                  <a:pt x="2555382" y="1323731"/>
                  <a:pt x="2567693" y="1336042"/>
                  <a:pt x="2567818" y="1351367"/>
                </a:cubicBezTo>
                <a:cubicBezTo>
                  <a:pt x="2567818" y="1366692"/>
                  <a:pt x="2555509" y="1379128"/>
                  <a:pt x="2540183" y="1379128"/>
                </a:cubicBezTo>
                <a:cubicBezTo>
                  <a:pt x="2524859" y="1379254"/>
                  <a:pt x="2512423" y="1366943"/>
                  <a:pt x="2512423" y="1351618"/>
                </a:cubicBezTo>
                <a:cubicBezTo>
                  <a:pt x="2512423" y="1336293"/>
                  <a:pt x="2524734" y="1323856"/>
                  <a:pt x="2540058" y="1323731"/>
                </a:cubicBezTo>
                <a:close/>
                <a:moveTo>
                  <a:pt x="409379" y="1322222"/>
                </a:moveTo>
                <a:cubicBezTo>
                  <a:pt x="418172" y="1322097"/>
                  <a:pt x="425331" y="1329257"/>
                  <a:pt x="425331" y="1338050"/>
                </a:cubicBezTo>
                <a:cubicBezTo>
                  <a:pt x="425457" y="1346843"/>
                  <a:pt x="418297" y="1354003"/>
                  <a:pt x="409504" y="1354003"/>
                </a:cubicBezTo>
                <a:cubicBezTo>
                  <a:pt x="400711" y="1354129"/>
                  <a:pt x="393551" y="1346968"/>
                  <a:pt x="393551" y="1338176"/>
                </a:cubicBezTo>
                <a:cubicBezTo>
                  <a:pt x="393551" y="1329382"/>
                  <a:pt x="400585" y="1322222"/>
                  <a:pt x="409379" y="1322222"/>
                </a:cubicBezTo>
                <a:close/>
                <a:moveTo>
                  <a:pt x="2238458" y="1322097"/>
                </a:moveTo>
                <a:cubicBezTo>
                  <a:pt x="2245115" y="1322097"/>
                  <a:pt x="2250517" y="1327372"/>
                  <a:pt x="2250517" y="1334030"/>
                </a:cubicBezTo>
                <a:cubicBezTo>
                  <a:pt x="2250517" y="1340688"/>
                  <a:pt x="2245240" y="1346089"/>
                  <a:pt x="2238583" y="1346089"/>
                </a:cubicBezTo>
                <a:cubicBezTo>
                  <a:pt x="2232051" y="1346089"/>
                  <a:pt x="2226649" y="1340813"/>
                  <a:pt x="2226649" y="1334156"/>
                </a:cubicBezTo>
                <a:cubicBezTo>
                  <a:pt x="2226649" y="1327624"/>
                  <a:pt x="2231924" y="1322222"/>
                  <a:pt x="2238458" y="1322097"/>
                </a:cubicBezTo>
                <a:close/>
                <a:moveTo>
                  <a:pt x="803556" y="1314308"/>
                </a:moveTo>
                <a:cubicBezTo>
                  <a:pt x="817375" y="1314183"/>
                  <a:pt x="828679" y="1325362"/>
                  <a:pt x="828679" y="1339179"/>
                </a:cubicBezTo>
                <a:cubicBezTo>
                  <a:pt x="828806" y="1352997"/>
                  <a:pt x="817625" y="1364302"/>
                  <a:pt x="803808" y="1364302"/>
                </a:cubicBezTo>
                <a:cubicBezTo>
                  <a:pt x="789990" y="1364428"/>
                  <a:pt x="778685" y="1353248"/>
                  <a:pt x="778685" y="1339431"/>
                </a:cubicBezTo>
                <a:cubicBezTo>
                  <a:pt x="778560" y="1325613"/>
                  <a:pt x="789739" y="1314308"/>
                  <a:pt x="803556" y="1314308"/>
                </a:cubicBezTo>
                <a:close/>
                <a:moveTo>
                  <a:pt x="316674" y="1304637"/>
                </a:moveTo>
                <a:cubicBezTo>
                  <a:pt x="323708" y="1304637"/>
                  <a:pt x="329361" y="1310164"/>
                  <a:pt x="329361" y="1317198"/>
                </a:cubicBezTo>
                <a:cubicBezTo>
                  <a:pt x="329361" y="1324107"/>
                  <a:pt x="323834" y="1329885"/>
                  <a:pt x="316799" y="1329885"/>
                </a:cubicBezTo>
                <a:cubicBezTo>
                  <a:pt x="309765" y="1329885"/>
                  <a:pt x="304113" y="1324358"/>
                  <a:pt x="304113" y="1317324"/>
                </a:cubicBezTo>
                <a:cubicBezTo>
                  <a:pt x="304113" y="1310414"/>
                  <a:pt x="309765" y="1304637"/>
                  <a:pt x="316674" y="1304637"/>
                </a:cubicBezTo>
                <a:close/>
                <a:moveTo>
                  <a:pt x="2632638" y="1303380"/>
                </a:moveTo>
                <a:cubicBezTo>
                  <a:pt x="2647461" y="1303254"/>
                  <a:pt x="2659521" y="1315188"/>
                  <a:pt x="2659521" y="1330011"/>
                </a:cubicBezTo>
                <a:cubicBezTo>
                  <a:pt x="2659521" y="1344834"/>
                  <a:pt x="2647587" y="1356893"/>
                  <a:pt x="2632763" y="1356893"/>
                </a:cubicBezTo>
                <a:cubicBezTo>
                  <a:pt x="2617941" y="1356893"/>
                  <a:pt x="2605882" y="1344959"/>
                  <a:pt x="2605882" y="1330137"/>
                </a:cubicBezTo>
                <a:cubicBezTo>
                  <a:pt x="2605882" y="1315313"/>
                  <a:pt x="2617816" y="1303380"/>
                  <a:pt x="2632638" y="1303380"/>
                </a:cubicBezTo>
                <a:close/>
                <a:moveTo>
                  <a:pt x="1027277" y="1302751"/>
                </a:moveTo>
                <a:cubicBezTo>
                  <a:pt x="1028283" y="1302751"/>
                  <a:pt x="1029036" y="1303504"/>
                  <a:pt x="1029036" y="1304509"/>
                </a:cubicBezTo>
                <a:cubicBezTo>
                  <a:pt x="1029036" y="1305515"/>
                  <a:pt x="1028283" y="1306268"/>
                  <a:pt x="1027277" y="1306268"/>
                </a:cubicBezTo>
                <a:cubicBezTo>
                  <a:pt x="1026272" y="1306268"/>
                  <a:pt x="1025519" y="1305515"/>
                  <a:pt x="1025519" y="1304509"/>
                </a:cubicBezTo>
                <a:cubicBezTo>
                  <a:pt x="1025519" y="1303504"/>
                  <a:pt x="1026272" y="1302751"/>
                  <a:pt x="1027277" y="1302751"/>
                </a:cubicBezTo>
                <a:close/>
                <a:moveTo>
                  <a:pt x="2014486" y="1299485"/>
                </a:moveTo>
                <a:cubicBezTo>
                  <a:pt x="2015366" y="1299485"/>
                  <a:pt x="2016119" y="1300114"/>
                  <a:pt x="2016119" y="1300992"/>
                </a:cubicBezTo>
                <a:cubicBezTo>
                  <a:pt x="2016119" y="1301872"/>
                  <a:pt x="2015491" y="1302500"/>
                  <a:pt x="2014612" y="1302500"/>
                </a:cubicBezTo>
                <a:cubicBezTo>
                  <a:pt x="2013732" y="1302500"/>
                  <a:pt x="2013104" y="1301872"/>
                  <a:pt x="2013104" y="1300992"/>
                </a:cubicBezTo>
                <a:cubicBezTo>
                  <a:pt x="2013104" y="1300114"/>
                  <a:pt x="2013859" y="1299360"/>
                  <a:pt x="2014486" y="1299485"/>
                </a:cubicBezTo>
                <a:close/>
                <a:moveTo>
                  <a:pt x="710349" y="1290442"/>
                </a:moveTo>
                <a:cubicBezTo>
                  <a:pt x="725800" y="1290316"/>
                  <a:pt x="738362" y="1302752"/>
                  <a:pt x="738362" y="1318203"/>
                </a:cubicBezTo>
                <a:cubicBezTo>
                  <a:pt x="738487" y="1333654"/>
                  <a:pt x="726051" y="1346216"/>
                  <a:pt x="710600" y="1346216"/>
                </a:cubicBezTo>
                <a:cubicBezTo>
                  <a:pt x="695150" y="1346216"/>
                  <a:pt x="682589" y="1333780"/>
                  <a:pt x="682589" y="1318454"/>
                </a:cubicBezTo>
                <a:cubicBezTo>
                  <a:pt x="682462" y="1303129"/>
                  <a:pt x="694899" y="1290567"/>
                  <a:pt x="710349" y="1290442"/>
                </a:cubicBezTo>
                <a:close/>
                <a:moveTo>
                  <a:pt x="223971" y="1287553"/>
                </a:moveTo>
                <a:cubicBezTo>
                  <a:pt x="228869" y="1287427"/>
                  <a:pt x="232889" y="1291447"/>
                  <a:pt x="232889" y="1296346"/>
                </a:cubicBezTo>
                <a:cubicBezTo>
                  <a:pt x="232889" y="1301244"/>
                  <a:pt x="228996" y="1305263"/>
                  <a:pt x="224097" y="1305263"/>
                </a:cubicBezTo>
                <a:cubicBezTo>
                  <a:pt x="219197" y="1305390"/>
                  <a:pt x="215178" y="1301370"/>
                  <a:pt x="215178" y="1296471"/>
                </a:cubicBezTo>
                <a:cubicBezTo>
                  <a:pt x="215178" y="1291572"/>
                  <a:pt x="219197" y="1287678"/>
                  <a:pt x="223971" y="1287553"/>
                </a:cubicBezTo>
                <a:close/>
                <a:moveTo>
                  <a:pt x="2331539" y="1286297"/>
                </a:moveTo>
                <a:cubicBezTo>
                  <a:pt x="2345984" y="1286171"/>
                  <a:pt x="2357793" y="1297854"/>
                  <a:pt x="2357793" y="1312299"/>
                </a:cubicBezTo>
                <a:cubicBezTo>
                  <a:pt x="2357793" y="1326744"/>
                  <a:pt x="2346236" y="1338552"/>
                  <a:pt x="2331789" y="1338552"/>
                </a:cubicBezTo>
                <a:cubicBezTo>
                  <a:pt x="2317343" y="1338677"/>
                  <a:pt x="2305536" y="1326996"/>
                  <a:pt x="2305536" y="1312550"/>
                </a:cubicBezTo>
                <a:cubicBezTo>
                  <a:pt x="2305410" y="1298229"/>
                  <a:pt x="2317092" y="1286422"/>
                  <a:pt x="2331539" y="1286297"/>
                </a:cubicBezTo>
                <a:close/>
                <a:moveTo>
                  <a:pt x="2725090" y="1285292"/>
                </a:moveTo>
                <a:cubicBezTo>
                  <a:pt x="2738029" y="1285167"/>
                  <a:pt x="2748454" y="1295592"/>
                  <a:pt x="2748454" y="1308406"/>
                </a:cubicBezTo>
                <a:cubicBezTo>
                  <a:pt x="2748581" y="1321345"/>
                  <a:pt x="2738154" y="1331771"/>
                  <a:pt x="2725342" y="1331771"/>
                </a:cubicBezTo>
                <a:cubicBezTo>
                  <a:pt x="2712403" y="1331897"/>
                  <a:pt x="2701976" y="1321470"/>
                  <a:pt x="2701976" y="1308657"/>
                </a:cubicBezTo>
                <a:cubicBezTo>
                  <a:pt x="2701976" y="1295844"/>
                  <a:pt x="2712276" y="1285417"/>
                  <a:pt x="2725090" y="1285292"/>
                </a:cubicBezTo>
                <a:close/>
                <a:moveTo>
                  <a:pt x="931183" y="1274489"/>
                </a:moveTo>
                <a:cubicBezTo>
                  <a:pt x="935453" y="1274489"/>
                  <a:pt x="938970" y="1278006"/>
                  <a:pt x="938970" y="1282278"/>
                </a:cubicBezTo>
                <a:cubicBezTo>
                  <a:pt x="939097" y="1286548"/>
                  <a:pt x="935580" y="1290065"/>
                  <a:pt x="931308" y="1290065"/>
                </a:cubicBezTo>
                <a:cubicBezTo>
                  <a:pt x="927038" y="1290065"/>
                  <a:pt x="923519" y="1286548"/>
                  <a:pt x="923519" y="1282278"/>
                </a:cubicBezTo>
                <a:cubicBezTo>
                  <a:pt x="923394" y="1278006"/>
                  <a:pt x="926911" y="1274489"/>
                  <a:pt x="931183" y="1274489"/>
                </a:cubicBezTo>
                <a:close/>
                <a:moveTo>
                  <a:pt x="617271" y="1273483"/>
                </a:moveTo>
                <a:cubicBezTo>
                  <a:pt x="630462" y="1273483"/>
                  <a:pt x="641264" y="1284160"/>
                  <a:pt x="641264" y="1297350"/>
                </a:cubicBezTo>
                <a:cubicBezTo>
                  <a:pt x="641264" y="1310540"/>
                  <a:pt x="630587" y="1321342"/>
                  <a:pt x="617398" y="1321342"/>
                </a:cubicBezTo>
                <a:cubicBezTo>
                  <a:pt x="604207" y="1321342"/>
                  <a:pt x="593530" y="1310665"/>
                  <a:pt x="593405" y="1297476"/>
                </a:cubicBezTo>
                <a:cubicBezTo>
                  <a:pt x="593405" y="1284286"/>
                  <a:pt x="604082" y="1273608"/>
                  <a:pt x="617271" y="1273483"/>
                </a:cubicBezTo>
                <a:close/>
                <a:moveTo>
                  <a:pt x="131392" y="1271097"/>
                </a:moveTo>
                <a:cubicBezTo>
                  <a:pt x="133905" y="1271097"/>
                  <a:pt x="136040" y="1273107"/>
                  <a:pt x="136040" y="1275745"/>
                </a:cubicBezTo>
                <a:cubicBezTo>
                  <a:pt x="136040" y="1278257"/>
                  <a:pt x="133905" y="1280393"/>
                  <a:pt x="131392" y="1280393"/>
                </a:cubicBezTo>
                <a:cubicBezTo>
                  <a:pt x="128880" y="1280393"/>
                  <a:pt x="126745" y="1278257"/>
                  <a:pt x="126745" y="1275745"/>
                </a:cubicBezTo>
                <a:cubicBezTo>
                  <a:pt x="126745" y="1273107"/>
                  <a:pt x="128755" y="1271097"/>
                  <a:pt x="131392" y="1271097"/>
                </a:cubicBezTo>
                <a:close/>
                <a:moveTo>
                  <a:pt x="2110582" y="1270469"/>
                </a:moveTo>
                <a:cubicBezTo>
                  <a:pt x="2114727" y="1270469"/>
                  <a:pt x="2118119" y="1273860"/>
                  <a:pt x="2118119" y="1278005"/>
                </a:cubicBezTo>
                <a:cubicBezTo>
                  <a:pt x="2118119" y="1282150"/>
                  <a:pt x="2114727" y="1285541"/>
                  <a:pt x="2110582" y="1285541"/>
                </a:cubicBezTo>
                <a:cubicBezTo>
                  <a:pt x="2106437" y="1285541"/>
                  <a:pt x="2103045" y="1282150"/>
                  <a:pt x="2103045" y="1278005"/>
                </a:cubicBezTo>
                <a:cubicBezTo>
                  <a:pt x="2103045" y="1273860"/>
                  <a:pt x="2106437" y="1270469"/>
                  <a:pt x="2110582" y="1270469"/>
                </a:cubicBezTo>
                <a:close/>
                <a:moveTo>
                  <a:pt x="2817669" y="1270092"/>
                </a:moveTo>
                <a:cubicBezTo>
                  <a:pt x="2827089" y="1270092"/>
                  <a:pt x="2834752" y="1277629"/>
                  <a:pt x="2834752" y="1287050"/>
                </a:cubicBezTo>
                <a:cubicBezTo>
                  <a:pt x="2834878" y="1296471"/>
                  <a:pt x="2827215" y="1304134"/>
                  <a:pt x="2817794" y="1304134"/>
                </a:cubicBezTo>
                <a:cubicBezTo>
                  <a:pt x="2808372" y="1304134"/>
                  <a:pt x="2800710" y="1296597"/>
                  <a:pt x="2800710" y="1287176"/>
                </a:cubicBezTo>
                <a:cubicBezTo>
                  <a:pt x="2800710" y="1277754"/>
                  <a:pt x="2808372" y="1270092"/>
                  <a:pt x="2817669" y="1270092"/>
                </a:cubicBezTo>
                <a:close/>
                <a:moveTo>
                  <a:pt x="2424493" y="1260169"/>
                </a:moveTo>
                <a:cubicBezTo>
                  <a:pt x="2441450" y="1260043"/>
                  <a:pt x="2455393" y="1273861"/>
                  <a:pt x="2455393" y="1290819"/>
                </a:cubicBezTo>
                <a:cubicBezTo>
                  <a:pt x="2455519" y="1307776"/>
                  <a:pt x="2441702" y="1321595"/>
                  <a:pt x="2424743" y="1321720"/>
                </a:cubicBezTo>
                <a:cubicBezTo>
                  <a:pt x="2407785" y="1321845"/>
                  <a:pt x="2393843" y="1308028"/>
                  <a:pt x="2393843" y="1291070"/>
                </a:cubicBezTo>
                <a:cubicBezTo>
                  <a:pt x="2393716" y="1273986"/>
                  <a:pt x="2407534" y="1260169"/>
                  <a:pt x="2424493" y="1260169"/>
                </a:cubicBezTo>
                <a:close/>
                <a:moveTo>
                  <a:pt x="2910245" y="1258285"/>
                </a:moveTo>
                <a:cubicBezTo>
                  <a:pt x="2914390" y="1258285"/>
                  <a:pt x="2917656" y="1261551"/>
                  <a:pt x="2917656" y="1265571"/>
                </a:cubicBezTo>
                <a:cubicBezTo>
                  <a:pt x="2917656" y="1269591"/>
                  <a:pt x="2914390" y="1272856"/>
                  <a:pt x="2910371" y="1272856"/>
                </a:cubicBezTo>
                <a:cubicBezTo>
                  <a:pt x="2906351" y="1272856"/>
                  <a:pt x="2903085" y="1269591"/>
                  <a:pt x="2903085" y="1265571"/>
                </a:cubicBezTo>
                <a:cubicBezTo>
                  <a:pt x="2903085" y="1261677"/>
                  <a:pt x="2906351" y="1258285"/>
                  <a:pt x="2910245" y="1258285"/>
                </a:cubicBezTo>
                <a:close/>
                <a:moveTo>
                  <a:pt x="1864250" y="1258033"/>
                </a:moveTo>
                <a:cubicBezTo>
                  <a:pt x="1864375" y="1258033"/>
                  <a:pt x="1864501" y="1258158"/>
                  <a:pt x="1864501" y="1258284"/>
                </a:cubicBezTo>
                <a:cubicBezTo>
                  <a:pt x="1864501" y="1258410"/>
                  <a:pt x="1864375" y="1258536"/>
                  <a:pt x="1864250" y="1258536"/>
                </a:cubicBezTo>
                <a:cubicBezTo>
                  <a:pt x="1864123" y="1258536"/>
                  <a:pt x="1863998" y="1258410"/>
                  <a:pt x="1863998" y="1258284"/>
                </a:cubicBezTo>
                <a:cubicBezTo>
                  <a:pt x="1863998" y="1258158"/>
                  <a:pt x="1863998" y="1258033"/>
                  <a:pt x="1864250" y="1258033"/>
                </a:cubicBezTo>
                <a:close/>
                <a:moveTo>
                  <a:pt x="524189" y="1257028"/>
                </a:moveTo>
                <a:cubicBezTo>
                  <a:pt x="534991" y="1257028"/>
                  <a:pt x="543785" y="1265695"/>
                  <a:pt x="543785" y="1276498"/>
                </a:cubicBezTo>
                <a:cubicBezTo>
                  <a:pt x="543785" y="1287175"/>
                  <a:pt x="535117" y="1295968"/>
                  <a:pt x="524315" y="1295968"/>
                </a:cubicBezTo>
                <a:cubicBezTo>
                  <a:pt x="513512" y="1296094"/>
                  <a:pt x="504719" y="1287426"/>
                  <a:pt x="504719" y="1276624"/>
                </a:cubicBezTo>
                <a:cubicBezTo>
                  <a:pt x="504719" y="1265820"/>
                  <a:pt x="513386" y="1257153"/>
                  <a:pt x="524189" y="1257028"/>
                </a:cubicBezTo>
                <a:close/>
                <a:moveTo>
                  <a:pt x="38688" y="1253386"/>
                </a:moveTo>
                <a:cubicBezTo>
                  <a:pt x="39568" y="1253386"/>
                  <a:pt x="40196" y="1254014"/>
                  <a:pt x="40196" y="1254893"/>
                </a:cubicBezTo>
                <a:cubicBezTo>
                  <a:pt x="40196" y="1255773"/>
                  <a:pt x="39568" y="1256400"/>
                  <a:pt x="38688" y="1256400"/>
                </a:cubicBezTo>
                <a:cubicBezTo>
                  <a:pt x="37809" y="1256400"/>
                  <a:pt x="37181" y="1255773"/>
                  <a:pt x="37181" y="1254893"/>
                </a:cubicBezTo>
                <a:cubicBezTo>
                  <a:pt x="37181" y="1254014"/>
                  <a:pt x="37809" y="1253386"/>
                  <a:pt x="38688" y="1253386"/>
                </a:cubicBezTo>
                <a:close/>
                <a:moveTo>
                  <a:pt x="835966" y="1242080"/>
                </a:moveTo>
                <a:cubicBezTo>
                  <a:pt x="846141" y="1242080"/>
                  <a:pt x="854431" y="1250245"/>
                  <a:pt x="854431" y="1260419"/>
                </a:cubicBezTo>
                <a:cubicBezTo>
                  <a:pt x="854431" y="1270595"/>
                  <a:pt x="846266" y="1278885"/>
                  <a:pt x="836092" y="1278885"/>
                </a:cubicBezTo>
                <a:cubicBezTo>
                  <a:pt x="825917" y="1278885"/>
                  <a:pt x="817626" y="1270720"/>
                  <a:pt x="817626" y="1260546"/>
                </a:cubicBezTo>
                <a:cubicBezTo>
                  <a:pt x="817626" y="1250371"/>
                  <a:pt x="825790" y="1242080"/>
                  <a:pt x="835966" y="1242080"/>
                </a:cubicBezTo>
                <a:close/>
                <a:moveTo>
                  <a:pt x="431234" y="1240322"/>
                </a:moveTo>
                <a:cubicBezTo>
                  <a:pt x="439650" y="1240322"/>
                  <a:pt x="446559" y="1247106"/>
                  <a:pt x="446559" y="1255521"/>
                </a:cubicBezTo>
                <a:cubicBezTo>
                  <a:pt x="446685" y="1263937"/>
                  <a:pt x="439776" y="1270846"/>
                  <a:pt x="431360" y="1270846"/>
                </a:cubicBezTo>
                <a:cubicBezTo>
                  <a:pt x="422944" y="1270846"/>
                  <a:pt x="416035" y="1264062"/>
                  <a:pt x="416035" y="1255647"/>
                </a:cubicBezTo>
                <a:cubicBezTo>
                  <a:pt x="416035" y="1247231"/>
                  <a:pt x="422819" y="1240447"/>
                  <a:pt x="431234" y="1240322"/>
                </a:cubicBezTo>
                <a:close/>
                <a:moveTo>
                  <a:pt x="2517322" y="1239443"/>
                </a:moveTo>
                <a:cubicBezTo>
                  <a:pt x="2533903" y="1239317"/>
                  <a:pt x="2547344" y="1252758"/>
                  <a:pt x="2547344" y="1269214"/>
                </a:cubicBezTo>
                <a:cubicBezTo>
                  <a:pt x="2547470" y="1285795"/>
                  <a:pt x="2534028" y="1299236"/>
                  <a:pt x="2517574" y="1299236"/>
                </a:cubicBezTo>
                <a:cubicBezTo>
                  <a:pt x="2500992" y="1299236"/>
                  <a:pt x="2487677" y="1285920"/>
                  <a:pt x="2487551" y="1269464"/>
                </a:cubicBezTo>
                <a:cubicBezTo>
                  <a:pt x="2487551" y="1252883"/>
                  <a:pt x="2500866" y="1239568"/>
                  <a:pt x="2517322" y="1239443"/>
                </a:cubicBezTo>
                <a:close/>
                <a:moveTo>
                  <a:pt x="2205670" y="1238814"/>
                </a:moveTo>
                <a:cubicBezTo>
                  <a:pt x="2214839" y="1238814"/>
                  <a:pt x="2222376" y="1246226"/>
                  <a:pt x="2222376" y="1255395"/>
                </a:cubicBezTo>
                <a:cubicBezTo>
                  <a:pt x="2222376" y="1264565"/>
                  <a:pt x="2214966" y="1272102"/>
                  <a:pt x="2205795" y="1272102"/>
                </a:cubicBezTo>
                <a:cubicBezTo>
                  <a:pt x="2196625" y="1272102"/>
                  <a:pt x="2189089" y="1264690"/>
                  <a:pt x="2189089" y="1255521"/>
                </a:cubicBezTo>
                <a:cubicBezTo>
                  <a:pt x="2188963" y="1246351"/>
                  <a:pt x="2196375" y="1238939"/>
                  <a:pt x="2205670" y="1238814"/>
                </a:cubicBezTo>
                <a:close/>
                <a:moveTo>
                  <a:pt x="3002822" y="1236930"/>
                </a:moveTo>
                <a:cubicBezTo>
                  <a:pt x="3006841" y="1236930"/>
                  <a:pt x="3010107" y="1240195"/>
                  <a:pt x="3010107" y="1244215"/>
                </a:cubicBezTo>
                <a:cubicBezTo>
                  <a:pt x="3010107" y="1248235"/>
                  <a:pt x="3006841" y="1251501"/>
                  <a:pt x="3002822" y="1251501"/>
                </a:cubicBezTo>
                <a:cubicBezTo>
                  <a:pt x="2998802" y="1251501"/>
                  <a:pt x="2995536" y="1248235"/>
                  <a:pt x="2995536" y="1244215"/>
                </a:cubicBezTo>
                <a:cubicBezTo>
                  <a:pt x="2995536" y="1240195"/>
                  <a:pt x="2998802" y="1236803"/>
                  <a:pt x="3002822" y="1236930"/>
                </a:cubicBezTo>
                <a:close/>
                <a:moveTo>
                  <a:pt x="1075011" y="1230397"/>
                </a:moveTo>
                <a:cubicBezTo>
                  <a:pt x="1076895" y="1230397"/>
                  <a:pt x="1078528" y="1231904"/>
                  <a:pt x="1078528" y="1233914"/>
                </a:cubicBezTo>
                <a:cubicBezTo>
                  <a:pt x="1078528" y="1235798"/>
                  <a:pt x="1077021" y="1237431"/>
                  <a:pt x="1075011" y="1237431"/>
                </a:cubicBezTo>
                <a:cubicBezTo>
                  <a:pt x="1073126" y="1237431"/>
                  <a:pt x="1071494" y="1235924"/>
                  <a:pt x="1071494" y="1233914"/>
                </a:cubicBezTo>
                <a:cubicBezTo>
                  <a:pt x="1071494" y="1232029"/>
                  <a:pt x="1073001" y="1230397"/>
                  <a:pt x="1075011" y="1230397"/>
                </a:cubicBezTo>
                <a:close/>
                <a:moveTo>
                  <a:pt x="1966375" y="1226629"/>
                </a:moveTo>
                <a:cubicBezTo>
                  <a:pt x="1968762" y="1226503"/>
                  <a:pt x="1970647" y="1228388"/>
                  <a:pt x="1970647" y="1230775"/>
                </a:cubicBezTo>
                <a:cubicBezTo>
                  <a:pt x="1970772" y="1233035"/>
                  <a:pt x="1968888" y="1234920"/>
                  <a:pt x="1966501" y="1234920"/>
                </a:cubicBezTo>
                <a:cubicBezTo>
                  <a:pt x="1964115" y="1234920"/>
                  <a:pt x="1962230" y="1233161"/>
                  <a:pt x="1962230" y="1230775"/>
                </a:cubicBezTo>
                <a:cubicBezTo>
                  <a:pt x="1962230" y="1228388"/>
                  <a:pt x="1964115" y="1226503"/>
                  <a:pt x="1966375" y="1226629"/>
                </a:cubicBezTo>
                <a:close/>
                <a:moveTo>
                  <a:pt x="338280" y="1222108"/>
                </a:moveTo>
                <a:cubicBezTo>
                  <a:pt x="345189" y="1222108"/>
                  <a:pt x="350967" y="1227760"/>
                  <a:pt x="350967" y="1234669"/>
                </a:cubicBezTo>
                <a:cubicBezTo>
                  <a:pt x="350967" y="1241704"/>
                  <a:pt x="345314" y="1247356"/>
                  <a:pt x="338405" y="1247356"/>
                </a:cubicBezTo>
                <a:cubicBezTo>
                  <a:pt x="331371" y="1247356"/>
                  <a:pt x="325719" y="1241704"/>
                  <a:pt x="325719" y="1234795"/>
                </a:cubicBezTo>
                <a:cubicBezTo>
                  <a:pt x="325719" y="1227885"/>
                  <a:pt x="331371" y="1222233"/>
                  <a:pt x="338280" y="1222108"/>
                </a:cubicBezTo>
                <a:close/>
                <a:moveTo>
                  <a:pt x="2610278" y="1219470"/>
                </a:moveTo>
                <a:cubicBezTo>
                  <a:pt x="2625854" y="1219470"/>
                  <a:pt x="2638541" y="1232031"/>
                  <a:pt x="2638666" y="1247733"/>
                </a:cubicBezTo>
                <a:cubicBezTo>
                  <a:pt x="2638666" y="1263309"/>
                  <a:pt x="2626105" y="1276122"/>
                  <a:pt x="2610403" y="1276122"/>
                </a:cubicBezTo>
                <a:cubicBezTo>
                  <a:pt x="2594827" y="1276122"/>
                  <a:pt x="2582140" y="1263561"/>
                  <a:pt x="2582015" y="1247858"/>
                </a:cubicBezTo>
                <a:cubicBezTo>
                  <a:pt x="2581888" y="1232282"/>
                  <a:pt x="2594576" y="1219470"/>
                  <a:pt x="2610278" y="1219470"/>
                </a:cubicBezTo>
                <a:close/>
                <a:moveTo>
                  <a:pt x="741126" y="1211053"/>
                </a:moveTo>
                <a:cubicBezTo>
                  <a:pt x="756576" y="1210927"/>
                  <a:pt x="769012" y="1223363"/>
                  <a:pt x="769138" y="1238814"/>
                </a:cubicBezTo>
                <a:cubicBezTo>
                  <a:pt x="769263" y="1254265"/>
                  <a:pt x="756827" y="1266827"/>
                  <a:pt x="741378" y="1266827"/>
                </a:cubicBezTo>
                <a:cubicBezTo>
                  <a:pt x="725927" y="1266827"/>
                  <a:pt x="713366" y="1254391"/>
                  <a:pt x="713366" y="1239065"/>
                </a:cubicBezTo>
                <a:cubicBezTo>
                  <a:pt x="713366" y="1223615"/>
                  <a:pt x="725802" y="1211053"/>
                  <a:pt x="741126" y="1211053"/>
                </a:cubicBezTo>
                <a:close/>
                <a:moveTo>
                  <a:pt x="245199" y="1205777"/>
                </a:moveTo>
                <a:cubicBezTo>
                  <a:pt x="249847" y="1205777"/>
                  <a:pt x="253491" y="1209419"/>
                  <a:pt x="253491" y="1213941"/>
                </a:cubicBezTo>
                <a:cubicBezTo>
                  <a:pt x="253491" y="1218463"/>
                  <a:pt x="249847" y="1222107"/>
                  <a:pt x="245325" y="1222107"/>
                </a:cubicBezTo>
                <a:cubicBezTo>
                  <a:pt x="240802" y="1222107"/>
                  <a:pt x="237160" y="1218463"/>
                  <a:pt x="237160" y="1213941"/>
                </a:cubicBezTo>
                <a:cubicBezTo>
                  <a:pt x="237160" y="1209419"/>
                  <a:pt x="240802" y="1205777"/>
                  <a:pt x="245199" y="1205777"/>
                </a:cubicBezTo>
                <a:close/>
                <a:moveTo>
                  <a:pt x="2300134" y="1204145"/>
                </a:moveTo>
                <a:cubicBezTo>
                  <a:pt x="2316212" y="1204145"/>
                  <a:pt x="2329401" y="1217084"/>
                  <a:pt x="2329401" y="1233288"/>
                </a:cubicBezTo>
                <a:cubicBezTo>
                  <a:pt x="2329401" y="1249367"/>
                  <a:pt x="2316337" y="1262431"/>
                  <a:pt x="2300259" y="1262556"/>
                </a:cubicBezTo>
                <a:cubicBezTo>
                  <a:pt x="2284180" y="1262556"/>
                  <a:pt x="2270991" y="1249618"/>
                  <a:pt x="2270991" y="1233413"/>
                </a:cubicBezTo>
                <a:cubicBezTo>
                  <a:pt x="2270991" y="1217209"/>
                  <a:pt x="2283930" y="1204145"/>
                  <a:pt x="2300134" y="1204145"/>
                </a:cubicBezTo>
                <a:close/>
                <a:moveTo>
                  <a:pt x="1799936" y="1202135"/>
                </a:moveTo>
                <a:cubicBezTo>
                  <a:pt x="1800062" y="1202135"/>
                  <a:pt x="1800188" y="1202260"/>
                  <a:pt x="1800188" y="1202387"/>
                </a:cubicBezTo>
                <a:cubicBezTo>
                  <a:pt x="1800188" y="1202512"/>
                  <a:pt x="1800062" y="1202638"/>
                  <a:pt x="1799936" y="1202638"/>
                </a:cubicBezTo>
                <a:cubicBezTo>
                  <a:pt x="1799810" y="1202638"/>
                  <a:pt x="1799685" y="1202512"/>
                  <a:pt x="1799685" y="1202387"/>
                </a:cubicBezTo>
                <a:cubicBezTo>
                  <a:pt x="1799685" y="1202260"/>
                  <a:pt x="1799685" y="1202260"/>
                  <a:pt x="1799936" y="1202135"/>
                </a:cubicBezTo>
                <a:close/>
                <a:moveTo>
                  <a:pt x="2702978" y="1201254"/>
                </a:moveTo>
                <a:cubicBezTo>
                  <a:pt x="2716796" y="1201129"/>
                  <a:pt x="2728100" y="1212308"/>
                  <a:pt x="2728100" y="1226125"/>
                </a:cubicBezTo>
                <a:cubicBezTo>
                  <a:pt x="2728227" y="1239943"/>
                  <a:pt x="2717047" y="1251248"/>
                  <a:pt x="2703230" y="1251248"/>
                </a:cubicBezTo>
                <a:cubicBezTo>
                  <a:pt x="2689413" y="1251374"/>
                  <a:pt x="2678107" y="1240194"/>
                  <a:pt x="2678107" y="1226377"/>
                </a:cubicBezTo>
                <a:cubicBezTo>
                  <a:pt x="2678107" y="1212559"/>
                  <a:pt x="2689161" y="1201254"/>
                  <a:pt x="2702978" y="1201254"/>
                </a:cubicBezTo>
                <a:close/>
                <a:moveTo>
                  <a:pt x="975148" y="1198367"/>
                </a:moveTo>
                <a:cubicBezTo>
                  <a:pt x="981177" y="1198367"/>
                  <a:pt x="986077" y="1203140"/>
                  <a:pt x="986077" y="1209170"/>
                </a:cubicBezTo>
                <a:cubicBezTo>
                  <a:pt x="986077" y="1215199"/>
                  <a:pt x="981304" y="1220098"/>
                  <a:pt x="975274" y="1220098"/>
                </a:cubicBezTo>
                <a:cubicBezTo>
                  <a:pt x="969245" y="1220098"/>
                  <a:pt x="964345" y="1215325"/>
                  <a:pt x="964345" y="1209296"/>
                </a:cubicBezTo>
                <a:cubicBezTo>
                  <a:pt x="964220" y="1203266"/>
                  <a:pt x="969118" y="1198367"/>
                  <a:pt x="975148" y="1198367"/>
                </a:cubicBezTo>
                <a:close/>
                <a:moveTo>
                  <a:pt x="2066240" y="1192587"/>
                </a:moveTo>
                <a:cubicBezTo>
                  <a:pt x="2073275" y="1192587"/>
                  <a:pt x="2079052" y="1198364"/>
                  <a:pt x="2079052" y="1205399"/>
                </a:cubicBezTo>
                <a:cubicBezTo>
                  <a:pt x="2079052" y="1212433"/>
                  <a:pt x="2073275" y="1218212"/>
                  <a:pt x="2066240" y="1218212"/>
                </a:cubicBezTo>
                <a:cubicBezTo>
                  <a:pt x="2059079" y="1218212"/>
                  <a:pt x="2053301" y="1212433"/>
                  <a:pt x="2053301" y="1205399"/>
                </a:cubicBezTo>
                <a:cubicBezTo>
                  <a:pt x="2053301" y="1198239"/>
                  <a:pt x="2058954" y="1192460"/>
                  <a:pt x="2066240" y="1192587"/>
                </a:cubicBezTo>
                <a:close/>
                <a:moveTo>
                  <a:pt x="646915" y="1190076"/>
                </a:moveTo>
                <a:cubicBezTo>
                  <a:pt x="662114" y="1190076"/>
                  <a:pt x="674424" y="1202260"/>
                  <a:pt x="674424" y="1217461"/>
                </a:cubicBezTo>
                <a:cubicBezTo>
                  <a:pt x="674424" y="1232535"/>
                  <a:pt x="662240" y="1244970"/>
                  <a:pt x="647041" y="1244970"/>
                </a:cubicBezTo>
                <a:cubicBezTo>
                  <a:pt x="631967" y="1244970"/>
                  <a:pt x="619531" y="1232785"/>
                  <a:pt x="619531" y="1217586"/>
                </a:cubicBezTo>
                <a:cubicBezTo>
                  <a:pt x="619531" y="1202387"/>
                  <a:pt x="631715" y="1190201"/>
                  <a:pt x="646915" y="1190076"/>
                </a:cubicBezTo>
                <a:close/>
                <a:moveTo>
                  <a:pt x="152623" y="1188945"/>
                </a:moveTo>
                <a:cubicBezTo>
                  <a:pt x="154884" y="1188945"/>
                  <a:pt x="156643" y="1190830"/>
                  <a:pt x="156643" y="1192965"/>
                </a:cubicBezTo>
                <a:cubicBezTo>
                  <a:pt x="156643" y="1195227"/>
                  <a:pt x="154884" y="1196985"/>
                  <a:pt x="152623" y="1196985"/>
                </a:cubicBezTo>
                <a:cubicBezTo>
                  <a:pt x="150361" y="1197110"/>
                  <a:pt x="148603" y="1195227"/>
                  <a:pt x="148603" y="1193090"/>
                </a:cubicBezTo>
                <a:cubicBezTo>
                  <a:pt x="148477" y="1190830"/>
                  <a:pt x="150361" y="1189070"/>
                  <a:pt x="152623" y="1188945"/>
                </a:cubicBezTo>
                <a:close/>
                <a:moveTo>
                  <a:pt x="2795684" y="1185176"/>
                </a:moveTo>
                <a:cubicBezTo>
                  <a:pt x="2806488" y="1185051"/>
                  <a:pt x="2815280" y="1193718"/>
                  <a:pt x="2815280" y="1204522"/>
                </a:cubicBezTo>
                <a:cubicBezTo>
                  <a:pt x="2815407" y="1215325"/>
                  <a:pt x="2806738" y="1224119"/>
                  <a:pt x="2795936" y="1224119"/>
                </a:cubicBezTo>
                <a:cubicBezTo>
                  <a:pt x="2785133" y="1224244"/>
                  <a:pt x="2776340" y="1215450"/>
                  <a:pt x="2776340" y="1204773"/>
                </a:cubicBezTo>
                <a:cubicBezTo>
                  <a:pt x="2776340" y="1193970"/>
                  <a:pt x="2785007" y="1185301"/>
                  <a:pt x="2795684" y="1185176"/>
                </a:cubicBezTo>
                <a:close/>
                <a:moveTo>
                  <a:pt x="2394220" y="1178645"/>
                </a:moveTo>
                <a:cubicBezTo>
                  <a:pt x="2412182" y="1178519"/>
                  <a:pt x="2426879" y="1193090"/>
                  <a:pt x="2426879" y="1211053"/>
                </a:cubicBezTo>
                <a:cubicBezTo>
                  <a:pt x="2427006" y="1229016"/>
                  <a:pt x="2412434" y="1243713"/>
                  <a:pt x="2394471" y="1243713"/>
                </a:cubicBezTo>
                <a:cubicBezTo>
                  <a:pt x="2376508" y="1243713"/>
                  <a:pt x="2361937" y="1229267"/>
                  <a:pt x="2361811" y="1211305"/>
                </a:cubicBezTo>
                <a:cubicBezTo>
                  <a:pt x="2361811" y="1193342"/>
                  <a:pt x="2376257" y="1178770"/>
                  <a:pt x="2394220" y="1178645"/>
                </a:cubicBezTo>
                <a:close/>
                <a:moveTo>
                  <a:pt x="552830" y="1173747"/>
                </a:moveTo>
                <a:cubicBezTo>
                  <a:pt x="565264" y="1173747"/>
                  <a:pt x="575440" y="1183796"/>
                  <a:pt x="575440" y="1196232"/>
                </a:cubicBezTo>
                <a:cubicBezTo>
                  <a:pt x="575440" y="1208667"/>
                  <a:pt x="565391" y="1218843"/>
                  <a:pt x="552955" y="1218843"/>
                </a:cubicBezTo>
                <a:cubicBezTo>
                  <a:pt x="540519" y="1218843"/>
                  <a:pt x="530345" y="1208794"/>
                  <a:pt x="530345" y="1196358"/>
                </a:cubicBezTo>
                <a:cubicBezTo>
                  <a:pt x="530345" y="1183921"/>
                  <a:pt x="540394" y="1173747"/>
                  <a:pt x="552830" y="1173747"/>
                </a:cubicBezTo>
                <a:close/>
                <a:moveTo>
                  <a:pt x="1132794" y="1170729"/>
                </a:moveTo>
                <a:cubicBezTo>
                  <a:pt x="1133045" y="1170729"/>
                  <a:pt x="1133297" y="1170981"/>
                  <a:pt x="1133297" y="1171231"/>
                </a:cubicBezTo>
                <a:cubicBezTo>
                  <a:pt x="1133297" y="1171483"/>
                  <a:pt x="1133045" y="1171734"/>
                  <a:pt x="1132794" y="1171734"/>
                </a:cubicBezTo>
                <a:cubicBezTo>
                  <a:pt x="1132544" y="1171734"/>
                  <a:pt x="1132292" y="1171609"/>
                  <a:pt x="1132292" y="1171357"/>
                </a:cubicBezTo>
                <a:cubicBezTo>
                  <a:pt x="1132292" y="1170981"/>
                  <a:pt x="1132544" y="1170729"/>
                  <a:pt x="1132794" y="1170729"/>
                </a:cubicBezTo>
                <a:close/>
                <a:moveTo>
                  <a:pt x="2888514" y="1169852"/>
                </a:moveTo>
                <a:cubicBezTo>
                  <a:pt x="2895800" y="1169852"/>
                  <a:pt x="2901830" y="1175756"/>
                  <a:pt x="2901830" y="1183040"/>
                </a:cubicBezTo>
                <a:cubicBezTo>
                  <a:pt x="2901830" y="1190326"/>
                  <a:pt x="2895925" y="1196356"/>
                  <a:pt x="2888640" y="1196356"/>
                </a:cubicBezTo>
                <a:cubicBezTo>
                  <a:pt x="2881354" y="1196481"/>
                  <a:pt x="2875324" y="1190452"/>
                  <a:pt x="2875324" y="1183167"/>
                </a:cubicBezTo>
                <a:cubicBezTo>
                  <a:pt x="2875324" y="1175881"/>
                  <a:pt x="2881229" y="1169852"/>
                  <a:pt x="2888514" y="1169852"/>
                </a:cubicBezTo>
                <a:close/>
                <a:moveTo>
                  <a:pt x="59664" y="1168219"/>
                </a:moveTo>
                <a:cubicBezTo>
                  <a:pt x="61926" y="1168219"/>
                  <a:pt x="63684" y="1169977"/>
                  <a:pt x="63684" y="1172239"/>
                </a:cubicBezTo>
                <a:cubicBezTo>
                  <a:pt x="63684" y="1174500"/>
                  <a:pt x="61799" y="1176258"/>
                  <a:pt x="59664" y="1176258"/>
                </a:cubicBezTo>
                <a:cubicBezTo>
                  <a:pt x="57404" y="1176258"/>
                  <a:pt x="55645" y="1174374"/>
                  <a:pt x="55645" y="1172239"/>
                </a:cubicBezTo>
                <a:cubicBezTo>
                  <a:pt x="55645" y="1169977"/>
                  <a:pt x="57404" y="1168219"/>
                  <a:pt x="59664" y="1168219"/>
                </a:cubicBezTo>
                <a:close/>
                <a:moveTo>
                  <a:pt x="1908215" y="1167340"/>
                </a:moveTo>
                <a:cubicBezTo>
                  <a:pt x="1908843" y="1167340"/>
                  <a:pt x="1909345" y="1167842"/>
                  <a:pt x="1909345" y="1168470"/>
                </a:cubicBezTo>
                <a:cubicBezTo>
                  <a:pt x="1909345" y="1169098"/>
                  <a:pt x="1908843" y="1169601"/>
                  <a:pt x="1908215" y="1169601"/>
                </a:cubicBezTo>
                <a:cubicBezTo>
                  <a:pt x="1907588" y="1169601"/>
                  <a:pt x="1907085" y="1169098"/>
                  <a:pt x="1907085" y="1168470"/>
                </a:cubicBezTo>
                <a:cubicBezTo>
                  <a:pt x="1907085" y="1167842"/>
                  <a:pt x="1907588" y="1167340"/>
                  <a:pt x="1908215" y="1167340"/>
                </a:cubicBezTo>
                <a:close/>
                <a:moveTo>
                  <a:pt x="876666" y="1164199"/>
                </a:moveTo>
                <a:cubicBezTo>
                  <a:pt x="888599" y="1164074"/>
                  <a:pt x="898271" y="1173746"/>
                  <a:pt x="898271" y="1185553"/>
                </a:cubicBezTo>
                <a:cubicBezTo>
                  <a:pt x="898397" y="1197487"/>
                  <a:pt x="888725" y="1207159"/>
                  <a:pt x="876917" y="1207159"/>
                </a:cubicBezTo>
                <a:cubicBezTo>
                  <a:pt x="865109" y="1207285"/>
                  <a:pt x="855437" y="1197612"/>
                  <a:pt x="855437" y="1185805"/>
                </a:cubicBezTo>
                <a:cubicBezTo>
                  <a:pt x="855437" y="1173996"/>
                  <a:pt x="864984" y="1164324"/>
                  <a:pt x="876666" y="1164199"/>
                </a:cubicBezTo>
                <a:close/>
                <a:moveTo>
                  <a:pt x="2164093" y="1160053"/>
                </a:moveTo>
                <a:cubicBezTo>
                  <a:pt x="2175650" y="1160053"/>
                  <a:pt x="2185197" y="1169474"/>
                  <a:pt x="2185197" y="1181030"/>
                </a:cubicBezTo>
                <a:cubicBezTo>
                  <a:pt x="2185197" y="1192587"/>
                  <a:pt x="2175900" y="1202133"/>
                  <a:pt x="2164219" y="1202133"/>
                </a:cubicBezTo>
                <a:cubicBezTo>
                  <a:pt x="2152662" y="1202133"/>
                  <a:pt x="2143115" y="1192712"/>
                  <a:pt x="2143115" y="1181156"/>
                </a:cubicBezTo>
                <a:cubicBezTo>
                  <a:pt x="2143115" y="1169474"/>
                  <a:pt x="2152537" y="1160053"/>
                  <a:pt x="2164093" y="1160053"/>
                </a:cubicBezTo>
                <a:close/>
                <a:moveTo>
                  <a:pt x="2488179" y="1158169"/>
                </a:moveTo>
                <a:cubicBezTo>
                  <a:pt x="2505263" y="1158169"/>
                  <a:pt x="2519207" y="1171987"/>
                  <a:pt x="2519207" y="1189071"/>
                </a:cubicBezTo>
                <a:cubicBezTo>
                  <a:pt x="2519207" y="1206280"/>
                  <a:pt x="2505388" y="1220223"/>
                  <a:pt x="2488305" y="1220223"/>
                </a:cubicBezTo>
                <a:cubicBezTo>
                  <a:pt x="2471221" y="1220223"/>
                  <a:pt x="2457279" y="1206405"/>
                  <a:pt x="2457279" y="1189321"/>
                </a:cubicBezTo>
                <a:cubicBezTo>
                  <a:pt x="2457152" y="1172238"/>
                  <a:pt x="2470970" y="1158294"/>
                  <a:pt x="2488179" y="1158169"/>
                </a:cubicBezTo>
                <a:close/>
                <a:moveTo>
                  <a:pt x="459121" y="1156663"/>
                </a:moveTo>
                <a:cubicBezTo>
                  <a:pt x="469297" y="1156663"/>
                  <a:pt x="477587" y="1164828"/>
                  <a:pt x="477587" y="1175002"/>
                </a:cubicBezTo>
                <a:cubicBezTo>
                  <a:pt x="477587" y="1185178"/>
                  <a:pt x="469422" y="1193468"/>
                  <a:pt x="459248" y="1193468"/>
                </a:cubicBezTo>
                <a:cubicBezTo>
                  <a:pt x="449072" y="1193468"/>
                  <a:pt x="440782" y="1185303"/>
                  <a:pt x="440782" y="1175129"/>
                </a:cubicBezTo>
                <a:cubicBezTo>
                  <a:pt x="440782" y="1164953"/>
                  <a:pt x="448946" y="1156788"/>
                  <a:pt x="459121" y="1156663"/>
                </a:cubicBezTo>
                <a:close/>
                <a:moveTo>
                  <a:pt x="2981342" y="1156161"/>
                </a:moveTo>
                <a:cubicBezTo>
                  <a:pt x="2984357" y="1156161"/>
                  <a:pt x="2986869" y="1158673"/>
                  <a:pt x="2986869" y="1161688"/>
                </a:cubicBezTo>
                <a:cubicBezTo>
                  <a:pt x="2986869" y="1164703"/>
                  <a:pt x="2984357" y="1167215"/>
                  <a:pt x="2981342" y="1167215"/>
                </a:cubicBezTo>
                <a:cubicBezTo>
                  <a:pt x="2978328" y="1167215"/>
                  <a:pt x="2975815" y="1164703"/>
                  <a:pt x="2975815" y="1161688"/>
                </a:cubicBezTo>
                <a:cubicBezTo>
                  <a:pt x="2975815" y="1158673"/>
                  <a:pt x="2978202" y="1156161"/>
                  <a:pt x="2981342" y="1156161"/>
                </a:cubicBezTo>
                <a:close/>
                <a:moveTo>
                  <a:pt x="2581762" y="1139201"/>
                </a:moveTo>
                <a:cubicBezTo>
                  <a:pt x="2597338" y="1139201"/>
                  <a:pt x="2610025" y="1151637"/>
                  <a:pt x="2610025" y="1167213"/>
                </a:cubicBezTo>
                <a:cubicBezTo>
                  <a:pt x="2610025" y="1182789"/>
                  <a:pt x="2597463" y="1195351"/>
                  <a:pt x="2582013" y="1195476"/>
                </a:cubicBezTo>
                <a:cubicBezTo>
                  <a:pt x="2566437" y="1195476"/>
                  <a:pt x="2553876" y="1182915"/>
                  <a:pt x="2553750" y="1167464"/>
                </a:cubicBezTo>
                <a:cubicBezTo>
                  <a:pt x="2553750" y="1152013"/>
                  <a:pt x="2566186" y="1139326"/>
                  <a:pt x="2581762" y="1139201"/>
                </a:cubicBezTo>
                <a:close/>
                <a:moveTo>
                  <a:pt x="365413" y="1139074"/>
                </a:moveTo>
                <a:cubicBezTo>
                  <a:pt x="373703" y="1139074"/>
                  <a:pt x="380487" y="1145733"/>
                  <a:pt x="380487" y="1154023"/>
                </a:cubicBezTo>
                <a:cubicBezTo>
                  <a:pt x="380613" y="1162314"/>
                  <a:pt x="373830" y="1169097"/>
                  <a:pt x="365539" y="1169097"/>
                </a:cubicBezTo>
                <a:cubicBezTo>
                  <a:pt x="357249" y="1169097"/>
                  <a:pt x="350465" y="1162314"/>
                  <a:pt x="350465" y="1154023"/>
                </a:cubicBezTo>
                <a:cubicBezTo>
                  <a:pt x="350465" y="1145733"/>
                  <a:pt x="357122" y="1138949"/>
                  <a:pt x="365413" y="1139074"/>
                </a:cubicBezTo>
                <a:close/>
                <a:moveTo>
                  <a:pt x="779816" y="1134930"/>
                </a:moveTo>
                <a:cubicBezTo>
                  <a:pt x="795267" y="1134930"/>
                  <a:pt x="807829" y="1147241"/>
                  <a:pt x="807829" y="1162691"/>
                </a:cubicBezTo>
                <a:cubicBezTo>
                  <a:pt x="807954" y="1178142"/>
                  <a:pt x="795518" y="1190704"/>
                  <a:pt x="780067" y="1190704"/>
                </a:cubicBezTo>
                <a:cubicBezTo>
                  <a:pt x="764617" y="1190829"/>
                  <a:pt x="752056" y="1178393"/>
                  <a:pt x="752056" y="1162943"/>
                </a:cubicBezTo>
                <a:cubicBezTo>
                  <a:pt x="751929" y="1147617"/>
                  <a:pt x="764366" y="1135055"/>
                  <a:pt x="779816" y="1134930"/>
                </a:cubicBezTo>
                <a:close/>
                <a:moveTo>
                  <a:pt x="1028029" y="1133172"/>
                </a:moveTo>
                <a:cubicBezTo>
                  <a:pt x="1033180" y="1133172"/>
                  <a:pt x="1037325" y="1137317"/>
                  <a:pt x="1037325" y="1142467"/>
                </a:cubicBezTo>
                <a:cubicBezTo>
                  <a:pt x="1037325" y="1147618"/>
                  <a:pt x="1033180" y="1151763"/>
                  <a:pt x="1028029" y="1151763"/>
                </a:cubicBezTo>
                <a:cubicBezTo>
                  <a:pt x="1022879" y="1151763"/>
                  <a:pt x="1018735" y="1147618"/>
                  <a:pt x="1018735" y="1142467"/>
                </a:cubicBezTo>
                <a:cubicBezTo>
                  <a:pt x="1018735" y="1137317"/>
                  <a:pt x="1022879" y="1133172"/>
                  <a:pt x="1028029" y="1133172"/>
                </a:cubicBezTo>
                <a:close/>
                <a:moveTo>
                  <a:pt x="2261066" y="1128398"/>
                </a:moveTo>
                <a:cubicBezTo>
                  <a:pt x="2277145" y="1128398"/>
                  <a:pt x="2290336" y="1141337"/>
                  <a:pt x="2290336" y="1157541"/>
                </a:cubicBezTo>
                <a:cubicBezTo>
                  <a:pt x="2290336" y="1173620"/>
                  <a:pt x="2277397" y="1186684"/>
                  <a:pt x="2261192" y="1186809"/>
                </a:cubicBezTo>
                <a:cubicBezTo>
                  <a:pt x="2244988" y="1186809"/>
                  <a:pt x="2231798" y="1173745"/>
                  <a:pt x="2231798" y="1157666"/>
                </a:cubicBezTo>
                <a:cubicBezTo>
                  <a:pt x="2231798" y="1141462"/>
                  <a:pt x="2244737" y="1128398"/>
                  <a:pt x="2261066" y="1128398"/>
                </a:cubicBezTo>
                <a:close/>
                <a:moveTo>
                  <a:pt x="2012727" y="1127396"/>
                </a:moveTo>
                <a:cubicBezTo>
                  <a:pt x="2019133" y="1127269"/>
                  <a:pt x="2024283" y="1132420"/>
                  <a:pt x="2024283" y="1138826"/>
                </a:cubicBezTo>
                <a:cubicBezTo>
                  <a:pt x="2024283" y="1145233"/>
                  <a:pt x="2019133" y="1150383"/>
                  <a:pt x="2012853" y="1150383"/>
                </a:cubicBezTo>
                <a:cubicBezTo>
                  <a:pt x="2006447" y="1150383"/>
                  <a:pt x="2001297" y="1145358"/>
                  <a:pt x="2001297" y="1138952"/>
                </a:cubicBezTo>
                <a:cubicBezTo>
                  <a:pt x="2001170" y="1132546"/>
                  <a:pt x="2006321" y="1127396"/>
                  <a:pt x="2012727" y="1127396"/>
                </a:cubicBezTo>
                <a:close/>
                <a:moveTo>
                  <a:pt x="271955" y="1121113"/>
                </a:moveTo>
                <a:cubicBezTo>
                  <a:pt x="278487" y="1121113"/>
                  <a:pt x="283763" y="1126388"/>
                  <a:pt x="283763" y="1132795"/>
                </a:cubicBezTo>
                <a:cubicBezTo>
                  <a:pt x="283763" y="1139327"/>
                  <a:pt x="278613" y="1144604"/>
                  <a:pt x="272081" y="1144604"/>
                </a:cubicBezTo>
                <a:cubicBezTo>
                  <a:pt x="265549" y="1144604"/>
                  <a:pt x="260273" y="1139453"/>
                  <a:pt x="260273" y="1132922"/>
                </a:cubicBezTo>
                <a:cubicBezTo>
                  <a:pt x="260273" y="1126515"/>
                  <a:pt x="265423" y="1121238"/>
                  <a:pt x="271955" y="1121113"/>
                </a:cubicBezTo>
                <a:close/>
                <a:moveTo>
                  <a:pt x="2675219" y="1120737"/>
                </a:moveTo>
                <a:cubicBezTo>
                  <a:pt x="2689037" y="1120612"/>
                  <a:pt x="2700341" y="1131791"/>
                  <a:pt x="2700341" y="1145608"/>
                </a:cubicBezTo>
                <a:cubicBezTo>
                  <a:pt x="2700468" y="1159426"/>
                  <a:pt x="2689287" y="1170731"/>
                  <a:pt x="2675471" y="1170731"/>
                </a:cubicBezTo>
                <a:cubicBezTo>
                  <a:pt x="2661653" y="1170731"/>
                  <a:pt x="2650348" y="1159552"/>
                  <a:pt x="2650348" y="1145735"/>
                </a:cubicBezTo>
                <a:cubicBezTo>
                  <a:pt x="2650348" y="1131917"/>
                  <a:pt x="2661402" y="1120612"/>
                  <a:pt x="2675219" y="1120737"/>
                </a:cubicBezTo>
                <a:close/>
                <a:moveTo>
                  <a:pt x="1199119" y="1117094"/>
                </a:moveTo>
                <a:cubicBezTo>
                  <a:pt x="1199622" y="1117094"/>
                  <a:pt x="1199998" y="1117471"/>
                  <a:pt x="1199998" y="1117974"/>
                </a:cubicBezTo>
                <a:cubicBezTo>
                  <a:pt x="1199998" y="1118477"/>
                  <a:pt x="1199622" y="1118853"/>
                  <a:pt x="1199119" y="1118853"/>
                </a:cubicBezTo>
                <a:cubicBezTo>
                  <a:pt x="1198617" y="1118853"/>
                  <a:pt x="1198239" y="1118477"/>
                  <a:pt x="1198239" y="1117974"/>
                </a:cubicBezTo>
                <a:cubicBezTo>
                  <a:pt x="1198239" y="1117471"/>
                  <a:pt x="1198617" y="1117094"/>
                  <a:pt x="1199119" y="1117094"/>
                </a:cubicBezTo>
                <a:close/>
                <a:moveTo>
                  <a:pt x="683595" y="1114204"/>
                </a:moveTo>
                <a:cubicBezTo>
                  <a:pt x="698167" y="1114204"/>
                  <a:pt x="710101" y="1125886"/>
                  <a:pt x="710101" y="1140457"/>
                </a:cubicBezTo>
                <a:cubicBezTo>
                  <a:pt x="710101" y="1155028"/>
                  <a:pt x="698419" y="1166837"/>
                  <a:pt x="683847" y="1166962"/>
                </a:cubicBezTo>
                <a:cubicBezTo>
                  <a:pt x="669276" y="1166962"/>
                  <a:pt x="657467" y="1155280"/>
                  <a:pt x="657342" y="1140709"/>
                </a:cubicBezTo>
                <a:cubicBezTo>
                  <a:pt x="657342" y="1126138"/>
                  <a:pt x="669024" y="1114329"/>
                  <a:pt x="683595" y="1114204"/>
                </a:cubicBezTo>
                <a:close/>
                <a:moveTo>
                  <a:pt x="1841388" y="1114079"/>
                </a:moveTo>
                <a:cubicBezTo>
                  <a:pt x="1842267" y="1114079"/>
                  <a:pt x="1843020" y="1114707"/>
                  <a:pt x="1843020" y="1115586"/>
                </a:cubicBezTo>
                <a:cubicBezTo>
                  <a:pt x="1843020" y="1116340"/>
                  <a:pt x="1842267" y="1117093"/>
                  <a:pt x="1841388" y="1117093"/>
                </a:cubicBezTo>
                <a:cubicBezTo>
                  <a:pt x="1840633" y="1117093"/>
                  <a:pt x="1839880" y="1116466"/>
                  <a:pt x="1839880" y="1115586"/>
                </a:cubicBezTo>
                <a:cubicBezTo>
                  <a:pt x="1839880" y="1114707"/>
                  <a:pt x="1840633" y="1114079"/>
                  <a:pt x="1841388" y="1114079"/>
                </a:cubicBezTo>
                <a:close/>
                <a:moveTo>
                  <a:pt x="2768678" y="1110812"/>
                </a:moveTo>
                <a:cubicBezTo>
                  <a:pt x="2775838" y="1110812"/>
                  <a:pt x="2781742" y="1116716"/>
                  <a:pt x="2781742" y="1123876"/>
                </a:cubicBezTo>
                <a:cubicBezTo>
                  <a:pt x="2781742" y="1131036"/>
                  <a:pt x="2775838" y="1136940"/>
                  <a:pt x="2768678" y="1136940"/>
                </a:cubicBezTo>
                <a:cubicBezTo>
                  <a:pt x="2761519" y="1136940"/>
                  <a:pt x="2755614" y="1131036"/>
                  <a:pt x="2755614" y="1123876"/>
                </a:cubicBezTo>
                <a:cubicBezTo>
                  <a:pt x="2755614" y="1116716"/>
                  <a:pt x="2761393" y="1110812"/>
                  <a:pt x="2768678" y="1110812"/>
                </a:cubicBezTo>
                <a:close/>
                <a:moveTo>
                  <a:pt x="178497" y="1104783"/>
                </a:moveTo>
                <a:cubicBezTo>
                  <a:pt x="182517" y="1104783"/>
                  <a:pt x="185657" y="1107923"/>
                  <a:pt x="185657" y="1111817"/>
                </a:cubicBezTo>
                <a:cubicBezTo>
                  <a:pt x="185657" y="1115837"/>
                  <a:pt x="182517" y="1118977"/>
                  <a:pt x="178622" y="1118977"/>
                </a:cubicBezTo>
                <a:cubicBezTo>
                  <a:pt x="174729" y="1118977"/>
                  <a:pt x="171463" y="1115837"/>
                  <a:pt x="171463" y="1111943"/>
                </a:cubicBezTo>
                <a:cubicBezTo>
                  <a:pt x="171463" y="1108049"/>
                  <a:pt x="174603" y="1104783"/>
                  <a:pt x="178497" y="1104783"/>
                </a:cubicBezTo>
                <a:close/>
                <a:moveTo>
                  <a:pt x="2356911" y="1099634"/>
                </a:moveTo>
                <a:cubicBezTo>
                  <a:pt x="2376255" y="1099508"/>
                  <a:pt x="2391957" y="1115084"/>
                  <a:pt x="2391957" y="1134430"/>
                </a:cubicBezTo>
                <a:cubicBezTo>
                  <a:pt x="2392083" y="1153649"/>
                  <a:pt x="2376507" y="1169477"/>
                  <a:pt x="2357162" y="1169477"/>
                </a:cubicBezTo>
                <a:cubicBezTo>
                  <a:pt x="2337943" y="1169602"/>
                  <a:pt x="2322242" y="1154026"/>
                  <a:pt x="2322117" y="1134680"/>
                </a:cubicBezTo>
                <a:cubicBezTo>
                  <a:pt x="2321990" y="1115336"/>
                  <a:pt x="2337566" y="1099634"/>
                  <a:pt x="2356911" y="1099634"/>
                </a:cubicBezTo>
                <a:close/>
                <a:moveTo>
                  <a:pt x="926031" y="1098251"/>
                </a:moveTo>
                <a:cubicBezTo>
                  <a:pt x="935830" y="1098251"/>
                  <a:pt x="943742" y="1106165"/>
                  <a:pt x="943742" y="1115962"/>
                </a:cubicBezTo>
                <a:cubicBezTo>
                  <a:pt x="943869" y="1125636"/>
                  <a:pt x="935955" y="1133674"/>
                  <a:pt x="926158" y="1133674"/>
                </a:cubicBezTo>
                <a:cubicBezTo>
                  <a:pt x="916359" y="1133800"/>
                  <a:pt x="908320" y="1125886"/>
                  <a:pt x="908320" y="1116087"/>
                </a:cubicBezTo>
                <a:cubicBezTo>
                  <a:pt x="908320" y="1106290"/>
                  <a:pt x="916234" y="1098376"/>
                  <a:pt x="926031" y="1098251"/>
                </a:cubicBezTo>
                <a:close/>
                <a:moveTo>
                  <a:pt x="588003" y="1097749"/>
                </a:moveTo>
                <a:cubicBezTo>
                  <a:pt x="599434" y="1097749"/>
                  <a:pt x="608856" y="1106919"/>
                  <a:pt x="608856" y="1118475"/>
                </a:cubicBezTo>
                <a:cubicBezTo>
                  <a:pt x="608856" y="1129907"/>
                  <a:pt x="599560" y="1139328"/>
                  <a:pt x="588128" y="1139328"/>
                </a:cubicBezTo>
                <a:cubicBezTo>
                  <a:pt x="576698" y="1139328"/>
                  <a:pt x="567401" y="1130032"/>
                  <a:pt x="567276" y="1118602"/>
                </a:cubicBezTo>
                <a:cubicBezTo>
                  <a:pt x="567276" y="1107170"/>
                  <a:pt x="576572" y="1097749"/>
                  <a:pt x="588003" y="1097749"/>
                </a:cubicBezTo>
                <a:close/>
                <a:moveTo>
                  <a:pt x="2861884" y="1094859"/>
                </a:moveTo>
                <a:cubicBezTo>
                  <a:pt x="2865903" y="1094859"/>
                  <a:pt x="2869169" y="1098124"/>
                  <a:pt x="2869169" y="1102144"/>
                </a:cubicBezTo>
                <a:cubicBezTo>
                  <a:pt x="2869169" y="1106164"/>
                  <a:pt x="2865903" y="1109430"/>
                  <a:pt x="2861884" y="1109430"/>
                </a:cubicBezTo>
                <a:cubicBezTo>
                  <a:pt x="2857864" y="1109430"/>
                  <a:pt x="2854598" y="1106164"/>
                  <a:pt x="2854598" y="1102144"/>
                </a:cubicBezTo>
                <a:cubicBezTo>
                  <a:pt x="2854598" y="1098124"/>
                  <a:pt x="2857864" y="1094859"/>
                  <a:pt x="2861884" y="1094859"/>
                </a:cubicBezTo>
                <a:close/>
                <a:moveTo>
                  <a:pt x="2114601" y="1091594"/>
                </a:moveTo>
                <a:cubicBezTo>
                  <a:pt x="2125781" y="1091594"/>
                  <a:pt x="2134825" y="1100638"/>
                  <a:pt x="2134825" y="1111692"/>
                </a:cubicBezTo>
                <a:cubicBezTo>
                  <a:pt x="2134825" y="1122872"/>
                  <a:pt x="2125781" y="1131916"/>
                  <a:pt x="2114727" y="1131916"/>
                </a:cubicBezTo>
                <a:cubicBezTo>
                  <a:pt x="2103547" y="1131916"/>
                  <a:pt x="2094503" y="1122998"/>
                  <a:pt x="2094503" y="1111818"/>
                </a:cubicBezTo>
                <a:cubicBezTo>
                  <a:pt x="2094377" y="1100638"/>
                  <a:pt x="2103422" y="1091594"/>
                  <a:pt x="2114601" y="1091594"/>
                </a:cubicBezTo>
                <a:close/>
                <a:moveTo>
                  <a:pt x="85165" y="1087574"/>
                </a:moveTo>
                <a:cubicBezTo>
                  <a:pt x="87048" y="1087447"/>
                  <a:pt x="88556" y="1088955"/>
                  <a:pt x="88556" y="1090840"/>
                </a:cubicBezTo>
                <a:cubicBezTo>
                  <a:pt x="88556" y="1092599"/>
                  <a:pt x="87048" y="1094107"/>
                  <a:pt x="85291" y="1094107"/>
                </a:cubicBezTo>
                <a:cubicBezTo>
                  <a:pt x="83406" y="1094107"/>
                  <a:pt x="81899" y="1092725"/>
                  <a:pt x="81899" y="1090840"/>
                </a:cubicBezTo>
                <a:cubicBezTo>
                  <a:pt x="81899" y="1089081"/>
                  <a:pt x="83406" y="1087574"/>
                  <a:pt x="85165" y="1087574"/>
                </a:cubicBezTo>
                <a:close/>
                <a:moveTo>
                  <a:pt x="2452379" y="1080791"/>
                </a:moveTo>
                <a:cubicBezTo>
                  <a:pt x="2469588" y="1080791"/>
                  <a:pt x="2483532" y="1094608"/>
                  <a:pt x="2483532" y="1111691"/>
                </a:cubicBezTo>
                <a:cubicBezTo>
                  <a:pt x="2483532" y="1128902"/>
                  <a:pt x="2469713" y="1142845"/>
                  <a:pt x="2452630" y="1142845"/>
                </a:cubicBezTo>
                <a:cubicBezTo>
                  <a:pt x="2435546" y="1142845"/>
                  <a:pt x="2421604" y="1129027"/>
                  <a:pt x="2421604" y="1111943"/>
                </a:cubicBezTo>
                <a:cubicBezTo>
                  <a:pt x="2421477" y="1094860"/>
                  <a:pt x="2435295" y="1080916"/>
                  <a:pt x="2452379" y="1080791"/>
                </a:cubicBezTo>
                <a:close/>
                <a:moveTo>
                  <a:pt x="492912" y="1079533"/>
                </a:moveTo>
                <a:cubicBezTo>
                  <a:pt x="502458" y="1079533"/>
                  <a:pt x="510247" y="1087195"/>
                  <a:pt x="510247" y="1096741"/>
                </a:cubicBezTo>
                <a:cubicBezTo>
                  <a:pt x="510247" y="1106288"/>
                  <a:pt x="502584" y="1114076"/>
                  <a:pt x="493038" y="1114076"/>
                </a:cubicBezTo>
                <a:cubicBezTo>
                  <a:pt x="483492" y="1114076"/>
                  <a:pt x="475703" y="1106413"/>
                  <a:pt x="475703" y="1096867"/>
                </a:cubicBezTo>
                <a:cubicBezTo>
                  <a:pt x="475703" y="1087320"/>
                  <a:pt x="483365" y="1079533"/>
                  <a:pt x="492912" y="1079533"/>
                </a:cubicBezTo>
                <a:close/>
                <a:moveTo>
                  <a:pt x="2955090" y="1077649"/>
                </a:moveTo>
                <a:cubicBezTo>
                  <a:pt x="2956723" y="1077649"/>
                  <a:pt x="2957978" y="1078904"/>
                  <a:pt x="2957978" y="1080539"/>
                </a:cubicBezTo>
                <a:cubicBezTo>
                  <a:pt x="2957978" y="1082171"/>
                  <a:pt x="2956723" y="1083427"/>
                  <a:pt x="2955090" y="1083427"/>
                </a:cubicBezTo>
                <a:cubicBezTo>
                  <a:pt x="2953456" y="1083427"/>
                  <a:pt x="2952200" y="1082171"/>
                  <a:pt x="2952200" y="1080539"/>
                </a:cubicBezTo>
                <a:cubicBezTo>
                  <a:pt x="2952200" y="1078904"/>
                  <a:pt x="2953582" y="1077649"/>
                  <a:pt x="2955090" y="1077649"/>
                </a:cubicBezTo>
                <a:close/>
                <a:moveTo>
                  <a:pt x="1951427" y="1074635"/>
                </a:moveTo>
                <a:cubicBezTo>
                  <a:pt x="1954317" y="1074635"/>
                  <a:pt x="1956577" y="1076897"/>
                  <a:pt x="1956577" y="1079659"/>
                </a:cubicBezTo>
                <a:cubicBezTo>
                  <a:pt x="1956577" y="1082549"/>
                  <a:pt x="1954192" y="1084809"/>
                  <a:pt x="1951427" y="1084809"/>
                </a:cubicBezTo>
                <a:cubicBezTo>
                  <a:pt x="1948538" y="1084934"/>
                  <a:pt x="1946277" y="1082549"/>
                  <a:pt x="1946277" y="1079785"/>
                </a:cubicBezTo>
                <a:cubicBezTo>
                  <a:pt x="1946277" y="1077022"/>
                  <a:pt x="1948538" y="1074635"/>
                  <a:pt x="1951427" y="1074635"/>
                </a:cubicBezTo>
                <a:close/>
                <a:moveTo>
                  <a:pt x="1272730" y="1074134"/>
                </a:moveTo>
                <a:cubicBezTo>
                  <a:pt x="1273233" y="1074134"/>
                  <a:pt x="1273609" y="1074511"/>
                  <a:pt x="1273609" y="1075014"/>
                </a:cubicBezTo>
                <a:cubicBezTo>
                  <a:pt x="1273609" y="1075517"/>
                  <a:pt x="1273233" y="1075893"/>
                  <a:pt x="1272730" y="1075893"/>
                </a:cubicBezTo>
                <a:cubicBezTo>
                  <a:pt x="1272228" y="1075893"/>
                  <a:pt x="1271850" y="1075517"/>
                  <a:pt x="1271850" y="1075014"/>
                </a:cubicBezTo>
                <a:cubicBezTo>
                  <a:pt x="1271850" y="1074511"/>
                  <a:pt x="1272353" y="1074134"/>
                  <a:pt x="1272730" y="1074134"/>
                </a:cubicBezTo>
                <a:close/>
                <a:moveTo>
                  <a:pt x="1088953" y="1073630"/>
                </a:moveTo>
                <a:cubicBezTo>
                  <a:pt x="1094229" y="1073630"/>
                  <a:pt x="1098374" y="1077775"/>
                  <a:pt x="1098374" y="1082925"/>
                </a:cubicBezTo>
                <a:cubicBezTo>
                  <a:pt x="1098374" y="1088076"/>
                  <a:pt x="1094229" y="1092221"/>
                  <a:pt x="1089078" y="1092221"/>
                </a:cubicBezTo>
                <a:cubicBezTo>
                  <a:pt x="1083928" y="1092221"/>
                  <a:pt x="1079784" y="1088076"/>
                  <a:pt x="1079784" y="1082925"/>
                </a:cubicBezTo>
                <a:cubicBezTo>
                  <a:pt x="1079784" y="1077775"/>
                  <a:pt x="1083928" y="1073630"/>
                  <a:pt x="1088953" y="1073630"/>
                </a:cubicBezTo>
                <a:close/>
                <a:moveTo>
                  <a:pt x="1767401" y="1072751"/>
                </a:moveTo>
                <a:cubicBezTo>
                  <a:pt x="1767652" y="1072626"/>
                  <a:pt x="1767904" y="1072878"/>
                  <a:pt x="1767904" y="1073128"/>
                </a:cubicBezTo>
                <a:cubicBezTo>
                  <a:pt x="1767904" y="1073380"/>
                  <a:pt x="1767777" y="1073631"/>
                  <a:pt x="1767527" y="1073631"/>
                </a:cubicBezTo>
                <a:cubicBezTo>
                  <a:pt x="1767276" y="1073631"/>
                  <a:pt x="1767024" y="1073506"/>
                  <a:pt x="1767024" y="1073254"/>
                </a:cubicBezTo>
                <a:cubicBezTo>
                  <a:pt x="1767024" y="1073003"/>
                  <a:pt x="1767276" y="1072751"/>
                  <a:pt x="1767401" y="1072751"/>
                </a:cubicBezTo>
                <a:close/>
                <a:moveTo>
                  <a:pt x="825917" y="1064838"/>
                </a:moveTo>
                <a:cubicBezTo>
                  <a:pt x="840363" y="1064838"/>
                  <a:pt x="852297" y="1076520"/>
                  <a:pt x="852297" y="1091091"/>
                </a:cubicBezTo>
                <a:cubicBezTo>
                  <a:pt x="852297" y="1105537"/>
                  <a:pt x="840615" y="1117471"/>
                  <a:pt x="826043" y="1117471"/>
                </a:cubicBezTo>
                <a:cubicBezTo>
                  <a:pt x="811472" y="1117471"/>
                  <a:pt x="799538" y="1105789"/>
                  <a:pt x="799538" y="1091218"/>
                </a:cubicBezTo>
                <a:cubicBezTo>
                  <a:pt x="799538" y="1076646"/>
                  <a:pt x="811220" y="1064838"/>
                  <a:pt x="825917" y="1064838"/>
                </a:cubicBezTo>
                <a:close/>
                <a:moveTo>
                  <a:pt x="2547470" y="1064335"/>
                </a:moveTo>
                <a:cubicBezTo>
                  <a:pt x="2561287" y="1064210"/>
                  <a:pt x="2572593" y="1075389"/>
                  <a:pt x="2572593" y="1089206"/>
                </a:cubicBezTo>
                <a:cubicBezTo>
                  <a:pt x="2572593" y="1103024"/>
                  <a:pt x="2561413" y="1114329"/>
                  <a:pt x="2547596" y="1114329"/>
                </a:cubicBezTo>
                <a:cubicBezTo>
                  <a:pt x="2533779" y="1114455"/>
                  <a:pt x="2522473" y="1103275"/>
                  <a:pt x="2522473" y="1089458"/>
                </a:cubicBezTo>
                <a:cubicBezTo>
                  <a:pt x="2522473" y="1075640"/>
                  <a:pt x="2533652" y="1064335"/>
                  <a:pt x="2547470" y="1064335"/>
                </a:cubicBezTo>
                <a:close/>
                <a:moveTo>
                  <a:pt x="398073" y="1060566"/>
                </a:moveTo>
                <a:cubicBezTo>
                  <a:pt x="406237" y="1060566"/>
                  <a:pt x="412769" y="1067098"/>
                  <a:pt x="412769" y="1075137"/>
                </a:cubicBezTo>
                <a:cubicBezTo>
                  <a:pt x="412769" y="1083177"/>
                  <a:pt x="406237" y="1089834"/>
                  <a:pt x="398198" y="1089834"/>
                </a:cubicBezTo>
                <a:cubicBezTo>
                  <a:pt x="390284" y="1089834"/>
                  <a:pt x="383627" y="1083302"/>
                  <a:pt x="383627" y="1075263"/>
                </a:cubicBezTo>
                <a:cubicBezTo>
                  <a:pt x="383627" y="1067223"/>
                  <a:pt x="390033" y="1060566"/>
                  <a:pt x="398073" y="1060566"/>
                </a:cubicBezTo>
                <a:close/>
                <a:moveTo>
                  <a:pt x="2214465" y="1059184"/>
                </a:moveTo>
                <a:cubicBezTo>
                  <a:pt x="2229288" y="1059184"/>
                  <a:pt x="2241221" y="1071118"/>
                  <a:pt x="2241348" y="1085940"/>
                </a:cubicBezTo>
                <a:cubicBezTo>
                  <a:pt x="2241348" y="1100763"/>
                  <a:pt x="2229414" y="1112822"/>
                  <a:pt x="2214590" y="1112822"/>
                </a:cubicBezTo>
                <a:cubicBezTo>
                  <a:pt x="2199768" y="1112947"/>
                  <a:pt x="2187709" y="1101013"/>
                  <a:pt x="2187709" y="1086191"/>
                </a:cubicBezTo>
                <a:cubicBezTo>
                  <a:pt x="2187709" y="1071368"/>
                  <a:pt x="2199643" y="1059309"/>
                  <a:pt x="2214465" y="1059184"/>
                </a:cubicBezTo>
                <a:close/>
                <a:moveTo>
                  <a:pt x="2642057" y="1047126"/>
                </a:moveTo>
                <a:cubicBezTo>
                  <a:pt x="2653112" y="1047126"/>
                  <a:pt x="2662029" y="1055918"/>
                  <a:pt x="2662029" y="1066974"/>
                </a:cubicBezTo>
                <a:cubicBezTo>
                  <a:pt x="2662029" y="1077902"/>
                  <a:pt x="2653112" y="1086946"/>
                  <a:pt x="2642183" y="1086946"/>
                </a:cubicBezTo>
                <a:cubicBezTo>
                  <a:pt x="2631129" y="1086946"/>
                  <a:pt x="2622210" y="1078153"/>
                  <a:pt x="2622210" y="1067099"/>
                </a:cubicBezTo>
                <a:cubicBezTo>
                  <a:pt x="2622084" y="1056170"/>
                  <a:pt x="2631002" y="1047251"/>
                  <a:pt x="2642057" y="1047126"/>
                </a:cubicBezTo>
                <a:close/>
                <a:moveTo>
                  <a:pt x="303610" y="1041975"/>
                </a:moveTo>
                <a:cubicBezTo>
                  <a:pt x="310142" y="1041975"/>
                  <a:pt x="315418" y="1047125"/>
                  <a:pt x="315418" y="1053657"/>
                </a:cubicBezTo>
                <a:cubicBezTo>
                  <a:pt x="315418" y="1060189"/>
                  <a:pt x="310268" y="1065466"/>
                  <a:pt x="303736" y="1065466"/>
                </a:cubicBezTo>
                <a:cubicBezTo>
                  <a:pt x="297204" y="1065466"/>
                  <a:pt x="291928" y="1060316"/>
                  <a:pt x="291928" y="1053784"/>
                </a:cubicBezTo>
                <a:cubicBezTo>
                  <a:pt x="291928" y="1047377"/>
                  <a:pt x="297204" y="1042100"/>
                  <a:pt x="303610" y="1041975"/>
                </a:cubicBezTo>
                <a:close/>
                <a:moveTo>
                  <a:pt x="1351993" y="1041348"/>
                </a:moveTo>
                <a:cubicBezTo>
                  <a:pt x="1353250" y="1041348"/>
                  <a:pt x="1354255" y="1042353"/>
                  <a:pt x="1354255" y="1043610"/>
                </a:cubicBezTo>
                <a:cubicBezTo>
                  <a:pt x="1354255" y="1044865"/>
                  <a:pt x="1353375" y="1045870"/>
                  <a:pt x="1352119" y="1045870"/>
                </a:cubicBezTo>
                <a:cubicBezTo>
                  <a:pt x="1350862" y="1045870"/>
                  <a:pt x="1349857" y="1044865"/>
                  <a:pt x="1349857" y="1043610"/>
                </a:cubicBezTo>
                <a:cubicBezTo>
                  <a:pt x="1349857" y="1042353"/>
                  <a:pt x="1350737" y="1041473"/>
                  <a:pt x="1351993" y="1041348"/>
                </a:cubicBezTo>
                <a:close/>
                <a:moveTo>
                  <a:pt x="1688012" y="1039840"/>
                </a:moveTo>
                <a:cubicBezTo>
                  <a:pt x="1689394" y="1039840"/>
                  <a:pt x="1690649" y="1040970"/>
                  <a:pt x="1690649" y="1042477"/>
                </a:cubicBezTo>
                <a:cubicBezTo>
                  <a:pt x="1690649" y="1043985"/>
                  <a:pt x="1689519" y="1045115"/>
                  <a:pt x="1688012" y="1045115"/>
                </a:cubicBezTo>
                <a:cubicBezTo>
                  <a:pt x="1686632" y="1045115"/>
                  <a:pt x="1685375" y="1043985"/>
                  <a:pt x="1685375" y="1042477"/>
                </a:cubicBezTo>
                <a:cubicBezTo>
                  <a:pt x="1685375" y="1040970"/>
                  <a:pt x="1686632" y="1039714"/>
                  <a:pt x="1688012" y="1039840"/>
                </a:cubicBezTo>
                <a:close/>
                <a:moveTo>
                  <a:pt x="727058" y="1037579"/>
                </a:moveTo>
                <a:cubicBezTo>
                  <a:pt x="743389" y="1037453"/>
                  <a:pt x="756830" y="1050769"/>
                  <a:pt x="756830" y="1067098"/>
                </a:cubicBezTo>
                <a:cubicBezTo>
                  <a:pt x="756955" y="1083429"/>
                  <a:pt x="743639" y="1096870"/>
                  <a:pt x="727310" y="1096870"/>
                </a:cubicBezTo>
                <a:cubicBezTo>
                  <a:pt x="710979" y="1096995"/>
                  <a:pt x="697539" y="1083679"/>
                  <a:pt x="697539" y="1067350"/>
                </a:cubicBezTo>
                <a:cubicBezTo>
                  <a:pt x="697412" y="1051019"/>
                  <a:pt x="710603" y="1037579"/>
                  <a:pt x="727058" y="1037579"/>
                </a:cubicBezTo>
                <a:close/>
                <a:moveTo>
                  <a:pt x="982559" y="1034565"/>
                </a:moveTo>
                <a:cubicBezTo>
                  <a:pt x="992232" y="1034565"/>
                  <a:pt x="1000270" y="1042479"/>
                  <a:pt x="1000270" y="1052276"/>
                </a:cubicBezTo>
                <a:cubicBezTo>
                  <a:pt x="1000397" y="1061949"/>
                  <a:pt x="992483" y="1069987"/>
                  <a:pt x="982686" y="1069987"/>
                </a:cubicBezTo>
                <a:cubicBezTo>
                  <a:pt x="972887" y="1069987"/>
                  <a:pt x="964848" y="1062074"/>
                  <a:pt x="964848" y="1052276"/>
                </a:cubicBezTo>
                <a:cubicBezTo>
                  <a:pt x="964848" y="1042479"/>
                  <a:pt x="972762" y="1034565"/>
                  <a:pt x="982559" y="1034565"/>
                </a:cubicBezTo>
                <a:close/>
                <a:moveTo>
                  <a:pt x="2736395" y="1031926"/>
                </a:moveTo>
                <a:cubicBezTo>
                  <a:pt x="2743555" y="1031926"/>
                  <a:pt x="2749459" y="1037830"/>
                  <a:pt x="2749459" y="1044990"/>
                </a:cubicBezTo>
                <a:cubicBezTo>
                  <a:pt x="2749459" y="1052150"/>
                  <a:pt x="2743555" y="1058054"/>
                  <a:pt x="2736395" y="1058054"/>
                </a:cubicBezTo>
                <a:cubicBezTo>
                  <a:pt x="2729236" y="1058054"/>
                  <a:pt x="2723331" y="1052150"/>
                  <a:pt x="2723331" y="1044990"/>
                </a:cubicBezTo>
                <a:cubicBezTo>
                  <a:pt x="2723331" y="1037830"/>
                  <a:pt x="2729109" y="1031926"/>
                  <a:pt x="2736395" y="1031926"/>
                </a:cubicBezTo>
                <a:close/>
                <a:moveTo>
                  <a:pt x="2057571" y="1028158"/>
                </a:moveTo>
                <a:cubicBezTo>
                  <a:pt x="2068751" y="1028158"/>
                  <a:pt x="2077795" y="1037202"/>
                  <a:pt x="2077795" y="1048256"/>
                </a:cubicBezTo>
                <a:cubicBezTo>
                  <a:pt x="2077795" y="1059436"/>
                  <a:pt x="2068751" y="1068480"/>
                  <a:pt x="2057697" y="1068480"/>
                </a:cubicBezTo>
                <a:cubicBezTo>
                  <a:pt x="2046517" y="1068480"/>
                  <a:pt x="2037473" y="1059562"/>
                  <a:pt x="2037473" y="1048382"/>
                </a:cubicBezTo>
                <a:cubicBezTo>
                  <a:pt x="2037347" y="1037327"/>
                  <a:pt x="2046392" y="1028283"/>
                  <a:pt x="2057571" y="1028158"/>
                </a:cubicBezTo>
                <a:close/>
                <a:moveTo>
                  <a:pt x="2312948" y="1028033"/>
                </a:moveTo>
                <a:cubicBezTo>
                  <a:pt x="2331414" y="1027907"/>
                  <a:pt x="2346361" y="1042855"/>
                  <a:pt x="2346487" y="1061320"/>
                </a:cubicBezTo>
                <a:cubicBezTo>
                  <a:pt x="2346613" y="1079786"/>
                  <a:pt x="2331664" y="1094733"/>
                  <a:pt x="2313199" y="1094859"/>
                </a:cubicBezTo>
                <a:cubicBezTo>
                  <a:pt x="2294734" y="1094859"/>
                  <a:pt x="2279661" y="1080036"/>
                  <a:pt x="2279661" y="1061571"/>
                </a:cubicBezTo>
                <a:cubicBezTo>
                  <a:pt x="2279534" y="1043107"/>
                  <a:pt x="2294482" y="1028158"/>
                  <a:pt x="2312948" y="1028033"/>
                </a:cubicBezTo>
                <a:close/>
                <a:moveTo>
                  <a:pt x="209399" y="1026901"/>
                </a:moveTo>
                <a:cubicBezTo>
                  <a:pt x="212413" y="1026901"/>
                  <a:pt x="214926" y="1029413"/>
                  <a:pt x="214926" y="1032428"/>
                </a:cubicBezTo>
                <a:cubicBezTo>
                  <a:pt x="214926" y="1035443"/>
                  <a:pt x="212413" y="1037955"/>
                  <a:pt x="209399" y="1037955"/>
                </a:cubicBezTo>
                <a:cubicBezTo>
                  <a:pt x="206384" y="1037955"/>
                  <a:pt x="203872" y="1035443"/>
                  <a:pt x="203872" y="1032428"/>
                </a:cubicBezTo>
                <a:cubicBezTo>
                  <a:pt x="203872" y="1029413"/>
                  <a:pt x="206384" y="1026901"/>
                  <a:pt x="209399" y="1026901"/>
                </a:cubicBezTo>
                <a:close/>
                <a:moveTo>
                  <a:pt x="1435023" y="1023259"/>
                </a:moveTo>
                <a:cubicBezTo>
                  <a:pt x="1435651" y="1023259"/>
                  <a:pt x="1436155" y="1023761"/>
                  <a:pt x="1436155" y="1024389"/>
                </a:cubicBezTo>
                <a:cubicBezTo>
                  <a:pt x="1436155" y="1025017"/>
                  <a:pt x="1435651" y="1025520"/>
                  <a:pt x="1435023" y="1025520"/>
                </a:cubicBezTo>
                <a:cubicBezTo>
                  <a:pt x="1434396" y="1025520"/>
                  <a:pt x="1433893" y="1025017"/>
                  <a:pt x="1433893" y="1024389"/>
                </a:cubicBezTo>
                <a:cubicBezTo>
                  <a:pt x="1433893" y="1023761"/>
                  <a:pt x="1434396" y="1023259"/>
                  <a:pt x="1435023" y="1023259"/>
                </a:cubicBezTo>
                <a:close/>
                <a:moveTo>
                  <a:pt x="1604981" y="1022631"/>
                </a:moveTo>
                <a:cubicBezTo>
                  <a:pt x="1605609" y="1022631"/>
                  <a:pt x="1606113" y="1023133"/>
                  <a:pt x="1606113" y="1023761"/>
                </a:cubicBezTo>
                <a:cubicBezTo>
                  <a:pt x="1606113" y="1024389"/>
                  <a:pt x="1605609" y="1024891"/>
                  <a:pt x="1604981" y="1024891"/>
                </a:cubicBezTo>
                <a:cubicBezTo>
                  <a:pt x="1604354" y="1024891"/>
                  <a:pt x="1603851" y="1024389"/>
                  <a:pt x="1603851" y="1023761"/>
                </a:cubicBezTo>
                <a:cubicBezTo>
                  <a:pt x="1603851" y="1023133"/>
                  <a:pt x="1604354" y="1022631"/>
                  <a:pt x="1604981" y="1022631"/>
                </a:cubicBezTo>
                <a:close/>
                <a:moveTo>
                  <a:pt x="1157039" y="1022003"/>
                </a:moveTo>
                <a:cubicBezTo>
                  <a:pt x="1162314" y="1022003"/>
                  <a:pt x="1166585" y="1026273"/>
                  <a:pt x="1166585" y="1031550"/>
                </a:cubicBezTo>
                <a:cubicBezTo>
                  <a:pt x="1166711" y="1036826"/>
                  <a:pt x="1162441" y="1041096"/>
                  <a:pt x="1157164" y="1041096"/>
                </a:cubicBezTo>
                <a:cubicBezTo>
                  <a:pt x="1151888" y="1041096"/>
                  <a:pt x="1147618" y="1036951"/>
                  <a:pt x="1147618" y="1031675"/>
                </a:cubicBezTo>
                <a:cubicBezTo>
                  <a:pt x="1147618" y="1026400"/>
                  <a:pt x="1151888" y="1022253"/>
                  <a:pt x="1157039" y="1022003"/>
                </a:cubicBezTo>
                <a:close/>
                <a:moveTo>
                  <a:pt x="629330" y="1019491"/>
                </a:moveTo>
                <a:cubicBezTo>
                  <a:pt x="642896" y="1019491"/>
                  <a:pt x="653950" y="1030420"/>
                  <a:pt x="653950" y="1043986"/>
                </a:cubicBezTo>
                <a:cubicBezTo>
                  <a:pt x="653950" y="1057552"/>
                  <a:pt x="643021" y="1068606"/>
                  <a:pt x="629455" y="1068606"/>
                </a:cubicBezTo>
                <a:cubicBezTo>
                  <a:pt x="615889" y="1068606"/>
                  <a:pt x="604960" y="1057677"/>
                  <a:pt x="604835" y="1044111"/>
                </a:cubicBezTo>
                <a:cubicBezTo>
                  <a:pt x="604835" y="1030545"/>
                  <a:pt x="615763" y="1019491"/>
                  <a:pt x="629330" y="1019491"/>
                </a:cubicBezTo>
                <a:close/>
                <a:moveTo>
                  <a:pt x="2830480" y="1019113"/>
                </a:moveTo>
                <a:cubicBezTo>
                  <a:pt x="2832616" y="1019113"/>
                  <a:pt x="2834248" y="1020746"/>
                  <a:pt x="2834248" y="1022882"/>
                </a:cubicBezTo>
                <a:cubicBezTo>
                  <a:pt x="2834248" y="1025017"/>
                  <a:pt x="2832616" y="1026650"/>
                  <a:pt x="2830480" y="1026650"/>
                </a:cubicBezTo>
                <a:cubicBezTo>
                  <a:pt x="2828469" y="1026650"/>
                  <a:pt x="2826711" y="1025017"/>
                  <a:pt x="2826711" y="1022882"/>
                </a:cubicBezTo>
                <a:cubicBezTo>
                  <a:pt x="2826711" y="1020871"/>
                  <a:pt x="2828469" y="1019113"/>
                  <a:pt x="2830480" y="1019113"/>
                </a:cubicBezTo>
                <a:close/>
                <a:moveTo>
                  <a:pt x="1519941" y="1016852"/>
                </a:moveTo>
                <a:cubicBezTo>
                  <a:pt x="1520444" y="1016852"/>
                  <a:pt x="1520820" y="1017229"/>
                  <a:pt x="1520820" y="1017732"/>
                </a:cubicBezTo>
                <a:cubicBezTo>
                  <a:pt x="1520820" y="1018235"/>
                  <a:pt x="1520444" y="1018611"/>
                  <a:pt x="1519941" y="1018611"/>
                </a:cubicBezTo>
                <a:cubicBezTo>
                  <a:pt x="1519439" y="1018611"/>
                  <a:pt x="1519061" y="1018235"/>
                  <a:pt x="1519061" y="1017732"/>
                </a:cubicBezTo>
                <a:cubicBezTo>
                  <a:pt x="1519061" y="1017229"/>
                  <a:pt x="1519439" y="1016852"/>
                  <a:pt x="1519941" y="1016852"/>
                </a:cubicBezTo>
                <a:close/>
                <a:moveTo>
                  <a:pt x="1882967" y="1016226"/>
                </a:moveTo>
                <a:cubicBezTo>
                  <a:pt x="1890002" y="1016226"/>
                  <a:pt x="1895779" y="1021878"/>
                  <a:pt x="1895779" y="1029038"/>
                </a:cubicBezTo>
                <a:cubicBezTo>
                  <a:pt x="1895779" y="1036199"/>
                  <a:pt x="1890002" y="1041977"/>
                  <a:pt x="1882967" y="1041977"/>
                </a:cubicBezTo>
                <a:cubicBezTo>
                  <a:pt x="1875807" y="1041977"/>
                  <a:pt x="1870028" y="1036199"/>
                  <a:pt x="1870028" y="1029165"/>
                </a:cubicBezTo>
                <a:cubicBezTo>
                  <a:pt x="1870028" y="1022004"/>
                  <a:pt x="1875681" y="1016226"/>
                  <a:pt x="1882967" y="1016226"/>
                </a:cubicBezTo>
                <a:close/>
                <a:moveTo>
                  <a:pt x="115313" y="1008562"/>
                </a:moveTo>
                <a:cubicBezTo>
                  <a:pt x="116695" y="1008562"/>
                  <a:pt x="117825" y="1009567"/>
                  <a:pt x="117825" y="1010949"/>
                </a:cubicBezTo>
                <a:cubicBezTo>
                  <a:pt x="117825" y="1012330"/>
                  <a:pt x="116820" y="1013461"/>
                  <a:pt x="115439" y="1013461"/>
                </a:cubicBezTo>
                <a:cubicBezTo>
                  <a:pt x="114057" y="1013461"/>
                  <a:pt x="112927" y="1012456"/>
                  <a:pt x="112927" y="1011074"/>
                </a:cubicBezTo>
                <a:cubicBezTo>
                  <a:pt x="112927" y="1009817"/>
                  <a:pt x="114057" y="1008687"/>
                  <a:pt x="115313" y="1008562"/>
                </a:cubicBezTo>
                <a:close/>
                <a:moveTo>
                  <a:pt x="532479" y="1004667"/>
                </a:moveTo>
                <a:cubicBezTo>
                  <a:pt x="541649" y="1004667"/>
                  <a:pt x="549186" y="1012079"/>
                  <a:pt x="549186" y="1021248"/>
                </a:cubicBezTo>
                <a:cubicBezTo>
                  <a:pt x="549186" y="1030418"/>
                  <a:pt x="541775" y="1037955"/>
                  <a:pt x="532604" y="1037955"/>
                </a:cubicBezTo>
                <a:cubicBezTo>
                  <a:pt x="523435" y="1037955"/>
                  <a:pt x="515898" y="1030543"/>
                  <a:pt x="515898" y="1021374"/>
                </a:cubicBezTo>
                <a:cubicBezTo>
                  <a:pt x="515898" y="1012204"/>
                  <a:pt x="523309" y="1004667"/>
                  <a:pt x="532479" y="1004667"/>
                </a:cubicBezTo>
                <a:close/>
                <a:moveTo>
                  <a:pt x="2410549" y="1004165"/>
                </a:moveTo>
                <a:cubicBezTo>
                  <a:pt x="2429015" y="1004165"/>
                  <a:pt x="2443962" y="1018988"/>
                  <a:pt x="2444088" y="1037452"/>
                </a:cubicBezTo>
                <a:cubicBezTo>
                  <a:pt x="2444214" y="1055917"/>
                  <a:pt x="2429265" y="1070866"/>
                  <a:pt x="2410800" y="1070991"/>
                </a:cubicBezTo>
                <a:cubicBezTo>
                  <a:pt x="2392335" y="1071116"/>
                  <a:pt x="2377387" y="1056168"/>
                  <a:pt x="2377262" y="1037704"/>
                </a:cubicBezTo>
                <a:cubicBezTo>
                  <a:pt x="2377135" y="1019238"/>
                  <a:pt x="2392083" y="1004165"/>
                  <a:pt x="2410549" y="1004165"/>
                </a:cubicBezTo>
                <a:close/>
                <a:moveTo>
                  <a:pt x="2924439" y="999644"/>
                </a:moveTo>
                <a:cubicBezTo>
                  <a:pt x="2925192" y="999518"/>
                  <a:pt x="2925822" y="1000146"/>
                  <a:pt x="2925822" y="1000900"/>
                </a:cubicBezTo>
                <a:cubicBezTo>
                  <a:pt x="2925822" y="1001528"/>
                  <a:pt x="2925192" y="1002156"/>
                  <a:pt x="2924439" y="1002156"/>
                </a:cubicBezTo>
                <a:cubicBezTo>
                  <a:pt x="2923685" y="1002156"/>
                  <a:pt x="2923057" y="1001653"/>
                  <a:pt x="2923057" y="1000900"/>
                </a:cubicBezTo>
                <a:cubicBezTo>
                  <a:pt x="2923057" y="1000271"/>
                  <a:pt x="2923685" y="999644"/>
                  <a:pt x="2924439" y="999644"/>
                </a:cubicBezTo>
                <a:close/>
                <a:moveTo>
                  <a:pt x="878675" y="993740"/>
                </a:moveTo>
                <a:cubicBezTo>
                  <a:pt x="895509" y="993614"/>
                  <a:pt x="909326" y="1007307"/>
                  <a:pt x="909326" y="1024139"/>
                </a:cubicBezTo>
                <a:cubicBezTo>
                  <a:pt x="909451" y="1040973"/>
                  <a:pt x="895759" y="1054790"/>
                  <a:pt x="878927" y="1054790"/>
                </a:cubicBezTo>
                <a:cubicBezTo>
                  <a:pt x="862094" y="1054915"/>
                  <a:pt x="848277" y="1041223"/>
                  <a:pt x="848277" y="1024391"/>
                </a:cubicBezTo>
                <a:cubicBezTo>
                  <a:pt x="848150" y="1007558"/>
                  <a:pt x="861844" y="993865"/>
                  <a:pt x="878675" y="993740"/>
                </a:cubicBezTo>
                <a:close/>
                <a:moveTo>
                  <a:pt x="2160953" y="989090"/>
                </a:moveTo>
                <a:cubicBezTo>
                  <a:pt x="2177786" y="988964"/>
                  <a:pt x="2191604" y="1002657"/>
                  <a:pt x="2191604" y="1019489"/>
                </a:cubicBezTo>
                <a:cubicBezTo>
                  <a:pt x="2191730" y="1036323"/>
                  <a:pt x="2178036" y="1050140"/>
                  <a:pt x="2161205" y="1050140"/>
                </a:cubicBezTo>
                <a:cubicBezTo>
                  <a:pt x="2144373" y="1050265"/>
                  <a:pt x="2130554" y="1036573"/>
                  <a:pt x="2130554" y="1019741"/>
                </a:cubicBezTo>
                <a:cubicBezTo>
                  <a:pt x="2130554" y="1002908"/>
                  <a:pt x="2144121" y="989090"/>
                  <a:pt x="2160953" y="989090"/>
                </a:cubicBezTo>
                <a:close/>
                <a:moveTo>
                  <a:pt x="2507272" y="985826"/>
                </a:moveTo>
                <a:cubicBezTo>
                  <a:pt x="2522847" y="985826"/>
                  <a:pt x="2535661" y="998387"/>
                  <a:pt x="2535661" y="1014089"/>
                </a:cubicBezTo>
                <a:cubicBezTo>
                  <a:pt x="2535661" y="1029665"/>
                  <a:pt x="2522974" y="1042478"/>
                  <a:pt x="2507397" y="1042478"/>
                </a:cubicBezTo>
                <a:cubicBezTo>
                  <a:pt x="2491821" y="1042478"/>
                  <a:pt x="2479009" y="1029917"/>
                  <a:pt x="2479009" y="1014214"/>
                </a:cubicBezTo>
                <a:cubicBezTo>
                  <a:pt x="2479009" y="998638"/>
                  <a:pt x="2491570" y="985826"/>
                  <a:pt x="2507272" y="985826"/>
                </a:cubicBezTo>
                <a:close/>
                <a:moveTo>
                  <a:pt x="1231277" y="984947"/>
                </a:moveTo>
                <a:cubicBezTo>
                  <a:pt x="1233789" y="984947"/>
                  <a:pt x="1235924" y="986957"/>
                  <a:pt x="1235924" y="989595"/>
                </a:cubicBezTo>
                <a:cubicBezTo>
                  <a:pt x="1235924" y="992107"/>
                  <a:pt x="1233789" y="994243"/>
                  <a:pt x="1231277" y="994243"/>
                </a:cubicBezTo>
                <a:cubicBezTo>
                  <a:pt x="1228764" y="994243"/>
                  <a:pt x="1226629" y="992233"/>
                  <a:pt x="1226629" y="989595"/>
                </a:cubicBezTo>
                <a:cubicBezTo>
                  <a:pt x="1226629" y="987082"/>
                  <a:pt x="1228639" y="984947"/>
                  <a:pt x="1231277" y="984947"/>
                </a:cubicBezTo>
                <a:close/>
                <a:moveTo>
                  <a:pt x="436259" y="984947"/>
                </a:moveTo>
                <a:cubicBezTo>
                  <a:pt x="443922" y="984947"/>
                  <a:pt x="450203" y="991228"/>
                  <a:pt x="450203" y="998890"/>
                </a:cubicBezTo>
                <a:cubicBezTo>
                  <a:pt x="450203" y="1006678"/>
                  <a:pt x="443922" y="1012959"/>
                  <a:pt x="436259" y="1012959"/>
                </a:cubicBezTo>
                <a:cubicBezTo>
                  <a:pt x="428597" y="1012959"/>
                  <a:pt x="422316" y="1006678"/>
                  <a:pt x="422316" y="999016"/>
                </a:cubicBezTo>
                <a:cubicBezTo>
                  <a:pt x="422316" y="991228"/>
                  <a:pt x="428471" y="984947"/>
                  <a:pt x="436259" y="984947"/>
                </a:cubicBezTo>
                <a:close/>
                <a:moveTo>
                  <a:pt x="1808352" y="981555"/>
                </a:moveTo>
                <a:cubicBezTo>
                  <a:pt x="1811743" y="981430"/>
                  <a:pt x="1814382" y="984192"/>
                  <a:pt x="1814382" y="987458"/>
                </a:cubicBezTo>
                <a:cubicBezTo>
                  <a:pt x="1814382" y="990850"/>
                  <a:pt x="1811743" y="993487"/>
                  <a:pt x="1808478" y="993487"/>
                </a:cubicBezTo>
                <a:cubicBezTo>
                  <a:pt x="1805086" y="993613"/>
                  <a:pt x="1802448" y="990850"/>
                  <a:pt x="1802448" y="987584"/>
                </a:cubicBezTo>
                <a:cubicBezTo>
                  <a:pt x="1802448" y="984192"/>
                  <a:pt x="1805086" y="981555"/>
                  <a:pt x="1808352" y="981555"/>
                </a:cubicBezTo>
                <a:close/>
                <a:moveTo>
                  <a:pt x="1045869" y="977661"/>
                </a:moveTo>
                <a:cubicBezTo>
                  <a:pt x="1055541" y="977661"/>
                  <a:pt x="1063328" y="985448"/>
                  <a:pt x="1063455" y="995122"/>
                </a:cubicBezTo>
                <a:cubicBezTo>
                  <a:pt x="1063455" y="1004794"/>
                  <a:pt x="1055666" y="1012708"/>
                  <a:pt x="1045994" y="1012708"/>
                </a:cubicBezTo>
                <a:cubicBezTo>
                  <a:pt x="1036322" y="1012708"/>
                  <a:pt x="1028408" y="1004919"/>
                  <a:pt x="1028408" y="995247"/>
                </a:cubicBezTo>
                <a:cubicBezTo>
                  <a:pt x="1028408" y="985575"/>
                  <a:pt x="1036195" y="977786"/>
                  <a:pt x="1045869" y="977661"/>
                </a:cubicBezTo>
                <a:close/>
                <a:moveTo>
                  <a:pt x="1993759" y="972762"/>
                </a:moveTo>
                <a:cubicBezTo>
                  <a:pt x="2004311" y="972762"/>
                  <a:pt x="2012853" y="981178"/>
                  <a:pt x="2012853" y="991730"/>
                </a:cubicBezTo>
                <a:cubicBezTo>
                  <a:pt x="2012853" y="1002281"/>
                  <a:pt x="2004436" y="1010823"/>
                  <a:pt x="1993885" y="1010823"/>
                </a:cubicBezTo>
                <a:cubicBezTo>
                  <a:pt x="1983459" y="1010823"/>
                  <a:pt x="1974792" y="1002407"/>
                  <a:pt x="1974792" y="991855"/>
                </a:cubicBezTo>
                <a:cubicBezTo>
                  <a:pt x="1974666" y="981304"/>
                  <a:pt x="1983208" y="972762"/>
                  <a:pt x="1993759" y="972762"/>
                </a:cubicBezTo>
                <a:close/>
                <a:moveTo>
                  <a:pt x="2603370" y="969370"/>
                </a:moveTo>
                <a:cubicBezTo>
                  <a:pt x="2615304" y="969370"/>
                  <a:pt x="2625101" y="978917"/>
                  <a:pt x="2625101" y="990976"/>
                </a:cubicBezTo>
                <a:cubicBezTo>
                  <a:pt x="2625101" y="1002910"/>
                  <a:pt x="2615429" y="1012707"/>
                  <a:pt x="2603495" y="1012707"/>
                </a:cubicBezTo>
                <a:cubicBezTo>
                  <a:pt x="2591562" y="1012707"/>
                  <a:pt x="2581764" y="1003160"/>
                  <a:pt x="2581764" y="991101"/>
                </a:cubicBezTo>
                <a:cubicBezTo>
                  <a:pt x="2581764" y="979167"/>
                  <a:pt x="2591436" y="969370"/>
                  <a:pt x="2603370" y="969370"/>
                </a:cubicBezTo>
                <a:close/>
                <a:moveTo>
                  <a:pt x="776927" y="968868"/>
                </a:moveTo>
                <a:cubicBezTo>
                  <a:pt x="793131" y="968868"/>
                  <a:pt x="806195" y="981932"/>
                  <a:pt x="806322" y="998011"/>
                </a:cubicBezTo>
                <a:cubicBezTo>
                  <a:pt x="806322" y="1014090"/>
                  <a:pt x="793258" y="1027279"/>
                  <a:pt x="777179" y="1027279"/>
                </a:cubicBezTo>
                <a:cubicBezTo>
                  <a:pt x="760974" y="1027279"/>
                  <a:pt x="747785" y="1014341"/>
                  <a:pt x="747785" y="998136"/>
                </a:cubicBezTo>
                <a:cubicBezTo>
                  <a:pt x="747785" y="982057"/>
                  <a:pt x="760723" y="968868"/>
                  <a:pt x="776927" y="968868"/>
                </a:cubicBezTo>
                <a:close/>
                <a:moveTo>
                  <a:pt x="340291" y="966104"/>
                </a:moveTo>
                <a:cubicBezTo>
                  <a:pt x="346196" y="966104"/>
                  <a:pt x="350969" y="970751"/>
                  <a:pt x="350969" y="976655"/>
                </a:cubicBezTo>
                <a:cubicBezTo>
                  <a:pt x="350969" y="982559"/>
                  <a:pt x="346321" y="987332"/>
                  <a:pt x="340416" y="987332"/>
                </a:cubicBezTo>
                <a:cubicBezTo>
                  <a:pt x="334512" y="987332"/>
                  <a:pt x="329739" y="982685"/>
                  <a:pt x="329739" y="976781"/>
                </a:cubicBezTo>
                <a:cubicBezTo>
                  <a:pt x="329864" y="971003"/>
                  <a:pt x="334512" y="966229"/>
                  <a:pt x="340291" y="966104"/>
                </a:cubicBezTo>
                <a:close/>
                <a:moveTo>
                  <a:pt x="2262574" y="958190"/>
                </a:moveTo>
                <a:cubicBezTo>
                  <a:pt x="2281668" y="958064"/>
                  <a:pt x="2297246" y="973515"/>
                  <a:pt x="2297246" y="992608"/>
                </a:cubicBezTo>
                <a:cubicBezTo>
                  <a:pt x="2297246" y="1011702"/>
                  <a:pt x="2281920" y="1027278"/>
                  <a:pt x="2262826" y="1027278"/>
                </a:cubicBezTo>
                <a:cubicBezTo>
                  <a:pt x="2243733" y="1027278"/>
                  <a:pt x="2228282" y="1011953"/>
                  <a:pt x="2228156" y="992860"/>
                </a:cubicBezTo>
                <a:cubicBezTo>
                  <a:pt x="2228156" y="973766"/>
                  <a:pt x="2243607" y="958190"/>
                  <a:pt x="2262574" y="958190"/>
                </a:cubicBezTo>
                <a:close/>
                <a:moveTo>
                  <a:pt x="1310163" y="954924"/>
                </a:moveTo>
                <a:cubicBezTo>
                  <a:pt x="1311418" y="955049"/>
                  <a:pt x="1312423" y="955929"/>
                  <a:pt x="1312423" y="957186"/>
                </a:cubicBezTo>
                <a:cubicBezTo>
                  <a:pt x="1312423" y="958441"/>
                  <a:pt x="1311418" y="959446"/>
                  <a:pt x="1310163" y="959446"/>
                </a:cubicBezTo>
                <a:cubicBezTo>
                  <a:pt x="1308906" y="959446"/>
                  <a:pt x="1307901" y="958566"/>
                  <a:pt x="1307901" y="957311"/>
                </a:cubicBezTo>
                <a:cubicBezTo>
                  <a:pt x="1307901" y="956054"/>
                  <a:pt x="1308906" y="955176"/>
                  <a:pt x="1310163" y="954924"/>
                </a:cubicBezTo>
                <a:close/>
                <a:moveTo>
                  <a:pt x="1729339" y="953164"/>
                </a:moveTo>
                <a:cubicBezTo>
                  <a:pt x="1730721" y="953164"/>
                  <a:pt x="1731976" y="954294"/>
                  <a:pt x="1731976" y="955801"/>
                </a:cubicBezTo>
                <a:cubicBezTo>
                  <a:pt x="1731976" y="957308"/>
                  <a:pt x="1730846" y="958439"/>
                  <a:pt x="1729339" y="958439"/>
                </a:cubicBezTo>
                <a:cubicBezTo>
                  <a:pt x="1727957" y="958439"/>
                  <a:pt x="1726702" y="957308"/>
                  <a:pt x="1726702" y="955801"/>
                </a:cubicBezTo>
                <a:cubicBezTo>
                  <a:pt x="1726702" y="954294"/>
                  <a:pt x="1727832" y="953164"/>
                  <a:pt x="1729339" y="953164"/>
                </a:cubicBezTo>
                <a:close/>
                <a:moveTo>
                  <a:pt x="2699087" y="951784"/>
                </a:moveTo>
                <a:cubicBezTo>
                  <a:pt x="2708131" y="951784"/>
                  <a:pt x="2715543" y="959070"/>
                  <a:pt x="2715543" y="968114"/>
                </a:cubicBezTo>
                <a:cubicBezTo>
                  <a:pt x="2715543" y="977159"/>
                  <a:pt x="2708258" y="984569"/>
                  <a:pt x="2699214" y="984569"/>
                </a:cubicBezTo>
                <a:cubicBezTo>
                  <a:pt x="2690169" y="984569"/>
                  <a:pt x="2682757" y="977284"/>
                  <a:pt x="2682757" y="968240"/>
                </a:cubicBezTo>
                <a:cubicBezTo>
                  <a:pt x="2682757" y="959321"/>
                  <a:pt x="2690042" y="951909"/>
                  <a:pt x="2699087" y="951784"/>
                </a:cubicBezTo>
                <a:close/>
                <a:moveTo>
                  <a:pt x="244947" y="950654"/>
                </a:moveTo>
                <a:cubicBezTo>
                  <a:pt x="247334" y="950654"/>
                  <a:pt x="249218" y="952539"/>
                  <a:pt x="249218" y="954799"/>
                </a:cubicBezTo>
                <a:cubicBezTo>
                  <a:pt x="249218" y="957186"/>
                  <a:pt x="247459" y="959071"/>
                  <a:pt x="245073" y="959071"/>
                </a:cubicBezTo>
                <a:cubicBezTo>
                  <a:pt x="242686" y="959071"/>
                  <a:pt x="240802" y="957312"/>
                  <a:pt x="240802" y="954925"/>
                </a:cubicBezTo>
                <a:cubicBezTo>
                  <a:pt x="240802" y="952539"/>
                  <a:pt x="242686" y="950654"/>
                  <a:pt x="244947" y="950654"/>
                </a:cubicBezTo>
                <a:close/>
                <a:moveTo>
                  <a:pt x="676687" y="948518"/>
                </a:moveTo>
                <a:cubicBezTo>
                  <a:pt x="690254" y="948518"/>
                  <a:pt x="701181" y="959447"/>
                  <a:pt x="701308" y="973013"/>
                </a:cubicBezTo>
                <a:cubicBezTo>
                  <a:pt x="701308" y="986579"/>
                  <a:pt x="690379" y="997633"/>
                  <a:pt x="676813" y="997633"/>
                </a:cubicBezTo>
                <a:cubicBezTo>
                  <a:pt x="663246" y="997633"/>
                  <a:pt x="652192" y="986704"/>
                  <a:pt x="652192" y="973138"/>
                </a:cubicBezTo>
                <a:cubicBezTo>
                  <a:pt x="652067" y="959572"/>
                  <a:pt x="663121" y="948518"/>
                  <a:pt x="676687" y="948518"/>
                </a:cubicBezTo>
                <a:close/>
                <a:moveTo>
                  <a:pt x="2794429" y="939224"/>
                </a:moveTo>
                <a:cubicBezTo>
                  <a:pt x="2797946" y="939224"/>
                  <a:pt x="2800836" y="942113"/>
                  <a:pt x="2800836" y="945630"/>
                </a:cubicBezTo>
                <a:cubicBezTo>
                  <a:pt x="2800836" y="949147"/>
                  <a:pt x="2797946" y="952036"/>
                  <a:pt x="2794429" y="952036"/>
                </a:cubicBezTo>
                <a:cubicBezTo>
                  <a:pt x="2790912" y="952036"/>
                  <a:pt x="2788022" y="949147"/>
                  <a:pt x="2788022" y="945630"/>
                </a:cubicBezTo>
                <a:cubicBezTo>
                  <a:pt x="2788022" y="942113"/>
                  <a:pt x="2790786" y="939224"/>
                  <a:pt x="2794429" y="939224"/>
                </a:cubicBezTo>
                <a:close/>
                <a:moveTo>
                  <a:pt x="938092" y="938720"/>
                </a:moveTo>
                <a:cubicBezTo>
                  <a:pt x="951532" y="938720"/>
                  <a:pt x="962461" y="949522"/>
                  <a:pt x="962461" y="962964"/>
                </a:cubicBezTo>
                <a:cubicBezTo>
                  <a:pt x="962586" y="976405"/>
                  <a:pt x="951658" y="987334"/>
                  <a:pt x="938217" y="987334"/>
                </a:cubicBezTo>
                <a:cubicBezTo>
                  <a:pt x="924776" y="987334"/>
                  <a:pt x="913722" y="976530"/>
                  <a:pt x="913722" y="963089"/>
                </a:cubicBezTo>
                <a:cubicBezTo>
                  <a:pt x="913722" y="949649"/>
                  <a:pt x="924525" y="938720"/>
                  <a:pt x="938092" y="938720"/>
                </a:cubicBezTo>
                <a:close/>
                <a:moveTo>
                  <a:pt x="2362690" y="933570"/>
                </a:moveTo>
                <a:cubicBezTo>
                  <a:pt x="2381156" y="933444"/>
                  <a:pt x="2396229" y="948392"/>
                  <a:pt x="2396229" y="966858"/>
                </a:cubicBezTo>
                <a:cubicBezTo>
                  <a:pt x="2396355" y="985323"/>
                  <a:pt x="2381406" y="1000397"/>
                  <a:pt x="2362941" y="1000397"/>
                </a:cubicBezTo>
                <a:cubicBezTo>
                  <a:pt x="2344476" y="1000522"/>
                  <a:pt x="2329528" y="985574"/>
                  <a:pt x="2329403" y="967108"/>
                </a:cubicBezTo>
                <a:cubicBezTo>
                  <a:pt x="2329276" y="948644"/>
                  <a:pt x="2344224" y="933570"/>
                  <a:pt x="2362690" y="933570"/>
                </a:cubicBezTo>
                <a:close/>
                <a:moveTo>
                  <a:pt x="2101287" y="933193"/>
                </a:moveTo>
                <a:cubicBezTo>
                  <a:pt x="2115481" y="933193"/>
                  <a:pt x="2127037" y="944624"/>
                  <a:pt x="2127037" y="958818"/>
                </a:cubicBezTo>
                <a:cubicBezTo>
                  <a:pt x="2127037" y="973012"/>
                  <a:pt x="2115606" y="984569"/>
                  <a:pt x="2101412" y="984569"/>
                </a:cubicBezTo>
                <a:cubicBezTo>
                  <a:pt x="2087218" y="984569"/>
                  <a:pt x="2075661" y="973139"/>
                  <a:pt x="2075661" y="958944"/>
                </a:cubicBezTo>
                <a:cubicBezTo>
                  <a:pt x="2075661" y="944749"/>
                  <a:pt x="2087092" y="933193"/>
                  <a:pt x="2101287" y="933193"/>
                </a:cubicBezTo>
                <a:close/>
                <a:moveTo>
                  <a:pt x="149982" y="931684"/>
                </a:moveTo>
                <a:cubicBezTo>
                  <a:pt x="150737" y="931684"/>
                  <a:pt x="151490" y="932313"/>
                  <a:pt x="151490" y="933191"/>
                </a:cubicBezTo>
                <a:cubicBezTo>
                  <a:pt x="151490" y="934071"/>
                  <a:pt x="150862" y="934699"/>
                  <a:pt x="149982" y="934699"/>
                </a:cubicBezTo>
                <a:cubicBezTo>
                  <a:pt x="149103" y="934699"/>
                  <a:pt x="148350" y="934071"/>
                  <a:pt x="148350" y="933191"/>
                </a:cubicBezTo>
                <a:cubicBezTo>
                  <a:pt x="148350" y="932313"/>
                  <a:pt x="149103" y="931559"/>
                  <a:pt x="149982" y="931684"/>
                </a:cubicBezTo>
                <a:close/>
                <a:moveTo>
                  <a:pt x="577577" y="929676"/>
                </a:moveTo>
                <a:cubicBezTo>
                  <a:pt x="588256" y="929676"/>
                  <a:pt x="596923" y="938218"/>
                  <a:pt x="596923" y="948895"/>
                </a:cubicBezTo>
                <a:cubicBezTo>
                  <a:pt x="596923" y="959573"/>
                  <a:pt x="588381" y="968241"/>
                  <a:pt x="577704" y="968241"/>
                </a:cubicBezTo>
                <a:cubicBezTo>
                  <a:pt x="567025" y="968241"/>
                  <a:pt x="558358" y="959699"/>
                  <a:pt x="558358" y="949022"/>
                </a:cubicBezTo>
                <a:cubicBezTo>
                  <a:pt x="558358" y="938343"/>
                  <a:pt x="566900" y="929676"/>
                  <a:pt x="577577" y="929676"/>
                </a:cubicBezTo>
                <a:close/>
                <a:moveTo>
                  <a:pt x="1392439" y="926535"/>
                </a:moveTo>
                <a:cubicBezTo>
                  <a:pt x="1397339" y="926409"/>
                  <a:pt x="1401358" y="930429"/>
                  <a:pt x="1401358" y="935328"/>
                </a:cubicBezTo>
                <a:cubicBezTo>
                  <a:pt x="1401358" y="940226"/>
                  <a:pt x="1397464" y="944246"/>
                  <a:pt x="1392566" y="944246"/>
                </a:cubicBezTo>
                <a:cubicBezTo>
                  <a:pt x="1387667" y="944246"/>
                  <a:pt x="1383647" y="940353"/>
                  <a:pt x="1383647" y="935453"/>
                </a:cubicBezTo>
                <a:cubicBezTo>
                  <a:pt x="1383647" y="930554"/>
                  <a:pt x="1387542" y="926535"/>
                  <a:pt x="1392439" y="926535"/>
                </a:cubicBezTo>
                <a:close/>
                <a:moveTo>
                  <a:pt x="1646811" y="925782"/>
                </a:moveTo>
                <a:cubicBezTo>
                  <a:pt x="1651585" y="925782"/>
                  <a:pt x="1655478" y="929676"/>
                  <a:pt x="1655478" y="934449"/>
                </a:cubicBezTo>
                <a:cubicBezTo>
                  <a:pt x="1655478" y="939223"/>
                  <a:pt x="1651585" y="943117"/>
                  <a:pt x="1646811" y="943117"/>
                </a:cubicBezTo>
                <a:cubicBezTo>
                  <a:pt x="1642039" y="943117"/>
                  <a:pt x="1638144" y="939348"/>
                  <a:pt x="1638144" y="934575"/>
                </a:cubicBezTo>
                <a:cubicBezTo>
                  <a:pt x="1638144" y="929676"/>
                  <a:pt x="1642039" y="925907"/>
                  <a:pt x="1646811" y="925782"/>
                </a:cubicBezTo>
                <a:close/>
                <a:moveTo>
                  <a:pt x="1115209" y="925155"/>
                </a:moveTo>
                <a:cubicBezTo>
                  <a:pt x="1126514" y="925030"/>
                  <a:pt x="1135810" y="934325"/>
                  <a:pt x="1135810" y="945631"/>
                </a:cubicBezTo>
                <a:cubicBezTo>
                  <a:pt x="1135935" y="956936"/>
                  <a:pt x="1126765" y="966232"/>
                  <a:pt x="1115334" y="966232"/>
                </a:cubicBezTo>
                <a:cubicBezTo>
                  <a:pt x="1104028" y="966357"/>
                  <a:pt x="1094733" y="957061"/>
                  <a:pt x="1094733" y="945756"/>
                </a:cubicBezTo>
                <a:cubicBezTo>
                  <a:pt x="1094608" y="934325"/>
                  <a:pt x="1103903" y="925155"/>
                  <a:pt x="1115209" y="925155"/>
                </a:cubicBezTo>
                <a:close/>
                <a:moveTo>
                  <a:pt x="2889140" y="920882"/>
                </a:moveTo>
                <a:cubicBezTo>
                  <a:pt x="2890522" y="920882"/>
                  <a:pt x="2891652" y="921887"/>
                  <a:pt x="2891652" y="923269"/>
                </a:cubicBezTo>
                <a:cubicBezTo>
                  <a:pt x="2891779" y="924525"/>
                  <a:pt x="2890647" y="925656"/>
                  <a:pt x="2889267" y="925656"/>
                </a:cubicBezTo>
                <a:cubicBezTo>
                  <a:pt x="2888010" y="925656"/>
                  <a:pt x="2886880" y="924651"/>
                  <a:pt x="2886880" y="923269"/>
                </a:cubicBezTo>
                <a:cubicBezTo>
                  <a:pt x="2886880" y="921887"/>
                  <a:pt x="2888010" y="920757"/>
                  <a:pt x="2889140" y="920882"/>
                </a:cubicBezTo>
                <a:close/>
                <a:moveTo>
                  <a:pt x="1923917" y="920253"/>
                </a:moveTo>
                <a:cubicBezTo>
                  <a:pt x="1936353" y="920128"/>
                  <a:pt x="1946402" y="930177"/>
                  <a:pt x="1946402" y="942486"/>
                </a:cubicBezTo>
                <a:cubicBezTo>
                  <a:pt x="1946528" y="954922"/>
                  <a:pt x="1936478" y="964971"/>
                  <a:pt x="1924169" y="964971"/>
                </a:cubicBezTo>
                <a:cubicBezTo>
                  <a:pt x="1911732" y="965096"/>
                  <a:pt x="1901683" y="955047"/>
                  <a:pt x="1901683" y="942738"/>
                </a:cubicBezTo>
                <a:cubicBezTo>
                  <a:pt x="1901683" y="930427"/>
                  <a:pt x="1911732" y="920378"/>
                  <a:pt x="1923917" y="920253"/>
                </a:cubicBezTo>
                <a:close/>
                <a:moveTo>
                  <a:pt x="2461800" y="918622"/>
                </a:moveTo>
                <a:cubicBezTo>
                  <a:pt x="2474738" y="918497"/>
                  <a:pt x="2485289" y="929048"/>
                  <a:pt x="2485289" y="941986"/>
                </a:cubicBezTo>
                <a:cubicBezTo>
                  <a:pt x="2485289" y="954924"/>
                  <a:pt x="2474864" y="965476"/>
                  <a:pt x="2461925" y="965476"/>
                </a:cubicBezTo>
                <a:cubicBezTo>
                  <a:pt x="2448861" y="965601"/>
                  <a:pt x="2438310" y="955050"/>
                  <a:pt x="2438310" y="942112"/>
                </a:cubicBezTo>
                <a:cubicBezTo>
                  <a:pt x="2438184" y="929174"/>
                  <a:pt x="2448736" y="918622"/>
                  <a:pt x="2461800" y="918622"/>
                </a:cubicBezTo>
                <a:close/>
                <a:moveTo>
                  <a:pt x="1562272" y="916234"/>
                </a:moveTo>
                <a:cubicBezTo>
                  <a:pt x="1566542" y="916108"/>
                  <a:pt x="1570060" y="919626"/>
                  <a:pt x="1570060" y="923897"/>
                </a:cubicBezTo>
                <a:cubicBezTo>
                  <a:pt x="1570060" y="928168"/>
                  <a:pt x="1566542" y="931685"/>
                  <a:pt x="1562272" y="931685"/>
                </a:cubicBezTo>
                <a:cubicBezTo>
                  <a:pt x="1558000" y="931685"/>
                  <a:pt x="1554483" y="928168"/>
                  <a:pt x="1554483" y="923897"/>
                </a:cubicBezTo>
                <a:cubicBezTo>
                  <a:pt x="1554483" y="919626"/>
                  <a:pt x="1557875" y="916108"/>
                  <a:pt x="1562272" y="916234"/>
                </a:cubicBezTo>
                <a:close/>
                <a:moveTo>
                  <a:pt x="1476980" y="915356"/>
                </a:moveTo>
                <a:cubicBezTo>
                  <a:pt x="1481878" y="915230"/>
                  <a:pt x="1485897" y="919250"/>
                  <a:pt x="1485897" y="924149"/>
                </a:cubicBezTo>
                <a:cubicBezTo>
                  <a:pt x="1485897" y="929047"/>
                  <a:pt x="1482004" y="933066"/>
                  <a:pt x="1477105" y="933066"/>
                </a:cubicBezTo>
                <a:cubicBezTo>
                  <a:pt x="1472206" y="933193"/>
                  <a:pt x="1468186" y="929173"/>
                  <a:pt x="1468186" y="924274"/>
                </a:cubicBezTo>
                <a:cubicBezTo>
                  <a:pt x="1468186" y="919375"/>
                  <a:pt x="1472081" y="915356"/>
                  <a:pt x="1476980" y="915356"/>
                </a:cubicBezTo>
                <a:close/>
                <a:moveTo>
                  <a:pt x="55143" y="910959"/>
                </a:moveTo>
                <a:cubicBezTo>
                  <a:pt x="55520" y="910959"/>
                  <a:pt x="55771" y="911210"/>
                  <a:pt x="55771" y="911587"/>
                </a:cubicBezTo>
                <a:cubicBezTo>
                  <a:pt x="55771" y="911964"/>
                  <a:pt x="55520" y="912215"/>
                  <a:pt x="55143" y="912215"/>
                </a:cubicBezTo>
                <a:cubicBezTo>
                  <a:pt x="54766" y="912215"/>
                  <a:pt x="54516" y="911964"/>
                  <a:pt x="54516" y="911587"/>
                </a:cubicBezTo>
                <a:cubicBezTo>
                  <a:pt x="54516" y="911210"/>
                  <a:pt x="54766" y="910832"/>
                  <a:pt x="55143" y="910959"/>
                </a:cubicBezTo>
                <a:close/>
                <a:moveTo>
                  <a:pt x="479471" y="908698"/>
                </a:moveTo>
                <a:cubicBezTo>
                  <a:pt x="488641" y="908698"/>
                  <a:pt x="496178" y="916110"/>
                  <a:pt x="496178" y="925279"/>
                </a:cubicBezTo>
                <a:cubicBezTo>
                  <a:pt x="496178" y="934449"/>
                  <a:pt x="488767" y="941986"/>
                  <a:pt x="479597" y="941986"/>
                </a:cubicBezTo>
                <a:cubicBezTo>
                  <a:pt x="470427" y="941986"/>
                  <a:pt x="462890" y="934575"/>
                  <a:pt x="462890" y="925405"/>
                </a:cubicBezTo>
                <a:cubicBezTo>
                  <a:pt x="462765" y="916235"/>
                  <a:pt x="470176" y="908823"/>
                  <a:pt x="479471" y="908698"/>
                </a:cubicBezTo>
                <a:close/>
                <a:moveTo>
                  <a:pt x="832826" y="902543"/>
                </a:moveTo>
                <a:cubicBezTo>
                  <a:pt x="850035" y="902543"/>
                  <a:pt x="863978" y="916487"/>
                  <a:pt x="864104" y="933696"/>
                </a:cubicBezTo>
                <a:cubicBezTo>
                  <a:pt x="864104" y="950905"/>
                  <a:pt x="850162" y="964974"/>
                  <a:pt x="832951" y="964974"/>
                </a:cubicBezTo>
                <a:cubicBezTo>
                  <a:pt x="815743" y="964974"/>
                  <a:pt x="801674" y="951031"/>
                  <a:pt x="801674" y="933821"/>
                </a:cubicBezTo>
                <a:cubicBezTo>
                  <a:pt x="801674" y="916487"/>
                  <a:pt x="815491" y="902543"/>
                  <a:pt x="832826" y="902543"/>
                </a:cubicBezTo>
                <a:close/>
                <a:moveTo>
                  <a:pt x="2559654" y="900533"/>
                </a:moveTo>
                <a:cubicBezTo>
                  <a:pt x="2569201" y="900533"/>
                  <a:pt x="2576990" y="908195"/>
                  <a:pt x="2576990" y="917741"/>
                </a:cubicBezTo>
                <a:cubicBezTo>
                  <a:pt x="2576990" y="927288"/>
                  <a:pt x="2569326" y="935076"/>
                  <a:pt x="2559781" y="935076"/>
                </a:cubicBezTo>
                <a:cubicBezTo>
                  <a:pt x="2550234" y="935076"/>
                  <a:pt x="2542445" y="927413"/>
                  <a:pt x="2542445" y="917867"/>
                </a:cubicBezTo>
                <a:cubicBezTo>
                  <a:pt x="2542445" y="908447"/>
                  <a:pt x="2550107" y="900658"/>
                  <a:pt x="2559654" y="900533"/>
                </a:cubicBezTo>
                <a:close/>
                <a:moveTo>
                  <a:pt x="2206301" y="897896"/>
                </a:moveTo>
                <a:cubicBezTo>
                  <a:pt x="2223384" y="897770"/>
                  <a:pt x="2237201" y="911588"/>
                  <a:pt x="2237201" y="928546"/>
                </a:cubicBezTo>
                <a:cubicBezTo>
                  <a:pt x="2237327" y="945503"/>
                  <a:pt x="2223510" y="959447"/>
                  <a:pt x="2206551" y="959447"/>
                </a:cubicBezTo>
                <a:cubicBezTo>
                  <a:pt x="2189593" y="959572"/>
                  <a:pt x="2175776" y="945755"/>
                  <a:pt x="2175651" y="928797"/>
                </a:cubicBezTo>
                <a:cubicBezTo>
                  <a:pt x="2175524" y="911838"/>
                  <a:pt x="2189342" y="898021"/>
                  <a:pt x="2206301" y="897896"/>
                </a:cubicBezTo>
                <a:close/>
                <a:moveTo>
                  <a:pt x="381870" y="889352"/>
                </a:moveTo>
                <a:cubicBezTo>
                  <a:pt x="389155" y="889352"/>
                  <a:pt x="395059" y="895131"/>
                  <a:pt x="395059" y="902416"/>
                </a:cubicBezTo>
                <a:cubicBezTo>
                  <a:pt x="395059" y="909577"/>
                  <a:pt x="389155" y="915480"/>
                  <a:pt x="381995" y="915480"/>
                </a:cubicBezTo>
                <a:cubicBezTo>
                  <a:pt x="374835" y="915480"/>
                  <a:pt x="368931" y="909577"/>
                  <a:pt x="368931" y="902416"/>
                </a:cubicBezTo>
                <a:cubicBezTo>
                  <a:pt x="368931" y="895131"/>
                  <a:pt x="374708" y="889227"/>
                  <a:pt x="381870" y="889352"/>
                </a:cubicBezTo>
                <a:close/>
                <a:moveTo>
                  <a:pt x="1849303" y="885082"/>
                </a:moveTo>
                <a:cubicBezTo>
                  <a:pt x="1858472" y="885082"/>
                  <a:pt x="1866009" y="892494"/>
                  <a:pt x="1866009" y="901663"/>
                </a:cubicBezTo>
                <a:cubicBezTo>
                  <a:pt x="1866009" y="910833"/>
                  <a:pt x="1858599" y="918370"/>
                  <a:pt x="1849428" y="918370"/>
                </a:cubicBezTo>
                <a:cubicBezTo>
                  <a:pt x="1840258" y="918370"/>
                  <a:pt x="1832721" y="910958"/>
                  <a:pt x="1832721" y="901789"/>
                </a:cubicBezTo>
                <a:cubicBezTo>
                  <a:pt x="1832721" y="892619"/>
                  <a:pt x="1840133" y="885207"/>
                  <a:pt x="1849303" y="885082"/>
                </a:cubicBezTo>
                <a:close/>
                <a:moveTo>
                  <a:pt x="1189572" y="883575"/>
                </a:moveTo>
                <a:cubicBezTo>
                  <a:pt x="1201003" y="883450"/>
                  <a:pt x="1210300" y="892620"/>
                  <a:pt x="1210300" y="904051"/>
                </a:cubicBezTo>
                <a:cubicBezTo>
                  <a:pt x="1210300" y="915356"/>
                  <a:pt x="1201129" y="924652"/>
                  <a:pt x="1189824" y="924652"/>
                </a:cubicBezTo>
                <a:cubicBezTo>
                  <a:pt x="1178518" y="924777"/>
                  <a:pt x="1169223" y="915608"/>
                  <a:pt x="1169223" y="904176"/>
                </a:cubicBezTo>
                <a:cubicBezTo>
                  <a:pt x="1169098" y="892871"/>
                  <a:pt x="1178267" y="883575"/>
                  <a:pt x="1189572" y="883575"/>
                </a:cubicBezTo>
                <a:close/>
                <a:moveTo>
                  <a:pt x="2657007" y="881440"/>
                </a:moveTo>
                <a:cubicBezTo>
                  <a:pt x="2664041" y="881440"/>
                  <a:pt x="2669693" y="887092"/>
                  <a:pt x="2669693" y="894001"/>
                </a:cubicBezTo>
                <a:cubicBezTo>
                  <a:pt x="2669693" y="901036"/>
                  <a:pt x="2664041" y="906688"/>
                  <a:pt x="2657132" y="906688"/>
                </a:cubicBezTo>
                <a:cubicBezTo>
                  <a:pt x="2650098" y="906688"/>
                  <a:pt x="2644445" y="901036"/>
                  <a:pt x="2644445" y="894127"/>
                </a:cubicBezTo>
                <a:cubicBezTo>
                  <a:pt x="2644445" y="887217"/>
                  <a:pt x="2649972" y="881565"/>
                  <a:pt x="2657007" y="881440"/>
                </a:cubicBezTo>
                <a:close/>
                <a:moveTo>
                  <a:pt x="729570" y="879178"/>
                </a:moveTo>
                <a:cubicBezTo>
                  <a:pt x="744518" y="879053"/>
                  <a:pt x="756703" y="891112"/>
                  <a:pt x="756703" y="906059"/>
                </a:cubicBezTo>
                <a:cubicBezTo>
                  <a:pt x="756703" y="921007"/>
                  <a:pt x="744770" y="933192"/>
                  <a:pt x="729822" y="933192"/>
                </a:cubicBezTo>
                <a:cubicBezTo>
                  <a:pt x="714873" y="933318"/>
                  <a:pt x="702689" y="921258"/>
                  <a:pt x="702689" y="906311"/>
                </a:cubicBezTo>
                <a:cubicBezTo>
                  <a:pt x="702564" y="891362"/>
                  <a:pt x="714621" y="879303"/>
                  <a:pt x="729570" y="879178"/>
                </a:cubicBezTo>
                <a:close/>
                <a:moveTo>
                  <a:pt x="2035842" y="877922"/>
                </a:moveTo>
                <a:cubicBezTo>
                  <a:pt x="2050287" y="877922"/>
                  <a:pt x="2062221" y="889604"/>
                  <a:pt x="2062221" y="904175"/>
                </a:cubicBezTo>
                <a:cubicBezTo>
                  <a:pt x="2062221" y="918621"/>
                  <a:pt x="2050538" y="930555"/>
                  <a:pt x="2035967" y="930555"/>
                </a:cubicBezTo>
                <a:cubicBezTo>
                  <a:pt x="2021395" y="930555"/>
                  <a:pt x="2009587" y="918873"/>
                  <a:pt x="2009461" y="904301"/>
                </a:cubicBezTo>
                <a:cubicBezTo>
                  <a:pt x="2009461" y="889856"/>
                  <a:pt x="2021270" y="878047"/>
                  <a:pt x="2035842" y="877922"/>
                </a:cubicBezTo>
                <a:close/>
                <a:moveTo>
                  <a:pt x="1003160" y="877168"/>
                </a:moveTo>
                <a:cubicBezTo>
                  <a:pt x="1020117" y="877168"/>
                  <a:pt x="1034061" y="890860"/>
                  <a:pt x="1034061" y="907818"/>
                </a:cubicBezTo>
                <a:cubicBezTo>
                  <a:pt x="1034061" y="924776"/>
                  <a:pt x="1020369" y="938720"/>
                  <a:pt x="1003411" y="938720"/>
                </a:cubicBezTo>
                <a:cubicBezTo>
                  <a:pt x="986327" y="938845"/>
                  <a:pt x="972510" y="925027"/>
                  <a:pt x="972510" y="908068"/>
                </a:cubicBezTo>
                <a:cubicBezTo>
                  <a:pt x="972383" y="891111"/>
                  <a:pt x="986076" y="877293"/>
                  <a:pt x="1003160" y="877168"/>
                </a:cubicBezTo>
                <a:close/>
                <a:moveTo>
                  <a:pt x="285145" y="870134"/>
                </a:moveTo>
                <a:cubicBezTo>
                  <a:pt x="290422" y="870008"/>
                  <a:pt x="294692" y="874278"/>
                  <a:pt x="294692" y="879555"/>
                </a:cubicBezTo>
                <a:cubicBezTo>
                  <a:pt x="294692" y="884830"/>
                  <a:pt x="290422" y="889102"/>
                  <a:pt x="285145" y="889102"/>
                </a:cubicBezTo>
                <a:cubicBezTo>
                  <a:pt x="279870" y="889227"/>
                  <a:pt x="275598" y="884957"/>
                  <a:pt x="275598" y="879680"/>
                </a:cubicBezTo>
                <a:cubicBezTo>
                  <a:pt x="275598" y="874405"/>
                  <a:pt x="279870" y="870134"/>
                  <a:pt x="285145" y="870134"/>
                </a:cubicBezTo>
                <a:close/>
                <a:moveTo>
                  <a:pt x="2309304" y="869130"/>
                </a:moveTo>
                <a:cubicBezTo>
                  <a:pt x="2326639" y="869004"/>
                  <a:pt x="2340834" y="883073"/>
                  <a:pt x="2340834" y="900408"/>
                </a:cubicBezTo>
                <a:cubicBezTo>
                  <a:pt x="2340960" y="917742"/>
                  <a:pt x="2326891" y="931938"/>
                  <a:pt x="2309555" y="931938"/>
                </a:cubicBezTo>
                <a:cubicBezTo>
                  <a:pt x="2292221" y="932063"/>
                  <a:pt x="2278152" y="917994"/>
                  <a:pt x="2278027" y="900659"/>
                </a:cubicBezTo>
                <a:cubicBezTo>
                  <a:pt x="2277900" y="883199"/>
                  <a:pt x="2291969" y="869130"/>
                  <a:pt x="2309304" y="869130"/>
                </a:cubicBezTo>
                <a:close/>
                <a:moveTo>
                  <a:pt x="2753729" y="864356"/>
                </a:moveTo>
                <a:cubicBezTo>
                  <a:pt x="2757246" y="864356"/>
                  <a:pt x="2760134" y="867245"/>
                  <a:pt x="2760134" y="870762"/>
                </a:cubicBezTo>
                <a:cubicBezTo>
                  <a:pt x="2760134" y="874279"/>
                  <a:pt x="2757246" y="877168"/>
                  <a:pt x="2753729" y="877168"/>
                </a:cubicBezTo>
                <a:cubicBezTo>
                  <a:pt x="2750212" y="877168"/>
                  <a:pt x="2747322" y="874279"/>
                  <a:pt x="2747322" y="870762"/>
                </a:cubicBezTo>
                <a:cubicBezTo>
                  <a:pt x="2747322" y="867245"/>
                  <a:pt x="2750085" y="864356"/>
                  <a:pt x="2753729" y="864356"/>
                </a:cubicBezTo>
                <a:close/>
                <a:moveTo>
                  <a:pt x="627948" y="857070"/>
                </a:moveTo>
                <a:cubicBezTo>
                  <a:pt x="640635" y="857070"/>
                  <a:pt x="651061" y="867370"/>
                  <a:pt x="651061" y="880058"/>
                </a:cubicBezTo>
                <a:cubicBezTo>
                  <a:pt x="651061" y="892746"/>
                  <a:pt x="640760" y="903172"/>
                  <a:pt x="628073" y="903172"/>
                </a:cubicBezTo>
                <a:cubicBezTo>
                  <a:pt x="615386" y="903172"/>
                  <a:pt x="604960" y="892871"/>
                  <a:pt x="604960" y="880184"/>
                </a:cubicBezTo>
                <a:cubicBezTo>
                  <a:pt x="604960" y="867497"/>
                  <a:pt x="615260" y="857195"/>
                  <a:pt x="627948" y="857070"/>
                </a:cubicBezTo>
                <a:close/>
                <a:moveTo>
                  <a:pt x="1268208" y="855310"/>
                </a:moveTo>
                <a:cubicBezTo>
                  <a:pt x="1277000" y="855185"/>
                  <a:pt x="1284160" y="862345"/>
                  <a:pt x="1284160" y="871138"/>
                </a:cubicBezTo>
                <a:cubicBezTo>
                  <a:pt x="1284287" y="879931"/>
                  <a:pt x="1277125" y="887092"/>
                  <a:pt x="1268333" y="887092"/>
                </a:cubicBezTo>
                <a:cubicBezTo>
                  <a:pt x="1259539" y="887217"/>
                  <a:pt x="1252379" y="880056"/>
                  <a:pt x="1252379" y="871264"/>
                </a:cubicBezTo>
                <a:cubicBezTo>
                  <a:pt x="1252379" y="862471"/>
                  <a:pt x="1259539" y="855310"/>
                  <a:pt x="1268208" y="855310"/>
                </a:cubicBezTo>
                <a:close/>
                <a:moveTo>
                  <a:pt x="188798" y="853427"/>
                </a:moveTo>
                <a:cubicBezTo>
                  <a:pt x="190808" y="853427"/>
                  <a:pt x="192566" y="855060"/>
                  <a:pt x="192566" y="857195"/>
                </a:cubicBezTo>
                <a:cubicBezTo>
                  <a:pt x="192566" y="859205"/>
                  <a:pt x="190933" y="860964"/>
                  <a:pt x="188798" y="860964"/>
                </a:cubicBezTo>
                <a:cubicBezTo>
                  <a:pt x="186661" y="860964"/>
                  <a:pt x="185029" y="859331"/>
                  <a:pt x="185029" y="857195"/>
                </a:cubicBezTo>
                <a:cubicBezTo>
                  <a:pt x="185029" y="855185"/>
                  <a:pt x="186661" y="853552"/>
                  <a:pt x="188798" y="853427"/>
                </a:cubicBezTo>
                <a:close/>
                <a:moveTo>
                  <a:pt x="1770417" y="852799"/>
                </a:moveTo>
                <a:cubicBezTo>
                  <a:pt x="1779586" y="852799"/>
                  <a:pt x="1787123" y="860211"/>
                  <a:pt x="1787123" y="869380"/>
                </a:cubicBezTo>
                <a:cubicBezTo>
                  <a:pt x="1787123" y="878550"/>
                  <a:pt x="1779712" y="886087"/>
                  <a:pt x="1770542" y="886087"/>
                </a:cubicBezTo>
                <a:cubicBezTo>
                  <a:pt x="1761372" y="886087"/>
                  <a:pt x="1753835" y="878675"/>
                  <a:pt x="1753835" y="869506"/>
                </a:cubicBezTo>
                <a:cubicBezTo>
                  <a:pt x="1753835" y="860336"/>
                  <a:pt x="1761247" y="852799"/>
                  <a:pt x="1770417" y="852799"/>
                </a:cubicBezTo>
                <a:close/>
                <a:moveTo>
                  <a:pt x="2849949" y="846141"/>
                </a:moveTo>
                <a:cubicBezTo>
                  <a:pt x="2850829" y="846141"/>
                  <a:pt x="2851456" y="846770"/>
                  <a:pt x="2851456" y="847648"/>
                </a:cubicBezTo>
                <a:cubicBezTo>
                  <a:pt x="2851456" y="848528"/>
                  <a:pt x="2850829" y="849156"/>
                  <a:pt x="2849949" y="849156"/>
                </a:cubicBezTo>
                <a:cubicBezTo>
                  <a:pt x="2849069" y="849156"/>
                  <a:pt x="2848316" y="848528"/>
                  <a:pt x="2848316" y="847648"/>
                </a:cubicBezTo>
                <a:cubicBezTo>
                  <a:pt x="2848316" y="846770"/>
                  <a:pt x="2849069" y="846016"/>
                  <a:pt x="2849949" y="846141"/>
                </a:cubicBezTo>
                <a:close/>
                <a:moveTo>
                  <a:pt x="2410674" y="844885"/>
                </a:moveTo>
                <a:cubicBezTo>
                  <a:pt x="2426501" y="844759"/>
                  <a:pt x="2439440" y="857572"/>
                  <a:pt x="2439566" y="873525"/>
                </a:cubicBezTo>
                <a:cubicBezTo>
                  <a:pt x="2439692" y="889352"/>
                  <a:pt x="2426753" y="902416"/>
                  <a:pt x="2410925" y="902416"/>
                </a:cubicBezTo>
                <a:cubicBezTo>
                  <a:pt x="2395098" y="902541"/>
                  <a:pt x="2382160" y="889729"/>
                  <a:pt x="2382034" y="873776"/>
                </a:cubicBezTo>
                <a:cubicBezTo>
                  <a:pt x="2382034" y="857822"/>
                  <a:pt x="2394846" y="845010"/>
                  <a:pt x="2410674" y="844885"/>
                </a:cubicBezTo>
                <a:close/>
                <a:moveTo>
                  <a:pt x="894126" y="843378"/>
                </a:moveTo>
                <a:cubicBezTo>
                  <a:pt x="911336" y="843252"/>
                  <a:pt x="925405" y="857195"/>
                  <a:pt x="925405" y="874404"/>
                </a:cubicBezTo>
                <a:cubicBezTo>
                  <a:pt x="925530" y="891615"/>
                  <a:pt x="911587" y="905684"/>
                  <a:pt x="894378" y="905684"/>
                </a:cubicBezTo>
                <a:cubicBezTo>
                  <a:pt x="877169" y="905809"/>
                  <a:pt x="863100" y="891865"/>
                  <a:pt x="863100" y="874656"/>
                </a:cubicBezTo>
                <a:cubicBezTo>
                  <a:pt x="862973" y="857447"/>
                  <a:pt x="876917" y="843378"/>
                  <a:pt x="894126" y="843378"/>
                </a:cubicBezTo>
                <a:close/>
                <a:moveTo>
                  <a:pt x="2144497" y="840867"/>
                </a:moveTo>
                <a:cubicBezTo>
                  <a:pt x="2160576" y="840867"/>
                  <a:pt x="2173765" y="853931"/>
                  <a:pt x="2173765" y="870010"/>
                </a:cubicBezTo>
                <a:cubicBezTo>
                  <a:pt x="2173765" y="886089"/>
                  <a:pt x="2160701" y="899278"/>
                  <a:pt x="2144623" y="899278"/>
                </a:cubicBezTo>
                <a:cubicBezTo>
                  <a:pt x="2128544" y="899278"/>
                  <a:pt x="2115355" y="886214"/>
                  <a:pt x="2115355" y="870135"/>
                </a:cubicBezTo>
                <a:cubicBezTo>
                  <a:pt x="2115228" y="853931"/>
                  <a:pt x="2128292" y="840867"/>
                  <a:pt x="2144497" y="840867"/>
                </a:cubicBezTo>
                <a:close/>
                <a:moveTo>
                  <a:pt x="527582" y="838353"/>
                </a:moveTo>
                <a:cubicBezTo>
                  <a:pt x="536752" y="838353"/>
                  <a:pt x="544289" y="845765"/>
                  <a:pt x="544289" y="854934"/>
                </a:cubicBezTo>
                <a:cubicBezTo>
                  <a:pt x="544289" y="864104"/>
                  <a:pt x="536878" y="871641"/>
                  <a:pt x="527707" y="871641"/>
                </a:cubicBezTo>
                <a:cubicBezTo>
                  <a:pt x="518538" y="871641"/>
                  <a:pt x="511001" y="864230"/>
                  <a:pt x="511001" y="855060"/>
                </a:cubicBezTo>
                <a:cubicBezTo>
                  <a:pt x="511001" y="845890"/>
                  <a:pt x="518412" y="838478"/>
                  <a:pt x="527582" y="838353"/>
                </a:cubicBezTo>
                <a:close/>
                <a:moveTo>
                  <a:pt x="92827" y="833706"/>
                </a:moveTo>
                <a:cubicBezTo>
                  <a:pt x="93582" y="833706"/>
                  <a:pt x="94210" y="834334"/>
                  <a:pt x="94210" y="835088"/>
                </a:cubicBezTo>
                <a:cubicBezTo>
                  <a:pt x="94210" y="835841"/>
                  <a:pt x="93707" y="836343"/>
                  <a:pt x="92954" y="836343"/>
                </a:cubicBezTo>
                <a:cubicBezTo>
                  <a:pt x="92200" y="836468"/>
                  <a:pt x="91572" y="835841"/>
                  <a:pt x="91572" y="835088"/>
                </a:cubicBezTo>
                <a:cubicBezTo>
                  <a:pt x="91572" y="834334"/>
                  <a:pt x="92074" y="833706"/>
                  <a:pt x="92827" y="833706"/>
                </a:cubicBezTo>
                <a:close/>
                <a:moveTo>
                  <a:pt x="1073379" y="833204"/>
                </a:moveTo>
                <a:cubicBezTo>
                  <a:pt x="1088076" y="833204"/>
                  <a:pt x="1100010" y="845011"/>
                  <a:pt x="1100010" y="859709"/>
                </a:cubicBezTo>
                <a:cubicBezTo>
                  <a:pt x="1100010" y="874405"/>
                  <a:pt x="1088201" y="886339"/>
                  <a:pt x="1073505" y="886339"/>
                </a:cubicBezTo>
                <a:cubicBezTo>
                  <a:pt x="1058933" y="886339"/>
                  <a:pt x="1046874" y="874531"/>
                  <a:pt x="1046874" y="859834"/>
                </a:cubicBezTo>
                <a:cubicBezTo>
                  <a:pt x="1046874" y="845138"/>
                  <a:pt x="1058682" y="833204"/>
                  <a:pt x="1073379" y="833204"/>
                </a:cubicBezTo>
                <a:close/>
                <a:moveTo>
                  <a:pt x="1965119" y="830064"/>
                </a:moveTo>
                <a:cubicBezTo>
                  <a:pt x="1979691" y="830064"/>
                  <a:pt x="1991625" y="841746"/>
                  <a:pt x="1991625" y="856317"/>
                </a:cubicBezTo>
                <a:cubicBezTo>
                  <a:pt x="1991625" y="870888"/>
                  <a:pt x="1979942" y="882821"/>
                  <a:pt x="1965371" y="882821"/>
                </a:cubicBezTo>
                <a:cubicBezTo>
                  <a:pt x="1950799" y="882821"/>
                  <a:pt x="1938991" y="871140"/>
                  <a:pt x="1938865" y="856568"/>
                </a:cubicBezTo>
                <a:cubicBezTo>
                  <a:pt x="1938865" y="841997"/>
                  <a:pt x="1950673" y="830189"/>
                  <a:pt x="1965119" y="830064"/>
                </a:cubicBezTo>
                <a:close/>
                <a:moveTo>
                  <a:pt x="2510914" y="829059"/>
                </a:moveTo>
                <a:cubicBezTo>
                  <a:pt x="2521215" y="829059"/>
                  <a:pt x="2529757" y="837350"/>
                  <a:pt x="2529757" y="847776"/>
                </a:cubicBezTo>
                <a:cubicBezTo>
                  <a:pt x="2529883" y="858077"/>
                  <a:pt x="2521466" y="866619"/>
                  <a:pt x="2511041" y="866619"/>
                </a:cubicBezTo>
                <a:cubicBezTo>
                  <a:pt x="2500740" y="866744"/>
                  <a:pt x="2492198" y="858327"/>
                  <a:pt x="2492198" y="847902"/>
                </a:cubicBezTo>
                <a:cubicBezTo>
                  <a:pt x="2492198" y="837476"/>
                  <a:pt x="2500615" y="829059"/>
                  <a:pt x="2510914" y="829059"/>
                </a:cubicBezTo>
                <a:close/>
                <a:moveTo>
                  <a:pt x="1350108" y="825415"/>
                </a:moveTo>
                <a:cubicBezTo>
                  <a:pt x="1362167" y="825415"/>
                  <a:pt x="1372089" y="835212"/>
                  <a:pt x="1372089" y="847271"/>
                </a:cubicBezTo>
                <a:cubicBezTo>
                  <a:pt x="1372089" y="859331"/>
                  <a:pt x="1362292" y="869254"/>
                  <a:pt x="1350233" y="869254"/>
                </a:cubicBezTo>
                <a:cubicBezTo>
                  <a:pt x="1338174" y="869254"/>
                  <a:pt x="1328250" y="859457"/>
                  <a:pt x="1328250" y="847398"/>
                </a:cubicBezTo>
                <a:cubicBezTo>
                  <a:pt x="1328250" y="835339"/>
                  <a:pt x="1338047" y="825415"/>
                  <a:pt x="1350108" y="825415"/>
                </a:cubicBezTo>
                <a:close/>
                <a:moveTo>
                  <a:pt x="1688390" y="823656"/>
                </a:moveTo>
                <a:cubicBezTo>
                  <a:pt x="1700826" y="823531"/>
                  <a:pt x="1710875" y="833580"/>
                  <a:pt x="1710875" y="845889"/>
                </a:cubicBezTo>
                <a:cubicBezTo>
                  <a:pt x="1711001" y="858325"/>
                  <a:pt x="1700951" y="868374"/>
                  <a:pt x="1688642" y="868374"/>
                </a:cubicBezTo>
                <a:cubicBezTo>
                  <a:pt x="1676206" y="868499"/>
                  <a:pt x="1666157" y="858450"/>
                  <a:pt x="1666157" y="846141"/>
                </a:cubicBezTo>
                <a:cubicBezTo>
                  <a:pt x="1666031" y="833830"/>
                  <a:pt x="1676080" y="823781"/>
                  <a:pt x="1688390" y="823656"/>
                </a:cubicBezTo>
                <a:close/>
                <a:moveTo>
                  <a:pt x="787730" y="818883"/>
                </a:moveTo>
                <a:cubicBezTo>
                  <a:pt x="801549" y="818758"/>
                  <a:pt x="812853" y="829937"/>
                  <a:pt x="812853" y="843754"/>
                </a:cubicBezTo>
                <a:cubicBezTo>
                  <a:pt x="812980" y="857572"/>
                  <a:pt x="801799" y="868877"/>
                  <a:pt x="787982" y="868877"/>
                </a:cubicBezTo>
                <a:cubicBezTo>
                  <a:pt x="774164" y="869003"/>
                  <a:pt x="762859" y="857823"/>
                  <a:pt x="762859" y="844006"/>
                </a:cubicBezTo>
                <a:cubicBezTo>
                  <a:pt x="762734" y="830188"/>
                  <a:pt x="773913" y="818883"/>
                  <a:pt x="787730" y="818883"/>
                </a:cubicBezTo>
                <a:close/>
                <a:moveTo>
                  <a:pt x="428093" y="817753"/>
                </a:moveTo>
                <a:cubicBezTo>
                  <a:pt x="435254" y="817753"/>
                  <a:pt x="441032" y="823531"/>
                  <a:pt x="441032" y="830566"/>
                </a:cubicBezTo>
                <a:cubicBezTo>
                  <a:pt x="441032" y="837726"/>
                  <a:pt x="435254" y="843504"/>
                  <a:pt x="428220" y="843504"/>
                </a:cubicBezTo>
                <a:cubicBezTo>
                  <a:pt x="421184" y="843504"/>
                  <a:pt x="415407" y="837726"/>
                  <a:pt x="415407" y="830692"/>
                </a:cubicBezTo>
                <a:cubicBezTo>
                  <a:pt x="415407" y="823657"/>
                  <a:pt x="421184" y="817878"/>
                  <a:pt x="428093" y="817753"/>
                </a:cubicBezTo>
                <a:close/>
                <a:moveTo>
                  <a:pt x="1434145" y="812855"/>
                </a:moveTo>
                <a:cubicBezTo>
                  <a:pt x="1445073" y="812855"/>
                  <a:pt x="1454117" y="821649"/>
                  <a:pt x="1454117" y="832703"/>
                </a:cubicBezTo>
                <a:cubicBezTo>
                  <a:pt x="1454117" y="843630"/>
                  <a:pt x="1445325" y="852675"/>
                  <a:pt x="1434271" y="852675"/>
                </a:cubicBezTo>
                <a:cubicBezTo>
                  <a:pt x="1423342" y="852801"/>
                  <a:pt x="1414298" y="843882"/>
                  <a:pt x="1414298" y="832828"/>
                </a:cubicBezTo>
                <a:cubicBezTo>
                  <a:pt x="1414172" y="821774"/>
                  <a:pt x="1423091" y="812855"/>
                  <a:pt x="1434145" y="812855"/>
                </a:cubicBezTo>
                <a:close/>
                <a:moveTo>
                  <a:pt x="1604353" y="812225"/>
                </a:moveTo>
                <a:cubicBezTo>
                  <a:pt x="1615408" y="812100"/>
                  <a:pt x="1624325" y="821018"/>
                  <a:pt x="1624325" y="832072"/>
                </a:cubicBezTo>
                <a:cubicBezTo>
                  <a:pt x="1624325" y="843001"/>
                  <a:pt x="1615533" y="852045"/>
                  <a:pt x="1604479" y="852045"/>
                </a:cubicBezTo>
                <a:cubicBezTo>
                  <a:pt x="1593425" y="852045"/>
                  <a:pt x="1584506" y="843252"/>
                  <a:pt x="1584506" y="832198"/>
                </a:cubicBezTo>
                <a:cubicBezTo>
                  <a:pt x="1584380" y="821269"/>
                  <a:pt x="1593298" y="812225"/>
                  <a:pt x="1604353" y="812225"/>
                </a:cubicBezTo>
                <a:close/>
                <a:moveTo>
                  <a:pt x="2250768" y="811221"/>
                </a:moveTo>
                <a:cubicBezTo>
                  <a:pt x="2265841" y="811221"/>
                  <a:pt x="2278278" y="823405"/>
                  <a:pt x="2278278" y="838606"/>
                </a:cubicBezTo>
                <a:cubicBezTo>
                  <a:pt x="2278278" y="853679"/>
                  <a:pt x="2266093" y="866115"/>
                  <a:pt x="2250894" y="866115"/>
                </a:cubicBezTo>
                <a:cubicBezTo>
                  <a:pt x="2235821" y="866115"/>
                  <a:pt x="2223385" y="853930"/>
                  <a:pt x="2223385" y="838731"/>
                </a:cubicBezTo>
                <a:cubicBezTo>
                  <a:pt x="2223259" y="823531"/>
                  <a:pt x="2235444" y="811221"/>
                  <a:pt x="2250768" y="811221"/>
                </a:cubicBezTo>
                <a:close/>
                <a:moveTo>
                  <a:pt x="2610152" y="810216"/>
                </a:moveTo>
                <a:cubicBezTo>
                  <a:pt x="2617186" y="810216"/>
                  <a:pt x="2622838" y="815868"/>
                  <a:pt x="2622838" y="822777"/>
                </a:cubicBezTo>
                <a:cubicBezTo>
                  <a:pt x="2622838" y="829812"/>
                  <a:pt x="2617311" y="835464"/>
                  <a:pt x="2610277" y="835464"/>
                </a:cubicBezTo>
                <a:cubicBezTo>
                  <a:pt x="2603369" y="835464"/>
                  <a:pt x="2597590" y="829812"/>
                  <a:pt x="2597590" y="822903"/>
                </a:cubicBezTo>
                <a:cubicBezTo>
                  <a:pt x="2597590" y="815868"/>
                  <a:pt x="2603243" y="810216"/>
                  <a:pt x="2610152" y="810216"/>
                </a:cubicBezTo>
                <a:close/>
                <a:moveTo>
                  <a:pt x="1519186" y="808958"/>
                </a:moveTo>
                <a:cubicBezTo>
                  <a:pt x="1529612" y="808833"/>
                  <a:pt x="1538028" y="817250"/>
                  <a:pt x="1538028" y="827675"/>
                </a:cubicBezTo>
                <a:cubicBezTo>
                  <a:pt x="1538154" y="837976"/>
                  <a:pt x="1529737" y="846518"/>
                  <a:pt x="1519312" y="846518"/>
                </a:cubicBezTo>
                <a:cubicBezTo>
                  <a:pt x="1509011" y="846518"/>
                  <a:pt x="1500470" y="838227"/>
                  <a:pt x="1500470" y="827801"/>
                </a:cubicBezTo>
                <a:cubicBezTo>
                  <a:pt x="1500344" y="817375"/>
                  <a:pt x="1508761" y="808833"/>
                  <a:pt x="1519186" y="808958"/>
                </a:cubicBezTo>
                <a:close/>
                <a:moveTo>
                  <a:pt x="329611" y="798157"/>
                </a:moveTo>
                <a:cubicBezTo>
                  <a:pt x="334385" y="798157"/>
                  <a:pt x="338278" y="802051"/>
                  <a:pt x="338278" y="806824"/>
                </a:cubicBezTo>
                <a:cubicBezTo>
                  <a:pt x="338405" y="811598"/>
                  <a:pt x="334510" y="815491"/>
                  <a:pt x="329737" y="815491"/>
                </a:cubicBezTo>
                <a:cubicBezTo>
                  <a:pt x="324964" y="815618"/>
                  <a:pt x="321070" y="811723"/>
                  <a:pt x="321070" y="806949"/>
                </a:cubicBezTo>
                <a:cubicBezTo>
                  <a:pt x="321070" y="802177"/>
                  <a:pt x="324964" y="798282"/>
                  <a:pt x="329611" y="798157"/>
                </a:cubicBezTo>
                <a:close/>
                <a:moveTo>
                  <a:pt x="683343" y="792505"/>
                </a:moveTo>
                <a:cubicBezTo>
                  <a:pt x="695904" y="792505"/>
                  <a:pt x="706205" y="802679"/>
                  <a:pt x="706205" y="815241"/>
                </a:cubicBezTo>
                <a:cubicBezTo>
                  <a:pt x="706205" y="827802"/>
                  <a:pt x="696029" y="838103"/>
                  <a:pt x="683468" y="838103"/>
                </a:cubicBezTo>
                <a:cubicBezTo>
                  <a:pt x="670906" y="838103"/>
                  <a:pt x="660607" y="827929"/>
                  <a:pt x="660607" y="815367"/>
                </a:cubicBezTo>
                <a:cubicBezTo>
                  <a:pt x="660607" y="802805"/>
                  <a:pt x="670656" y="792505"/>
                  <a:pt x="683343" y="792505"/>
                </a:cubicBezTo>
                <a:close/>
                <a:moveTo>
                  <a:pt x="2708635" y="789992"/>
                </a:moveTo>
                <a:cubicBezTo>
                  <a:pt x="2713282" y="789992"/>
                  <a:pt x="2717050" y="793760"/>
                  <a:pt x="2717050" y="798409"/>
                </a:cubicBezTo>
                <a:cubicBezTo>
                  <a:pt x="2717050" y="803057"/>
                  <a:pt x="2713282" y="806826"/>
                  <a:pt x="2708635" y="806826"/>
                </a:cubicBezTo>
                <a:cubicBezTo>
                  <a:pt x="2703986" y="806826"/>
                  <a:pt x="2700218" y="803057"/>
                  <a:pt x="2700218" y="798409"/>
                </a:cubicBezTo>
                <a:cubicBezTo>
                  <a:pt x="2700218" y="793760"/>
                  <a:pt x="2703986" y="789992"/>
                  <a:pt x="2708635" y="789992"/>
                </a:cubicBezTo>
                <a:close/>
                <a:moveTo>
                  <a:pt x="960575" y="789741"/>
                </a:moveTo>
                <a:cubicBezTo>
                  <a:pt x="977911" y="789615"/>
                  <a:pt x="992105" y="803684"/>
                  <a:pt x="992105" y="821019"/>
                </a:cubicBezTo>
                <a:cubicBezTo>
                  <a:pt x="992230" y="838353"/>
                  <a:pt x="978161" y="852422"/>
                  <a:pt x="960827" y="852549"/>
                </a:cubicBezTo>
                <a:cubicBezTo>
                  <a:pt x="943492" y="852674"/>
                  <a:pt x="929423" y="838605"/>
                  <a:pt x="929298" y="821270"/>
                </a:cubicBezTo>
                <a:cubicBezTo>
                  <a:pt x="929298" y="803935"/>
                  <a:pt x="943241" y="789741"/>
                  <a:pt x="960575" y="789741"/>
                </a:cubicBezTo>
                <a:close/>
                <a:moveTo>
                  <a:pt x="1148119" y="789490"/>
                </a:moveTo>
                <a:cubicBezTo>
                  <a:pt x="1164198" y="789490"/>
                  <a:pt x="1177261" y="802429"/>
                  <a:pt x="1177387" y="818633"/>
                </a:cubicBezTo>
                <a:cubicBezTo>
                  <a:pt x="1177387" y="834712"/>
                  <a:pt x="1164323" y="847901"/>
                  <a:pt x="1148244" y="847901"/>
                </a:cubicBezTo>
                <a:cubicBezTo>
                  <a:pt x="1132166" y="847901"/>
                  <a:pt x="1118977" y="834963"/>
                  <a:pt x="1118977" y="818758"/>
                </a:cubicBezTo>
                <a:cubicBezTo>
                  <a:pt x="1118977" y="802679"/>
                  <a:pt x="1131915" y="789490"/>
                  <a:pt x="1148119" y="789490"/>
                </a:cubicBezTo>
                <a:close/>
                <a:moveTo>
                  <a:pt x="2077544" y="788234"/>
                </a:moveTo>
                <a:cubicBezTo>
                  <a:pt x="2093498" y="788108"/>
                  <a:pt x="2106310" y="800921"/>
                  <a:pt x="2106436" y="816874"/>
                </a:cubicBezTo>
                <a:cubicBezTo>
                  <a:pt x="2106562" y="832701"/>
                  <a:pt x="2093748" y="845765"/>
                  <a:pt x="2077796" y="845765"/>
                </a:cubicBezTo>
                <a:cubicBezTo>
                  <a:pt x="2061843" y="845890"/>
                  <a:pt x="2048904" y="833078"/>
                  <a:pt x="2048904" y="817125"/>
                </a:cubicBezTo>
                <a:cubicBezTo>
                  <a:pt x="2048904" y="801298"/>
                  <a:pt x="2061718" y="788359"/>
                  <a:pt x="2077544" y="788234"/>
                </a:cubicBezTo>
                <a:close/>
                <a:moveTo>
                  <a:pt x="1890126" y="787730"/>
                </a:moveTo>
                <a:cubicBezTo>
                  <a:pt x="1905701" y="787730"/>
                  <a:pt x="1918515" y="800417"/>
                  <a:pt x="1918515" y="815993"/>
                </a:cubicBezTo>
                <a:cubicBezTo>
                  <a:pt x="1918515" y="831569"/>
                  <a:pt x="1905828" y="844382"/>
                  <a:pt x="1890251" y="844382"/>
                </a:cubicBezTo>
                <a:cubicBezTo>
                  <a:pt x="1874676" y="844382"/>
                  <a:pt x="1861863" y="831695"/>
                  <a:pt x="1861863" y="816119"/>
                </a:cubicBezTo>
                <a:cubicBezTo>
                  <a:pt x="1861863" y="800417"/>
                  <a:pt x="1874424" y="787730"/>
                  <a:pt x="1890126" y="787730"/>
                </a:cubicBezTo>
                <a:close/>
                <a:moveTo>
                  <a:pt x="2355028" y="784842"/>
                </a:moveTo>
                <a:cubicBezTo>
                  <a:pt x="2368343" y="784717"/>
                  <a:pt x="2379397" y="795644"/>
                  <a:pt x="2379397" y="809086"/>
                </a:cubicBezTo>
                <a:cubicBezTo>
                  <a:pt x="2379397" y="822527"/>
                  <a:pt x="2368595" y="833581"/>
                  <a:pt x="2355154" y="833581"/>
                </a:cubicBezTo>
                <a:cubicBezTo>
                  <a:pt x="2341712" y="833706"/>
                  <a:pt x="2330658" y="822777"/>
                  <a:pt x="2330658" y="809337"/>
                </a:cubicBezTo>
                <a:cubicBezTo>
                  <a:pt x="2330658" y="795896"/>
                  <a:pt x="2341462" y="784967"/>
                  <a:pt x="2355028" y="784842"/>
                </a:cubicBezTo>
                <a:close/>
                <a:moveTo>
                  <a:pt x="231882" y="779817"/>
                </a:moveTo>
                <a:cubicBezTo>
                  <a:pt x="234018" y="779817"/>
                  <a:pt x="235651" y="781450"/>
                  <a:pt x="235651" y="783585"/>
                </a:cubicBezTo>
                <a:cubicBezTo>
                  <a:pt x="235651" y="785595"/>
                  <a:pt x="234018" y="787354"/>
                  <a:pt x="231882" y="787354"/>
                </a:cubicBezTo>
                <a:cubicBezTo>
                  <a:pt x="229746" y="787354"/>
                  <a:pt x="228114" y="785721"/>
                  <a:pt x="228114" y="783585"/>
                </a:cubicBezTo>
                <a:cubicBezTo>
                  <a:pt x="228114" y="781575"/>
                  <a:pt x="229746" y="779817"/>
                  <a:pt x="231882" y="779817"/>
                </a:cubicBezTo>
                <a:close/>
                <a:moveTo>
                  <a:pt x="2806361" y="770270"/>
                </a:moveTo>
                <a:cubicBezTo>
                  <a:pt x="2808623" y="770270"/>
                  <a:pt x="2810381" y="772028"/>
                  <a:pt x="2810381" y="774290"/>
                </a:cubicBezTo>
                <a:cubicBezTo>
                  <a:pt x="2810381" y="776551"/>
                  <a:pt x="2808496" y="778309"/>
                  <a:pt x="2806361" y="778309"/>
                </a:cubicBezTo>
                <a:cubicBezTo>
                  <a:pt x="2804099" y="778309"/>
                  <a:pt x="2802341" y="776425"/>
                  <a:pt x="2802341" y="774290"/>
                </a:cubicBezTo>
                <a:cubicBezTo>
                  <a:pt x="2802341" y="772154"/>
                  <a:pt x="2804099" y="770270"/>
                  <a:pt x="2806361" y="770270"/>
                </a:cubicBezTo>
                <a:close/>
                <a:moveTo>
                  <a:pt x="580466" y="768511"/>
                </a:moveTo>
                <a:cubicBezTo>
                  <a:pt x="591268" y="768386"/>
                  <a:pt x="600187" y="777178"/>
                  <a:pt x="600187" y="788107"/>
                </a:cubicBezTo>
                <a:cubicBezTo>
                  <a:pt x="600314" y="798910"/>
                  <a:pt x="591520" y="807829"/>
                  <a:pt x="580591" y="807829"/>
                </a:cubicBezTo>
                <a:cubicBezTo>
                  <a:pt x="569789" y="807955"/>
                  <a:pt x="560870" y="799161"/>
                  <a:pt x="560870" y="788233"/>
                </a:cubicBezTo>
                <a:cubicBezTo>
                  <a:pt x="560745" y="777430"/>
                  <a:pt x="569537" y="768511"/>
                  <a:pt x="580466" y="768511"/>
                </a:cubicBezTo>
                <a:close/>
                <a:moveTo>
                  <a:pt x="2457529" y="762607"/>
                </a:moveTo>
                <a:cubicBezTo>
                  <a:pt x="2467955" y="762607"/>
                  <a:pt x="2476372" y="770897"/>
                  <a:pt x="2476372" y="781323"/>
                </a:cubicBezTo>
                <a:cubicBezTo>
                  <a:pt x="2476372" y="791624"/>
                  <a:pt x="2468080" y="800166"/>
                  <a:pt x="2457655" y="800166"/>
                </a:cubicBezTo>
                <a:cubicBezTo>
                  <a:pt x="2447354" y="800166"/>
                  <a:pt x="2438812" y="791875"/>
                  <a:pt x="2438812" y="781450"/>
                </a:cubicBezTo>
                <a:cubicBezTo>
                  <a:pt x="2438812" y="771023"/>
                  <a:pt x="2447229" y="762607"/>
                  <a:pt x="2457529" y="762607"/>
                </a:cubicBezTo>
                <a:close/>
                <a:moveTo>
                  <a:pt x="1226629" y="759593"/>
                </a:moveTo>
                <a:cubicBezTo>
                  <a:pt x="1240823" y="759593"/>
                  <a:pt x="1252380" y="771024"/>
                  <a:pt x="1252380" y="785218"/>
                </a:cubicBezTo>
                <a:cubicBezTo>
                  <a:pt x="1252380" y="799412"/>
                  <a:pt x="1240948" y="810969"/>
                  <a:pt x="1226754" y="810969"/>
                </a:cubicBezTo>
                <a:cubicBezTo>
                  <a:pt x="1212560" y="810969"/>
                  <a:pt x="1201004" y="799539"/>
                  <a:pt x="1201004" y="785344"/>
                </a:cubicBezTo>
                <a:cubicBezTo>
                  <a:pt x="1200878" y="771149"/>
                  <a:pt x="1212308" y="759718"/>
                  <a:pt x="1226629" y="759593"/>
                </a:cubicBezTo>
                <a:close/>
                <a:moveTo>
                  <a:pt x="134531" y="759468"/>
                </a:moveTo>
                <a:cubicBezTo>
                  <a:pt x="135284" y="759342"/>
                  <a:pt x="135912" y="759970"/>
                  <a:pt x="135912" y="760724"/>
                </a:cubicBezTo>
                <a:cubicBezTo>
                  <a:pt x="135912" y="761477"/>
                  <a:pt x="135284" y="762105"/>
                  <a:pt x="134531" y="762105"/>
                </a:cubicBezTo>
                <a:cubicBezTo>
                  <a:pt x="133776" y="762105"/>
                  <a:pt x="133274" y="761477"/>
                  <a:pt x="133274" y="760724"/>
                </a:cubicBezTo>
                <a:cubicBezTo>
                  <a:pt x="133274" y="759970"/>
                  <a:pt x="133902" y="759342"/>
                  <a:pt x="134531" y="759468"/>
                </a:cubicBezTo>
                <a:close/>
                <a:moveTo>
                  <a:pt x="850789" y="758337"/>
                </a:moveTo>
                <a:cubicBezTo>
                  <a:pt x="866365" y="758337"/>
                  <a:pt x="879052" y="770773"/>
                  <a:pt x="879052" y="786349"/>
                </a:cubicBezTo>
                <a:cubicBezTo>
                  <a:pt x="879052" y="801925"/>
                  <a:pt x="866616" y="814612"/>
                  <a:pt x="851040" y="814612"/>
                </a:cubicBezTo>
                <a:cubicBezTo>
                  <a:pt x="835463" y="814612"/>
                  <a:pt x="822902" y="802051"/>
                  <a:pt x="822777" y="786600"/>
                </a:cubicBezTo>
                <a:cubicBezTo>
                  <a:pt x="822777" y="771150"/>
                  <a:pt x="835338" y="758462"/>
                  <a:pt x="850789" y="758337"/>
                </a:cubicBezTo>
                <a:close/>
                <a:moveTo>
                  <a:pt x="1811492" y="757835"/>
                </a:moveTo>
                <a:cubicBezTo>
                  <a:pt x="1825436" y="757710"/>
                  <a:pt x="1836866" y="769015"/>
                  <a:pt x="1836866" y="782958"/>
                </a:cubicBezTo>
                <a:cubicBezTo>
                  <a:pt x="1836866" y="796902"/>
                  <a:pt x="1825687" y="808332"/>
                  <a:pt x="1811743" y="808332"/>
                </a:cubicBezTo>
                <a:cubicBezTo>
                  <a:pt x="1797801" y="808332"/>
                  <a:pt x="1786369" y="797152"/>
                  <a:pt x="1786369" y="783209"/>
                </a:cubicBezTo>
                <a:cubicBezTo>
                  <a:pt x="1786369" y="769392"/>
                  <a:pt x="1797549" y="757960"/>
                  <a:pt x="1811492" y="757835"/>
                </a:cubicBezTo>
                <a:close/>
                <a:moveTo>
                  <a:pt x="2187332" y="753563"/>
                </a:moveTo>
                <a:cubicBezTo>
                  <a:pt x="2202782" y="753563"/>
                  <a:pt x="2215343" y="765999"/>
                  <a:pt x="2215470" y="781575"/>
                </a:cubicBezTo>
                <a:cubicBezTo>
                  <a:pt x="2215470" y="797151"/>
                  <a:pt x="2203033" y="809838"/>
                  <a:pt x="2187457" y="809838"/>
                </a:cubicBezTo>
                <a:cubicBezTo>
                  <a:pt x="2171881" y="809838"/>
                  <a:pt x="2159195" y="797402"/>
                  <a:pt x="2159195" y="781826"/>
                </a:cubicBezTo>
                <a:cubicBezTo>
                  <a:pt x="2159069" y="766250"/>
                  <a:pt x="2171631" y="753688"/>
                  <a:pt x="2187332" y="753563"/>
                </a:cubicBezTo>
                <a:close/>
                <a:moveTo>
                  <a:pt x="2903452" y="749793"/>
                </a:moveTo>
                <a:cubicBezTo>
                  <a:pt x="2903955" y="749793"/>
                  <a:pt x="2904331" y="750170"/>
                  <a:pt x="2904331" y="750673"/>
                </a:cubicBezTo>
                <a:cubicBezTo>
                  <a:pt x="2904331" y="751176"/>
                  <a:pt x="2903955" y="751553"/>
                  <a:pt x="2903452" y="751553"/>
                </a:cubicBezTo>
                <a:cubicBezTo>
                  <a:pt x="2902950" y="751553"/>
                  <a:pt x="2902572" y="751176"/>
                  <a:pt x="2902572" y="750673"/>
                </a:cubicBezTo>
                <a:cubicBezTo>
                  <a:pt x="2902572" y="750170"/>
                  <a:pt x="2902950" y="749793"/>
                  <a:pt x="2903452" y="749793"/>
                </a:cubicBezTo>
                <a:close/>
                <a:moveTo>
                  <a:pt x="2558900" y="746781"/>
                </a:moveTo>
                <a:cubicBezTo>
                  <a:pt x="2563171" y="746781"/>
                  <a:pt x="2566689" y="750298"/>
                  <a:pt x="2566689" y="754568"/>
                </a:cubicBezTo>
                <a:cubicBezTo>
                  <a:pt x="2566814" y="758840"/>
                  <a:pt x="2563297" y="762357"/>
                  <a:pt x="2559025" y="762357"/>
                </a:cubicBezTo>
                <a:cubicBezTo>
                  <a:pt x="2554755" y="762357"/>
                  <a:pt x="2551237" y="758965"/>
                  <a:pt x="2551237" y="754695"/>
                </a:cubicBezTo>
                <a:cubicBezTo>
                  <a:pt x="2551237" y="750423"/>
                  <a:pt x="2554755" y="746906"/>
                  <a:pt x="2558900" y="746781"/>
                </a:cubicBezTo>
                <a:close/>
                <a:moveTo>
                  <a:pt x="478969" y="745524"/>
                </a:moveTo>
                <a:cubicBezTo>
                  <a:pt x="488264" y="745524"/>
                  <a:pt x="495676" y="752936"/>
                  <a:pt x="495676" y="762105"/>
                </a:cubicBezTo>
                <a:cubicBezTo>
                  <a:pt x="495676" y="771275"/>
                  <a:pt x="488264" y="778812"/>
                  <a:pt x="479094" y="778812"/>
                </a:cubicBezTo>
                <a:cubicBezTo>
                  <a:pt x="469925" y="778812"/>
                  <a:pt x="462388" y="771401"/>
                  <a:pt x="462388" y="762231"/>
                </a:cubicBezTo>
                <a:cubicBezTo>
                  <a:pt x="462388" y="753061"/>
                  <a:pt x="469799" y="745649"/>
                  <a:pt x="478969" y="745524"/>
                </a:cubicBezTo>
                <a:close/>
                <a:moveTo>
                  <a:pt x="1031673" y="742008"/>
                </a:moveTo>
                <a:cubicBezTo>
                  <a:pt x="1049386" y="741882"/>
                  <a:pt x="1063831" y="756202"/>
                  <a:pt x="1063831" y="773914"/>
                </a:cubicBezTo>
                <a:cubicBezTo>
                  <a:pt x="1063957" y="791625"/>
                  <a:pt x="1049636" y="805946"/>
                  <a:pt x="1031925" y="806071"/>
                </a:cubicBezTo>
                <a:cubicBezTo>
                  <a:pt x="1014087" y="806071"/>
                  <a:pt x="999767" y="791751"/>
                  <a:pt x="999642" y="774039"/>
                </a:cubicBezTo>
                <a:cubicBezTo>
                  <a:pt x="999515" y="756328"/>
                  <a:pt x="1013836" y="741882"/>
                  <a:pt x="1031673" y="742008"/>
                </a:cubicBezTo>
                <a:close/>
                <a:moveTo>
                  <a:pt x="2006445" y="741254"/>
                </a:moveTo>
                <a:cubicBezTo>
                  <a:pt x="2022524" y="741254"/>
                  <a:pt x="2035715" y="754318"/>
                  <a:pt x="2035715" y="770397"/>
                </a:cubicBezTo>
                <a:cubicBezTo>
                  <a:pt x="2035715" y="786476"/>
                  <a:pt x="2022651" y="799665"/>
                  <a:pt x="2006572" y="799665"/>
                </a:cubicBezTo>
                <a:cubicBezTo>
                  <a:pt x="1990367" y="799665"/>
                  <a:pt x="1977303" y="786601"/>
                  <a:pt x="1977177" y="770522"/>
                </a:cubicBezTo>
                <a:cubicBezTo>
                  <a:pt x="1977177" y="754318"/>
                  <a:pt x="1990116" y="741254"/>
                  <a:pt x="2006445" y="741254"/>
                </a:cubicBezTo>
                <a:close/>
                <a:moveTo>
                  <a:pt x="743388" y="731958"/>
                </a:moveTo>
                <a:cubicBezTo>
                  <a:pt x="755949" y="731958"/>
                  <a:pt x="766250" y="742132"/>
                  <a:pt x="766250" y="754694"/>
                </a:cubicBezTo>
                <a:cubicBezTo>
                  <a:pt x="766250" y="767255"/>
                  <a:pt x="756074" y="777556"/>
                  <a:pt x="743513" y="777556"/>
                </a:cubicBezTo>
                <a:cubicBezTo>
                  <a:pt x="730951" y="777556"/>
                  <a:pt x="720652" y="767380"/>
                  <a:pt x="720652" y="754819"/>
                </a:cubicBezTo>
                <a:cubicBezTo>
                  <a:pt x="720652" y="742258"/>
                  <a:pt x="730826" y="732083"/>
                  <a:pt x="743388" y="731958"/>
                </a:cubicBezTo>
                <a:close/>
                <a:moveTo>
                  <a:pt x="1307903" y="729069"/>
                </a:moveTo>
                <a:cubicBezTo>
                  <a:pt x="1324860" y="729069"/>
                  <a:pt x="1338803" y="742761"/>
                  <a:pt x="1338803" y="759719"/>
                </a:cubicBezTo>
                <a:cubicBezTo>
                  <a:pt x="1338929" y="776803"/>
                  <a:pt x="1325112" y="790620"/>
                  <a:pt x="1308153" y="790620"/>
                </a:cubicBezTo>
                <a:cubicBezTo>
                  <a:pt x="1291070" y="790620"/>
                  <a:pt x="1277253" y="776928"/>
                  <a:pt x="1277253" y="759970"/>
                </a:cubicBezTo>
                <a:cubicBezTo>
                  <a:pt x="1277126" y="743013"/>
                  <a:pt x="1290944" y="729194"/>
                  <a:pt x="1307903" y="729069"/>
                </a:cubicBezTo>
                <a:close/>
                <a:moveTo>
                  <a:pt x="1729842" y="728189"/>
                </a:moveTo>
                <a:cubicBezTo>
                  <a:pt x="1746548" y="728063"/>
                  <a:pt x="1760241" y="741629"/>
                  <a:pt x="1760241" y="758337"/>
                </a:cubicBezTo>
                <a:cubicBezTo>
                  <a:pt x="1760367" y="775043"/>
                  <a:pt x="1746800" y="788610"/>
                  <a:pt x="1730092" y="788735"/>
                </a:cubicBezTo>
                <a:cubicBezTo>
                  <a:pt x="1713386" y="788735"/>
                  <a:pt x="1699694" y="775168"/>
                  <a:pt x="1699694" y="758462"/>
                </a:cubicBezTo>
                <a:cubicBezTo>
                  <a:pt x="1699694" y="741756"/>
                  <a:pt x="1713135" y="728063"/>
                  <a:pt x="1729842" y="728189"/>
                </a:cubicBezTo>
                <a:close/>
                <a:moveTo>
                  <a:pt x="2294355" y="725300"/>
                </a:moveTo>
                <a:cubicBezTo>
                  <a:pt x="2307546" y="725300"/>
                  <a:pt x="2318348" y="735977"/>
                  <a:pt x="2318348" y="749166"/>
                </a:cubicBezTo>
                <a:cubicBezTo>
                  <a:pt x="2318474" y="762357"/>
                  <a:pt x="2307797" y="773159"/>
                  <a:pt x="2294607" y="773159"/>
                </a:cubicBezTo>
                <a:cubicBezTo>
                  <a:pt x="2281418" y="773159"/>
                  <a:pt x="2270614" y="762482"/>
                  <a:pt x="2270614" y="749293"/>
                </a:cubicBezTo>
                <a:cubicBezTo>
                  <a:pt x="2270614" y="736102"/>
                  <a:pt x="2281166" y="725300"/>
                  <a:pt x="2294355" y="725300"/>
                </a:cubicBezTo>
                <a:close/>
                <a:moveTo>
                  <a:pt x="2659267" y="725050"/>
                </a:moveTo>
                <a:cubicBezTo>
                  <a:pt x="2661403" y="725050"/>
                  <a:pt x="2663035" y="726808"/>
                  <a:pt x="2663035" y="728818"/>
                </a:cubicBezTo>
                <a:cubicBezTo>
                  <a:pt x="2663035" y="730954"/>
                  <a:pt x="2661403" y="732587"/>
                  <a:pt x="2659267" y="732587"/>
                </a:cubicBezTo>
                <a:cubicBezTo>
                  <a:pt x="2657256" y="732587"/>
                  <a:pt x="2655498" y="730954"/>
                  <a:pt x="2655498" y="728818"/>
                </a:cubicBezTo>
                <a:cubicBezTo>
                  <a:pt x="2655498" y="726683"/>
                  <a:pt x="2657131" y="725050"/>
                  <a:pt x="2659267" y="725050"/>
                </a:cubicBezTo>
                <a:close/>
                <a:moveTo>
                  <a:pt x="378476" y="724922"/>
                </a:moveTo>
                <a:cubicBezTo>
                  <a:pt x="385134" y="724922"/>
                  <a:pt x="390661" y="730324"/>
                  <a:pt x="390661" y="737107"/>
                </a:cubicBezTo>
                <a:cubicBezTo>
                  <a:pt x="390661" y="743766"/>
                  <a:pt x="385259" y="749293"/>
                  <a:pt x="378476" y="749293"/>
                </a:cubicBezTo>
                <a:cubicBezTo>
                  <a:pt x="371819" y="749293"/>
                  <a:pt x="366292" y="743766"/>
                  <a:pt x="366292" y="737107"/>
                </a:cubicBezTo>
                <a:cubicBezTo>
                  <a:pt x="366292" y="730324"/>
                  <a:pt x="371819" y="724922"/>
                  <a:pt x="378476" y="724922"/>
                </a:cubicBezTo>
                <a:close/>
                <a:moveTo>
                  <a:pt x="1391436" y="713492"/>
                </a:moveTo>
                <a:cubicBezTo>
                  <a:pt x="1407514" y="713492"/>
                  <a:pt x="1420704" y="726556"/>
                  <a:pt x="1420704" y="742635"/>
                </a:cubicBezTo>
                <a:cubicBezTo>
                  <a:pt x="1420704" y="758714"/>
                  <a:pt x="1407765" y="771903"/>
                  <a:pt x="1391561" y="771903"/>
                </a:cubicBezTo>
                <a:cubicBezTo>
                  <a:pt x="1375483" y="771903"/>
                  <a:pt x="1362294" y="758839"/>
                  <a:pt x="1362294" y="742760"/>
                </a:cubicBezTo>
                <a:cubicBezTo>
                  <a:pt x="1362167" y="726681"/>
                  <a:pt x="1375231" y="713492"/>
                  <a:pt x="1391436" y="713492"/>
                </a:cubicBezTo>
                <a:close/>
                <a:moveTo>
                  <a:pt x="1646184" y="712488"/>
                </a:moveTo>
                <a:cubicBezTo>
                  <a:pt x="1662388" y="712362"/>
                  <a:pt x="1675703" y="725552"/>
                  <a:pt x="1675703" y="741756"/>
                </a:cubicBezTo>
                <a:cubicBezTo>
                  <a:pt x="1675829" y="757960"/>
                  <a:pt x="1662639" y="771276"/>
                  <a:pt x="1646436" y="771276"/>
                </a:cubicBezTo>
                <a:cubicBezTo>
                  <a:pt x="1630231" y="771276"/>
                  <a:pt x="1617042" y="758086"/>
                  <a:pt x="1616916" y="741882"/>
                </a:cubicBezTo>
                <a:cubicBezTo>
                  <a:pt x="1616916" y="725552"/>
                  <a:pt x="1629980" y="712362"/>
                  <a:pt x="1646184" y="712488"/>
                </a:cubicBezTo>
                <a:close/>
                <a:moveTo>
                  <a:pt x="918370" y="706835"/>
                </a:moveTo>
                <a:cubicBezTo>
                  <a:pt x="933696" y="706835"/>
                  <a:pt x="946132" y="719145"/>
                  <a:pt x="946132" y="734470"/>
                </a:cubicBezTo>
                <a:cubicBezTo>
                  <a:pt x="946257" y="749669"/>
                  <a:pt x="933821" y="762231"/>
                  <a:pt x="918622" y="762231"/>
                </a:cubicBezTo>
                <a:cubicBezTo>
                  <a:pt x="903297" y="762231"/>
                  <a:pt x="890861" y="749921"/>
                  <a:pt x="890861" y="734596"/>
                </a:cubicBezTo>
                <a:cubicBezTo>
                  <a:pt x="890736" y="719271"/>
                  <a:pt x="903045" y="706960"/>
                  <a:pt x="918370" y="706835"/>
                </a:cubicBezTo>
                <a:close/>
                <a:moveTo>
                  <a:pt x="278988" y="704950"/>
                </a:moveTo>
                <a:cubicBezTo>
                  <a:pt x="283260" y="704950"/>
                  <a:pt x="286777" y="708342"/>
                  <a:pt x="286777" y="712613"/>
                </a:cubicBezTo>
                <a:cubicBezTo>
                  <a:pt x="286777" y="716884"/>
                  <a:pt x="283260" y="720401"/>
                  <a:pt x="278988" y="720401"/>
                </a:cubicBezTo>
                <a:cubicBezTo>
                  <a:pt x="274718" y="720401"/>
                  <a:pt x="271201" y="716884"/>
                  <a:pt x="271201" y="712613"/>
                </a:cubicBezTo>
                <a:cubicBezTo>
                  <a:pt x="271201" y="708342"/>
                  <a:pt x="274718" y="704824"/>
                  <a:pt x="278988" y="704950"/>
                </a:cubicBezTo>
                <a:close/>
                <a:moveTo>
                  <a:pt x="1476225" y="704699"/>
                </a:moveTo>
                <a:cubicBezTo>
                  <a:pt x="1492303" y="704699"/>
                  <a:pt x="1505492" y="717763"/>
                  <a:pt x="1505492" y="733842"/>
                </a:cubicBezTo>
                <a:cubicBezTo>
                  <a:pt x="1505492" y="749921"/>
                  <a:pt x="1492555" y="763110"/>
                  <a:pt x="1476350" y="763110"/>
                </a:cubicBezTo>
                <a:cubicBezTo>
                  <a:pt x="1460271" y="763110"/>
                  <a:pt x="1447082" y="750046"/>
                  <a:pt x="1447082" y="733967"/>
                </a:cubicBezTo>
                <a:cubicBezTo>
                  <a:pt x="1447082" y="717888"/>
                  <a:pt x="1460021" y="704699"/>
                  <a:pt x="1476225" y="704699"/>
                </a:cubicBezTo>
                <a:close/>
                <a:moveTo>
                  <a:pt x="1561519" y="704574"/>
                </a:moveTo>
                <a:cubicBezTo>
                  <a:pt x="1577473" y="704574"/>
                  <a:pt x="1590537" y="717512"/>
                  <a:pt x="1590537" y="733464"/>
                </a:cubicBezTo>
                <a:cubicBezTo>
                  <a:pt x="1590537" y="749543"/>
                  <a:pt x="1577723" y="762607"/>
                  <a:pt x="1561645" y="762607"/>
                </a:cubicBezTo>
                <a:cubicBezTo>
                  <a:pt x="1545566" y="762607"/>
                  <a:pt x="1532628" y="749670"/>
                  <a:pt x="1532502" y="733716"/>
                </a:cubicBezTo>
                <a:cubicBezTo>
                  <a:pt x="1532502" y="717638"/>
                  <a:pt x="1545441" y="704574"/>
                  <a:pt x="1561519" y="704574"/>
                </a:cubicBezTo>
                <a:close/>
                <a:moveTo>
                  <a:pt x="2119248" y="704449"/>
                </a:moveTo>
                <a:cubicBezTo>
                  <a:pt x="2133442" y="704449"/>
                  <a:pt x="2144998" y="715880"/>
                  <a:pt x="2144998" y="730074"/>
                </a:cubicBezTo>
                <a:cubicBezTo>
                  <a:pt x="2144998" y="744268"/>
                  <a:pt x="2133568" y="755825"/>
                  <a:pt x="2119373" y="755825"/>
                </a:cubicBezTo>
                <a:cubicBezTo>
                  <a:pt x="2105179" y="755825"/>
                  <a:pt x="2093622" y="744394"/>
                  <a:pt x="2093622" y="730200"/>
                </a:cubicBezTo>
                <a:cubicBezTo>
                  <a:pt x="2093622" y="716005"/>
                  <a:pt x="2105053" y="704574"/>
                  <a:pt x="2119248" y="704449"/>
                </a:cubicBezTo>
                <a:close/>
                <a:moveTo>
                  <a:pt x="637872" y="703443"/>
                </a:moveTo>
                <a:cubicBezTo>
                  <a:pt x="649805" y="703443"/>
                  <a:pt x="659603" y="713115"/>
                  <a:pt x="659603" y="725049"/>
                </a:cubicBezTo>
                <a:cubicBezTo>
                  <a:pt x="659603" y="736983"/>
                  <a:pt x="649931" y="746780"/>
                  <a:pt x="637997" y="746780"/>
                </a:cubicBezTo>
                <a:cubicBezTo>
                  <a:pt x="626063" y="746780"/>
                  <a:pt x="616266" y="737108"/>
                  <a:pt x="616266" y="725174"/>
                </a:cubicBezTo>
                <a:cubicBezTo>
                  <a:pt x="616266" y="713240"/>
                  <a:pt x="625938" y="703443"/>
                  <a:pt x="637872" y="703443"/>
                </a:cubicBezTo>
                <a:close/>
                <a:moveTo>
                  <a:pt x="2758626" y="701810"/>
                </a:moveTo>
                <a:cubicBezTo>
                  <a:pt x="2759633" y="701810"/>
                  <a:pt x="2760386" y="702564"/>
                  <a:pt x="2760386" y="703568"/>
                </a:cubicBezTo>
                <a:cubicBezTo>
                  <a:pt x="2760386" y="704574"/>
                  <a:pt x="2759633" y="705327"/>
                  <a:pt x="2758626" y="705327"/>
                </a:cubicBezTo>
                <a:cubicBezTo>
                  <a:pt x="2757621" y="705327"/>
                  <a:pt x="2756868" y="704574"/>
                  <a:pt x="2756868" y="703568"/>
                </a:cubicBezTo>
                <a:cubicBezTo>
                  <a:pt x="2756868" y="702564"/>
                  <a:pt x="2757748" y="701810"/>
                  <a:pt x="2758626" y="701810"/>
                </a:cubicBezTo>
                <a:close/>
                <a:moveTo>
                  <a:pt x="1931076" y="701182"/>
                </a:moveTo>
                <a:cubicBezTo>
                  <a:pt x="1947155" y="701182"/>
                  <a:pt x="1960219" y="714120"/>
                  <a:pt x="1960219" y="730072"/>
                </a:cubicBezTo>
                <a:cubicBezTo>
                  <a:pt x="1960219" y="746152"/>
                  <a:pt x="1947282" y="759215"/>
                  <a:pt x="1931328" y="759215"/>
                </a:cubicBezTo>
                <a:cubicBezTo>
                  <a:pt x="1915250" y="759215"/>
                  <a:pt x="1902186" y="746403"/>
                  <a:pt x="1902186" y="730324"/>
                </a:cubicBezTo>
                <a:cubicBezTo>
                  <a:pt x="1902059" y="714371"/>
                  <a:pt x="1914998" y="701307"/>
                  <a:pt x="1931076" y="701182"/>
                </a:cubicBezTo>
                <a:close/>
                <a:moveTo>
                  <a:pt x="1106415" y="700304"/>
                </a:moveTo>
                <a:cubicBezTo>
                  <a:pt x="1124629" y="700304"/>
                  <a:pt x="1139452" y="715001"/>
                  <a:pt x="1139452" y="733215"/>
                </a:cubicBezTo>
                <a:cubicBezTo>
                  <a:pt x="1139577" y="751430"/>
                  <a:pt x="1124880" y="766252"/>
                  <a:pt x="1106667" y="766252"/>
                </a:cubicBezTo>
                <a:cubicBezTo>
                  <a:pt x="1088453" y="766252"/>
                  <a:pt x="1073755" y="751555"/>
                  <a:pt x="1073630" y="733341"/>
                </a:cubicBezTo>
                <a:cubicBezTo>
                  <a:pt x="1073630" y="715127"/>
                  <a:pt x="1088326" y="700304"/>
                  <a:pt x="1106415" y="700304"/>
                </a:cubicBezTo>
                <a:close/>
                <a:moveTo>
                  <a:pt x="2399747" y="698291"/>
                </a:moveTo>
                <a:cubicBezTo>
                  <a:pt x="2411052" y="698291"/>
                  <a:pt x="2420348" y="707461"/>
                  <a:pt x="2420348" y="718767"/>
                </a:cubicBezTo>
                <a:cubicBezTo>
                  <a:pt x="2420474" y="730072"/>
                  <a:pt x="2411177" y="739368"/>
                  <a:pt x="2399873" y="739368"/>
                </a:cubicBezTo>
                <a:cubicBezTo>
                  <a:pt x="2388566" y="739493"/>
                  <a:pt x="2379272" y="730324"/>
                  <a:pt x="2379272" y="718892"/>
                </a:cubicBezTo>
                <a:cubicBezTo>
                  <a:pt x="2379146" y="707461"/>
                  <a:pt x="2388316" y="698166"/>
                  <a:pt x="2399747" y="698291"/>
                </a:cubicBezTo>
                <a:close/>
                <a:moveTo>
                  <a:pt x="180252" y="685230"/>
                </a:moveTo>
                <a:cubicBezTo>
                  <a:pt x="182137" y="685230"/>
                  <a:pt x="183643" y="686737"/>
                  <a:pt x="183643" y="688496"/>
                </a:cubicBezTo>
                <a:cubicBezTo>
                  <a:pt x="183643" y="690380"/>
                  <a:pt x="182137" y="691887"/>
                  <a:pt x="180252" y="691887"/>
                </a:cubicBezTo>
                <a:cubicBezTo>
                  <a:pt x="178367" y="691887"/>
                  <a:pt x="176860" y="690380"/>
                  <a:pt x="176860" y="688622"/>
                </a:cubicBezTo>
                <a:cubicBezTo>
                  <a:pt x="176860" y="686737"/>
                  <a:pt x="178367" y="685355"/>
                  <a:pt x="180252" y="685230"/>
                </a:cubicBezTo>
                <a:close/>
                <a:moveTo>
                  <a:pt x="533862" y="677567"/>
                </a:moveTo>
                <a:cubicBezTo>
                  <a:pt x="544664" y="677567"/>
                  <a:pt x="553458" y="686234"/>
                  <a:pt x="553458" y="697037"/>
                </a:cubicBezTo>
                <a:cubicBezTo>
                  <a:pt x="553583" y="707714"/>
                  <a:pt x="544916" y="716508"/>
                  <a:pt x="534113" y="716508"/>
                </a:cubicBezTo>
                <a:cubicBezTo>
                  <a:pt x="523310" y="716633"/>
                  <a:pt x="514517" y="707966"/>
                  <a:pt x="514517" y="697163"/>
                </a:cubicBezTo>
                <a:cubicBezTo>
                  <a:pt x="514517" y="686361"/>
                  <a:pt x="523184" y="677567"/>
                  <a:pt x="533862" y="677567"/>
                </a:cubicBezTo>
                <a:close/>
                <a:moveTo>
                  <a:pt x="807829" y="676185"/>
                </a:moveTo>
                <a:cubicBezTo>
                  <a:pt x="820390" y="676185"/>
                  <a:pt x="830691" y="686359"/>
                  <a:pt x="830691" y="698921"/>
                </a:cubicBezTo>
                <a:cubicBezTo>
                  <a:pt x="830691" y="711482"/>
                  <a:pt x="820515" y="721783"/>
                  <a:pt x="807954" y="721783"/>
                </a:cubicBezTo>
                <a:cubicBezTo>
                  <a:pt x="795392" y="721783"/>
                  <a:pt x="785093" y="711607"/>
                  <a:pt x="785093" y="699046"/>
                </a:cubicBezTo>
                <a:cubicBezTo>
                  <a:pt x="785093" y="686485"/>
                  <a:pt x="795142" y="676185"/>
                  <a:pt x="807829" y="676185"/>
                </a:cubicBezTo>
                <a:close/>
                <a:moveTo>
                  <a:pt x="2503503" y="674927"/>
                </a:moveTo>
                <a:cubicBezTo>
                  <a:pt x="2511794" y="674802"/>
                  <a:pt x="2518577" y="681586"/>
                  <a:pt x="2518577" y="689876"/>
                </a:cubicBezTo>
                <a:cubicBezTo>
                  <a:pt x="2518577" y="698292"/>
                  <a:pt x="2511794" y="705075"/>
                  <a:pt x="2503503" y="705075"/>
                </a:cubicBezTo>
                <a:cubicBezTo>
                  <a:pt x="2495212" y="705075"/>
                  <a:pt x="2488429" y="698292"/>
                  <a:pt x="2488429" y="690001"/>
                </a:cubicBezTo>
                <a:cubicBezTo>
                  <a:pt x="2488429" y="681711"/>
                  <a:pt x="2495086" y="674927"/>
                  <a:pt x="2503503" y="674927"/>
                </a:cubicBezTo>
                <a:close/>
                <a:moveTo>
                  <a:pt x="2229538" y="668774"/>
                </a:moveTo>
                <a:cubicBezTo>
                  <a:pt x="2243355" y="668649"/>
                  <a:pt x="2254660" y="679828"/>
                  <a:pt x="2254660" y="693645"/>
                </a:cubicBezTo>
                <a:cubicBezTo>
                  <a:pt x="2254786" y="707463"/>
                  <a:pt x="2243606" y="718642"/>
                  <a:pt x="2229789" y="718768"/>
                </a:cubicBezTo>
                <a:cubicBezTo>
                  <a:pt x="2215972" y="718894"/>
                  <a:pt x="2204666" y="707714"/>
                  <a:pt x="2204666" y="693897"/>
                </a:cubicBezTo>
                <a:cubicBezTo>
                  <a:pt x="2204666" y="680079"/>
                  <a:pt x="2215720" y="668774"/>
                  <a:pt x="2229538" y="668774"/>
                </a:cubicBezTo>
                <a:close/>
                <a:moveTo>
                  <a:pt x="1852567" y="666889"/>
                </a:moveTo>
                <a:cubicBezTo>
                  <a:pt x="1869274" y="666763"/>
                  <a:pt x="1882967" y="680329"/>
                  <a:pt x="1882967" y="697037"/>
                </a:cubicBezTo>
                <a:cubicBezTo>
                  <a:pt x="1882967" y="713743"/>
                  <a:pt x="1869400" y="727435"/>
                  <a:pt x="1852692" y="727435"/>
                </a:cubicBezTo>
                <a:cubicBezTo>
                  <a:pt x="1835986" y="727435"/>
                  <a:pt x="1822294" y="713868"/>
                  <a:pt x="1822294" y="697162"/>
                </a:cubicBezTo>
                <a:cubicBezTo>
                  <a:pt x="1822294" y="680456"/>
                  <a:pt x="1835735" y="666763"/>
                  <a:pt x="1852567" y="666889"/>
                </a:cubicBezTo>
                <a:close/>
                <a:moveTo>
                  <a:pt x="1184925" y="666386"/>
                </a:moveTo>
                <a:cubicBezTo>
                  <a:pt x="1203013" y="666386"/>
                  <a:pt x="1217962" y="681083"/>
                  <a:pt x="1217962" y="699297"/>
                </a:cubicBezTo>
                <a:cubicBezTo>
                  <a:pt x="1217962" y="717512"/>
                  <a:pt x="1203265" y="732334"/>
                  <a:pt x="1185050" y="732334"/>
                </a:cubicBezTo>
                <a:cubicBezTo>
                  <a:pt x="1166961" y="732460"/>
                  <a:pt x="1152014" y="717762"/>
                  <a:pt x="1152014" y="699548"/>
                </a:cubicBezTo>
                <a:cubicBezTo>
                  <a:pt x="1151887" y="681334"/>
                  <a:pt x="1166585" y="666511"/>
                  <a:pt x="1184925" y="666386"/>
                </a:cubicBezTo>
                <a:close/>
                <a:moveTo>
                  <a:pt x="989970" y="660482"/>
                </a:moveTo>
                <a:cubicBezTo>
                  <a:pt x="1005294" y="660356"/>
                  <a:pt x="1017604" y="672667"/>
                  <a:pt x="1017730" y="687991"/>
                </a:cubicBezTo>
                <a:cubicBezTo>
                  <a:pt x="1017730" y="703317"/>
                  <a:pt x="1005420" y="715753"/>
                  <a:pt x="990095" y="715753"/>
                </a:cubicBezTo>
                <a:cubicBezTo>
                  <a:pt x="974771" y="715878"/>
                  <a:pt x="962335" y="703567"/>
                  <a:pt x="962335" y="688243"/>
                </a:cubicBezTo>
                <a:cubicBezTo>
                  <a:pt x="962335" y="672917"/>
                  <a:pt x="974644" y="660482"/>
                  <a:pt x="989970" y="660482"/>
                </a:cubicBezTo>
                <a:close/>
                <a:moveTo>
                  <a:pt x="431487" y="659228"/>
                </a:moveTo>
                <a:cubicBezTo>
                  <a:pt x="437517" y="659228"/>
                  <a:pt x="442542" y="664126"/>
                  <a:pt x="442542" y="670282"/>
                </a:cubicBezTo>
                <a:cubicBezTo>
                  <a:pt x="442542" y="676311"/>
                  <a:pt x="437517" y="681336"/>
                  <a:pt x="431487" y="681336"/>
                </a:cubicBezTo>
                <a:cubicBezTo>
                  <a:pt x="425458" y="681336"/>
                  <a:pt x="420433" y="676437"/>
                  <a:pt x="420433" y="670282"/>
                </a:cubicBezTo>
                <a:cubicBezTo>
                  <a:pt x="420433" y="664126"/>
                  <a:pt x="425332" y="659102"/>
                  <a:pt x="431487" y="659228"/>
                </a:cubicBezTo>
                <a:close/>
                <a:moveTo>
                  <a:pt x="2047397" y="657217"/>
                </a:moveTo>
                <a:cubicBezTo>
                  <a:pt x="2062345" y="657217"/>
                  <a:pt x="2074656" y="669276"/>
                  <a:pt x="2074656" y="684350"/>
                </a:cubicBezTo>
                <a:cubicBezTo>
                  <a:pt x="2074656" y="699297"/>
                  <a:pt x="2062597" y="711608"/>
                  <a:pt x="2047523" y="711608"/>
                </a:cubicBezTo>
                <a:cubicBezTo>
                  <a:pt x="2032574" y="711608"/>
                  <a:pt x="2020390" y="699549"/>
                  <a:pt x="2020265" y="684475"/>
                </a:cubicBezTo>
                <a:cubicBezTo>
                  <a:pt x="2020139" y="669402"/>
                  <a:pt x="2032324" y="657091"/>
                  <a:pt x="2047397" y="657217"/>
                </a:cubicBezTo>
                <a:close/>
                <a:moveTo>
                  <a:pt x="2605754" y="656338"/>
                </a:moveTo>
                <a:cubicBezTo>
                  <a:pt x="2609146" y="656338"/>
                  <a:pt x="2611784" y="658975"/>
                  <a:pt x="2611784" y="662241"/>
                </a:cubicBezTo>
                <a:cubicBezTo>
                  <a:pt x="2611784" y="665633"/>
                  <a:pt x="2609146" y="668270"/>
                  <a:pt x="2605880" y="668270"/>
                </a:cubicBezTo>
                <a:cubicBezTo>
                  <a:pt x="2602488" y="668270"/>
                  <a:pt x="2599850" y="665633"/>
                  <a:pt x="2599850" y="662367"/>
                </a:cubicBezTo>
                <a:cubicBezTo>
                  <a:pt x="2599850" y="658975"/>
                  <a:pt x="2602614" y="656338"/>
                  <a:pt x="2605754" y="656338"/>
                </a:cubicBezTo>
                <a:close/>
                <a:moveTo>
                  <a:pt x="699423" y="646664"/>
                </a:moveTo>
                <a:cubicBezTo>
                  <a:pt x="710225" y="646539"/>
                  <a:pt x="719019" y="655206"/>
                  <a:pt x="719019" y="666010"/>
                </a:cubicBezTo>
                <a:cubicBezTo>
                  <a:pt x="719144" y="676813"/>
                  <a:pt x="710350" y="685607"/>
                  <a:pt x="699674" y="685607"/>
                </a:cubicBezTo>
                <a:cubicBezTo>
                  <a:pt x="688871" y="685732"/>
                  <a:pt x="680078" y="677065"/>
                  <a:pt x="680078" y="666261"/>
                </a:cubicBezTo>
                <a:cubicBezTo>
                  <a:pt x="680078" y="655458"/>
                  <a:pt x="688745" y="646789"/>
                  <a:pt x="699423" y="646664"/>
                </a:cubicBezTo>
                <a:close/>
                <a:moveTo>
                  <a:pt x="2337693" y="643022"/>
                </a:moveTo>
                <a:cubicBezTo>
                  <a:pt x="2347240" y="643022"/>
                  <a:pt x="2355029" y="650684"/>
                  <a:pt x="2355029" y="660230"/>
                </a:cubicBezTo>
                <a:cubicBezTo>
                  <a:pt x="2355029" y="669777"/>
                  <a:pt x="2347365" y="677565"/>
                  <a:pt x="2337820" y="677565"/>
                </a:cubicBezTo>
                <a:cubicBezTo>
                  <a:pt x="2328273" y="677565"/>
                  <a:pt x="2320484" y="669903"/>
                  <a:pt x="2320484" y="660357"/>
                </a:cubicBezTo>
                <a:cubicBezTo>
                  <a:pt x="2320484" y="650810"/>
                  <a:pt x="2328146" y="643022"/>
                  <a:pt x="2337693" y="643022"/>
                </a:cubicBezTo>
                <a:close/>
                <a:moveTo>
                  <a:pt x="1771421" y="640761"/>
                </a:moveTo>
                <a:cubicBezTo>
                  <a:pt x="1788129" y="640635"/>
                  <a:pt x="1801694" y="654201"/>
                  <a:pt x="1801821" y="670909"/>
                </a:cubicBezTo>
                <a:cubicBezTo>
                  <a:pt x="1801821" y="687615"/>
                  <a:pt x="1788254" y="701182"/>
                  <a:pt x="1771546" y="701307"/>
                </a:cubicBezTo>
                <a:cubicBezTo>
                  <a:pt x="1754840" y="701307"/>
                  <a:pt x="1741148" y="687740"/>
                  <a:pt x="1741148" y="671034"/>
                </a:cubicBezTo>
                <a:cubicBezTo>
                  <a:pt x="1741148" y="654328"/>
                  <a:pt x="1754589" y="640761"/>
                  <a:pt x="1771421" y="640761"/>
                </a:cubicBezTo>
                <a:close/>
                <a:moveTo>
                  <a:pt x="1265821" y="640259"/>
                </a:moveTo>
                <a:cubicBezTo>
                  <a:pt x="1283785" y="640133"/>
                  <a:pt x="1298356" y="654704"/>
                  <a:pt x="1298481" y="672667"/>
                </a:cubicBezTo>
                <a:cubicBezTo>
                  <a:pt x="1298481" y="690630"/>
                  <a:pt x="1284035" y="705327"/>
                  <a:pt x="1266073" y="705327"/>
                </a:cubicBezTo>
                <a:cubicBezTo>
                  <a:pt x="1248110" y="705452"/>
                  <a:pt x="1233539" y="690881"/>
                  <a:pt x="1233414" y="672919"/>
                </a:cubicBezTo>
                <a:cubicBezTo>
                  <a:pt x="1233287" y="654956"/>
                  <a:pt x="1247858" y="640259"/>
                  <a:pt x="1265821" y="640259"/>
                </a:cubicBezTo>
                <a:close/>
                <a:moveTo>
                  <a:pt x="329990" y="637872"/>
                </a:moveTo>
                <a:cubicBezTo>
                  <a:pt x="333508" y="637872"/>
                  <a:pt x="336397" y="640761"/>
                  <a:pt x="336397" y="644278"/>
                </a:cubicBezTo>
                <a:cubicBezTo>
                  <a:pt x="336397" y="647795"/>
                  <a:pt x="333508" y="650684"/>
                  <a:pt x="329990" y="650684"/>
                </a:cubicBezTo>
                <a:cubicBezTo>
                  <a:pt x="326473" y="650684"/>
                  <a:pt x="323584" y="647795"/>
                  <a:pt x="323584" y="644278"/>
                </a:cubicBezTo>
                <a:cubicBezTo>
                  <a:pt x="323584" y="640761"/>
                  <a:pt x="326473" y="637872"/>
                  <a:pt x="329990" y="637872"/>
                </a:cubicBezTo>
                <a:close/>
                <a:moveTo>
                  <a:pt x="2707126" y="633225"/>
                </a:moveTo>
                <a:cubicBezTo>
                  <a:pt x="2708382" y="633225"/>
                  <a:pt x="2709387" y="634230"/>
                  <a:pt x="2709387" y="635487"/>
                </a:cubicBezTo>
                <a:cubicBezTo>
                  <a:pt x="2709387" y="636742"/>
                  <a:pt x="2708382" y="637747"/>
                  <a:pt x="2707126" y="637747"/>
                </a:cubicBezTo>
                <a:cubicBezTo>
                  <a:pt x="2705870" y="637873"/>
                  <a:pt x="2704865" y="636868"/>
                  <a:pt x="2704865" y="635612"/>
                </a:cubicBezTo>
                <a:cubicBezTo>
                  <a:pt x="2704991" y="634355"/>
                  <a:pt x="2705870" y="633477"/>
                  <a:pt x="2707126" y="633225"/>
                </a:cubicBezTo>
                <a:close/>
                <a:moveTo>
                  <a:pt x="876288" y="627321"/>
                </a:moveTo>
                <a:cubicBezTo>
                  <a:pt x="887720" y="627321"/>
                  <a:pt x="897141" y="636617"/>
                  <a:pt x="897141" y="648047"/>
                </a:cubicBezTo>
                <a:cubicBezTo>
                  <a:pt x="897141" y="659479"/>
                  <a:pt x="887845" y="668900"/>
                  <a:pt x="876414" y="668900"/>
                </a:cubicBezTo>
                <a:cubicBezTo>
                  <a:pt x="864984" y="668900"/>
                  <a:pt x="855562" y="659604"/>
                  <a:pt x="855562" y="648173"/>
                </a:cubicBezTo>
                <a:cubicBezTo>
                  <a:pt x="855437" y="636617"/>
                  <a:pt x="864732" y="627321"/>
                  <a:pt x="876288" y="627321"/>
                </a:cubicBezTo>
                <a:close/>
                <a:moveTo>
                  <a:pt x="1688265" y="624055"/>
                </a:moveTo>
                <a:cubicBezTo>
                  <a:pt x="1703841" y="624055"/>
                  <a:pt x="1716655" y="636616"/>
                  <a:pt x="1716655" y="652318"/>
                </a:cubicBezTo>
                <a:cubicBezTo>
                  <a:pt x="1716655" y="667894"/>
                  <a:pt x="1703966" y="680582"/>
                  <a:pt x="1688390" y="680707"/>
                </a:cubicBezTo>
                <a:cubicBezTo>
                  <a:pt x="1672814" y="680707"/>
                  <a:pt x="1660002" y="668146"/>
                  <a:pt x="1660002" y="652443"/>
                </a:cubicBezTo>
                <a:cubicBezTo>
                  <a:pt x="1659876" y="636742"/>
                  <a:pt x="1672563" y="624055"/>
                  <a:pt x="1688265" y="624055"/>
                </a:cubicBezTo>
                <a:close/>
                <a:moveTo>
                  <a:pt x="1348852" y="624055"/>
                </a:moveTo>
                <a:cubicBezTo>
                  <a:pt x="1365056" y="624055"/>
                  <a:pt x="1378372" y="637119"/>
                  <a:pt x="1378372" y="653449"/>
                </a:cubicBezTo>
                <a:cubicBezTo>
                  <a:pt x="1378498" y="669653"/>
                  <a:pt x="1365308" y="682843"/>
                  <a:pt x="1349103" y="682968"/>
                </a:cubicBezTo>
                <a:cubicBezTo>
                  <a:pt x="1332899" y="683094"/>
                  <a:pt x="1319710" y="669904"/>
                  <a:pt x="1319585" y="653700"/>
                </a:cubicBezTo>
                <a:cubicBezTo>
                  <a:pt x="1319458" y="637371"/>
                  <a:pt x="1332648" y="624180"/>
                  <a:pt x="1348852" y="624055"/>
                </a:cubicBezTo>
                <a:close/>
                <a:moveTo>
                  <a:pt x="1065086" y="622548"/>
                </a:moveTo>
                <a:cubicBezTo>
                  <a:pt x="1078905" y="622548"/>
                  <a:pt x="1090336" y="633727"/>
                  <a:pt x="1090336" y="647671"/>
                </a:cubicBezTo>
                <a:cubicBezTo>
                  <a:pt x="1090336" y="661614"/>
                  <a:pt x="1079155" y="672919"/>
                  <a:pt x="1065213" y="673045"/>
                </a:cubicBezTo>
                <a:cubicBezTo>
                  <a:pt x="1051269" y="673045"/>
                  <a:pt x="1039838" y="661865"/>
                  <a:pt x="1039838" y="647922"/>
                </a:cubicBezTo>
                <a:cubicBezTo>
                  <a:pt x="1039838" y="633979"/>
                  <a:pt x="1051144" y="622548"/>
                  <a:pt x="1065086" y="622548"/>
                </a:cubicBezTo>
                <a:close/>
                <a:moveTo>
                  <a:pt x="2160829" y="622045"/>
                </a:moveTo>
                <a:cubicBezTo>
                  <a:pt x="2172638" y="621920"/>
                  <a:pt x="2182310" y="631592"/>
                  <a:pt x="2182310" y="643399"/>
                </a:cubicBezTo>
                <a:cubicBezTo>
                  <a:pt x="2182435" y="655333"/>
                  <a:pt x="2172888" y="664880"/>
                  <a:pt x="2160956" y="665005"/>
                </a:cubicBezTo>
                <a:cubicBezTo>
                  <a:pt x="2149147" y="665005"/>
                  <a:pt x="2139475" y="655333"/>
                  <a:pt x="2139475" y="643526"/>
                </a:cubicBezTo>
                <a:cubicBezTo>
                  <a:pt x="2139349" y="631592"/>
                  <a:pt x="2148896" y="621920"/>
                  <a:pt x="2160829" y="622045"/>
                </a:cubicBezTo>
                <a:close/>
                <a:moveTo>
                  <a:pt x="1971902" y="620914"/>
                </a:moveTo>
                <a:cubicBezTo>
                  <a:pt x="1984966" y="620914"/>
                  <a:pt x="1995518" y="631340"/>
                  <a:pt x="1995518" y="644279"/>
                </a:cubicBezTo>
                <a:cubicBezTo>
                  <a:pt x="1995644" y="657343"/>
                  <a:pt x="1985092" y="667894"/>
                  <a:pt x="1972154" y="667894"/>
                </a:cubicBezTo>
                <a:cubicBezTo>
                  <a:pt x="1959215" y="668020"/>
                  <a:pt x="1948664" y="657468"/>
                  <a:pt x="1948664" y="644530"/>
                </a:cubicBezTo>
                <a:cubicBezTo>
                  <a:pt x="1948538" y="631591"/>
                  <a:pt x="1959090" y="621039"/>
                  <a:pt x="1971902" y="620914"/>
                </a:cubicBezTo>
                <a:close/>
                <a:moveTo>
                  <a:pt x="593153" y="618026"/>
                </a:moveTo>
                <a:cubicBezTo>
                  <a:pt x="602825" y="618026"/>
                  <a:pt x="610739" y="625813"/>
                  <a:pt x="610739" y="635487"/>
                </a:cubicBezTo>
                <a:cubicBezTo>
                  <a:pt x="610739" y="645159"/>
                  <a:pt x="602950" y="653073"/>
                  <a:pt x="593278" y="653073"/>
                </a:cubicBezTo>
                <a:cubicBezTo>
                  <a:pt x="583606" y="653073"/>
                  <a:pt x="575692" y="645284"/>
                  <a:pt x="575692" y="635612"/>
                </a:cubicBezTo>
                <a:cubicBezTo>
                  <a:pt x="575692" y="625940"/>
                  <a:pt x="583479" y="618151"/>
                  <a:pt x="593153" y="618026"/>
                </a:cubicBezTo>
                <a:close/>
                <a:moveTo>
                  <a:pt x="229493" y="616645"/>
                </a:moveTo>
                <a:cubicBezTo>
                  <a:pt x="230874" y="616645"/>
                  <a:pt x="232005" y="617650"/>
                  <a:pt x="232005" y="619032"/>
                </a:cubicBezTo>
                <a:cubicBezTo>
                  <a:pt x="231878" y="620288"/>
                  <a:pt x="230874" y="621419"/>
                  <a:pt x="229493" y="621419"/>
                </a:cubicBezTo>
                <a:cubicBezTo>
                  <a:pt x="228237" y="621419"/>
                  <a:pt x="227107" y="620413"/>
                  <a:pt x="227107" y="619032"/>
                </a:cubicBezTo>
                <a:cubicBezTo>
                  <a:pt x="227107" y="617775"/>
                  <a:pt x="228111" y="616645"/>
                  <a:pt x="229493" y="616645"/>
                </a:cubicBezTo>
                <a:close/>
                <a:moveTo>
                  <a:pt x="2443962" y="616017"/>
                </a:moveTo>
                <a:cubicBezTo>
                  <a:pt x="2451122" y="616017"/>
                  <a:pt x="2456902" y="621795"/>
                  <a:pt x="2456902" y="628830"/>
                </a:cubicBezTo>
                <a:cubicBezTo>
                  <a:pt x="2456902" y="635990"/>
                  <a:pt x="2451122" y="641768"/>
                  <a:pt x="2444088" y="641768"/>
                </a:cubicBezTo>
                <a:cubicBezTo>
                  <a:pt x="2436928" y="641768"/>
                  <a:pt x="2431150" y="635990"/>
                  <a:pt x="2431150" y="628956"/>
                </a:cubicBezTo>
                <a:cubicBezTo>
                  <a:pt x="2431023" y="621795"/>
                  <a:pt x="2436802" y="616017"/>
                  <a:pt x="2443962" y="616017"/>
                </a:cubicBezTo>
                <a:close/>
                <a:moveTo>
                  <a:pt x="1433517" y="612623"/>
                </a:moveTo>
                <a:cubicBezTo>
                  <a:pt x="1449596" y="612623"/>
                  <a:pt x="1462785" y="625687"/>
                  <a:pt x="1462785" y="641766"/>
                </a:cubicBezTo>
                <a:cubicBezTo>
                  <a:pt x="1462785" y="657845"/>
                  <a:pt x="1449721" y="671034"/>
                  <a:pt x="1433643" y="671034"/>
                </a:cubicBezTo>
                <a:cubicBezTo>
                  <a:pt x="1417439" y="671034"/>
                  <a:pt x="1404375" y="658095"/>
                  <a:pt x="1404250" y="641891"/>
                </a:cubicBezTo>
                <a:cubicBezTo>
                  <a:pt x="1404123" y="625812"/>
                  <a:pt x="1417187" y="612623"/>
                  <a:pt x="1433517" y="612623"/>
                </a:cubicBezTo>
                <a:close/>
                <a:moveTo>
                  <a:pt x="1603726" y="611870"/>
                </a:moveTo>
                <a:cubicBezTo>
                  <a:pt x="1619804" y="611870"/>
                  <a:pt x="1632994" y="624934"/>
                  <a:pt x="1632994" y="641013"/>
                </a:cubicBezTo>
                <a:cubicBezTo>
                  <a:pt x="1632994" y="657217"/>
                  <a:pt x="1620055" y="670407"/>
                  <a:pt x="1603851" y="670407"/>
                </a:cubicBezTo>
                <a:cubicBezTo>
                  <a:pt x="1587773" y="670407"/>
                  <a:pt x="1574709" y="657343"/>
                  <a:pt x="1574584" y="641264"/>
                </a:cubicBezTo>
                <a:cubicBezTo>
                  <a:pt x="1574457" y="625186"/>
                  <a:pt x="1587521" y="611995"/>
                  <a:pt x="1603726" y="611870"/>
                </a:cubicBezTo>
                <a:close/>
                <a:moveTo>
                  <a:pt x="1518558" y="608478"/>
                </a:moveTo>
                <a:cubicBezTo>
                  <a:pt x="1534636" y="608478"/>
                  <a:pt x="1547826" y="621542"/>
                  <a:pt x="1547826" y="637621"/>
                </a:cubicBezTo>
                <a:cubicBezTo>
                  <a:pt x="1547826" y="653700"/>
                  <a:pt x="1534762" y="666889"/>
                  <a:pt x="1518683" y="666889"/>
                </a:cubicBezTo>
                <a:cubicBezTo>
                  <a:pt x="1502605" y="666889"/>
                  <a:pt x="1489416" y="653825"/>
                  <a:pt x="1489416" y="637746"/>
                </a:cubicBezTo>
                <a:cubicBezTo>
                  <a:pt x="1489289" y="621667"/>
                  <a:pt x="1502353" y="608478"/>
                  <a:pt x="1518558" y="608478"/>
                </a:cubicBezTo>
                <a:close/>
                <a:moveTo>
                  <a:pt x="2548475" y="593152"/>
                </a:moveTo>
                <a:cubicBezTo>
                  <a:pt x="2551866" y="593027"/>
                  <a:pt x="2554505" y="595789"/>
                  <a:pt x="2554505" y="599055"/>
                </a:cubicBezTo>
                <a:cubicBezTo>
                  <a:pt x="2554630" y="602447"/>
                  <a:pt x="2551866" y="605084"/>
                  <a:pt x="2548601" y="605084"/>
                </a:cubicBezTo>
                <a:cubicBezTo>
                  <a:pt x="2545209" y="605210"/>
                  <a:pt x="2542571" y="602447"/>
                  <a:pt x="2542571" y="599181"/>
                </a:cubicBezTo>
                <a:cubicBezTo>
                  <a:pt x="2542571" y="595916"/>
                  <a:pt x="2545335" y="593152"/>
                  <a:pt x="2548475" y="593152"/>
                </a:cubicBezTo>
                <a:close/>
                <a:moveTo>
                  <a:pt x="764994" y="591771"/>
                </a:moveTo>
                <a:cubicBezTo>
                  <a:pt x="776047" y="591771"/>
                  <a:pt x="784966" y="600690"/>
                  <a:pt x="784966" y="611618"/>
                </a:cubicBezTo>
                <a:cubicBezTo>
                  <a:pt x="784966" y="622672"/>
                  <a:pt x="776047" y="631591"/>
                  <a:pt x="765119" y="631591"/>
                </a:cubicBezTo>
                <a:cubicBezTo>
                  <a:pt x="754065" y="631591"/>
                  <a:pt x="745146" y="622798"/>
                  <a:pt x="745146" y="611744"/>
                </a:cubicBezTo>
                <a:cubicBezTo>
                  <a:pt x="745146" y="600690"/>
                  <a:pt x="754065" y="591771"/>
                  <a:pt x="764994" y="591771"/>
                </a:cubicBezTo>
                <a:close/>
                <a:moveTo>
                  <a:pt x="488264" y="591268"/>
                </a:moveTo>
                <a:cubicBezTo>
                  <a:pt x="496680" y="591268"/>
                  <a:pt x="503589" y="598052"/>
                  <a:pt x="503589" y="606467"/>
                </a:cubicBezTo>
                <a:cubicBezTo>
                  <a:pt x="503589" y="614883"/>
                  <a:pt x="496805" y="621792"/>
                  <a:pt x="488390" y="621792"/>
                </a:cubicBezTo>
                <a:cubicBezTo>
                  <a:pt x="479974" y="621792"/>
                  <a:pt x="473065" y="615008"/>
                  <a:pt x="473065" y="606593"/>
                </a:cubicBezTo>
                <a:cubicBezTo>
                  <a:pt x="473065" y="598177"/>
                  <a:pt x="479849" y="591393"/>
                  <a:pt x="488264" y="591268"/>
                </a:cubicBezTo>
                <a:close/>
                <a:moveTo>
                  <a:pt x="2271745" y="586245"/>
                </a:moveTo>
                <a:cubicBezTo>
                  <a:pt x="2282798" y="586245"/>
                  <a:pt x="2291717" y="595039"/>
                  <a:pt x="2291717" y="606093"/>
                </a:cubicBezTo>
                <a:cubicBezTo>
                  <a:pt x="2291717" y="617147"/>
                  <a:pt x="2282925" y="626065"/>
                  <a:pt x="2271871" y="626065"/>
                </a:cubicBezTo>
                <a:cubicBezTo>
                  <a:pt x="2260942" y="626065"/>
                  <a:pt x="2251897" y="617272"/>
                  <a:pt x="2251897" y="606218"/>
                </a:cubicBezTo>
                <a:cubicBezTo>
                  <a:pt x="2251897" y="595289"/>
                  <a:pt x="2260816" y="586370"/>
                  <a:pt x="2271745" y="586245"/>
                </a:cubicBezTo>
                <a:close/>
                <a:moveTo>
                  <a:pt x="1893519" y="586119"/>
                </a:moveTo>
                <a:cubicBezTo>
                  <a:pt x="1907211" y="586119"/>
                  <a:pt x="1918392" y="597173"/>
                  <a:pt x="1918392" y="610864"/>
                </a:cubicBezTo>
                <a:cubicBezTo>
                  <a:pt x="1918518" y="624557"/>
                  <a:pt x="1907463" y="635736"/>
                  <a:pt x="1893770" y="635736"/>
                </a:cubicBezTo>
                <a:cubicBezTo>
                  <a:pt x="1880078" y="635736"/>
                  <a:pt x="1868898" y="624682"/>
                  <a:pt x="1868898" y="610990"/>
                </a:cubicBezTo>
                <a:cubicBezTo>
                  <a:pt x="1868898" y="597298"/>
                  <a:pt x="1879953" y="586244"/>
                  <a:pt x="1893519" y="586119"/>
                </a:cubicBezTo>
                <a:close/>
                <a:moveTo>
                  <a:pt x="1143221" y="585363"/>
                </a:moveTo>
                <a:cubicBezTo>
                  <a:pt x="1158798" y="585363"/>
                  <a:pt x="1171610" y="597924"/>
                  <a:pt x="1171610" y="613626"/>
                </a:cubicBezTo>
                <a:cubicBezTo>
                  <a:pt x="1171610" y="629202"/>
                  <a:pt x="1158923" y="642015"/>
                  <a:pt x="1143347" y="642015"/>
                </a:cubicBezTo>
                <a:cubicBezTo>
                  <a:pt x="1127770" y="642015"/>
                  <a:pt x="1114958" y="629454"/>
                  <a:pt x="1114958" y="613752"/>
                </a:cubicBezTo>
                <a:cubicBezTo>
                  <a:pt x="1114831" y="598176"/>
                  <a:pt x="1127520" y="585363"/>
                  <a:pt x="1143221" y="585363"/>
                </a:cubicBezTo>
                <a:close/>
                <a:moveTo>
                  <a:pt x="948267" y="579965"/>
                </a:moveTo>
                <a:cubicBezTo>
                  <a:pt x="960704" y="579840"/>
                  <a:pt x="970753" y="589889"/>
                  <a:pt x="970753" y="602198"/>
                </a:cubicBezTo>
                <a:cubicBezTo>
                  <a:pt x="970878" y="614634"/>
                  <a:pt x="960954" y="624558"/>
                  <a:pt x="948519" y="624683"/>
                </a:cubicBezTo>
                <a:cubicBezTo>
                  <a:pt x="936083" y="624808"/>
                  <a:pt x="926034" y="614759"/>
                  <a:pt x="926034" y="602450"/>
                </a:cubicBezTo>
                <a:cubicBezTo>
                  <a:pt x="925909" y="590139"/>
                  <a:pt x="935958" y="580090"/>
                  <a:pt x="948267" y="579965"/>
                </a:cubicBezTo>
                <a:close/>
                <a:moveTo>
                  <a:pt x="2088346" y="575943"/>
                </a:moveTo>
                <a:cubicBezTo>
                  <a:pt x="2100782" y="575818"/>
                  <a:pt x="2110831" y="585867"/>
                  <a:pt x="2110831" y="598176"/>
                </a:cubicBezTo>
                <a:cubicBezTo>
                  <a:pt x="2110957" y="610612"/>
                  <a:pt x="2100907" y="620661"/>
                  <a:pt x="2088598" y="620661"/>
                </a:cubicBezTo>
                <a:cubicBezTo>
                  <a:pt x="2076161" y="620786"/>
                  <a:pt x="2066112" y="610737"/>
                  <a:pt x="2066112" y="598428"/>
                </a:cubicBezTo>
                <a:cubicBezTo>
                  <a:pt x="2066112" y="585992"/>
                  <a:pt x="2076036" y="575943"/>
                  <a:pt x="2088346" y="575943"/>
                </a:cubicBezTo>
                <a:close/>
                <a:moveTo>
                  <a:pt x="2651981" y="568407"/>
                </a:moveTo>
                <a:cubicBezTo>
                  <a:pt x="2653237" y="568407"/>
                  <a:pt x="2654242" y="569412"/>
                  <a:pt x="2654242" y="570669"/>
                </a:cubicBezTo>
                <a:cubicBezTo>
                  <a:pt x="2654242" y="571924"/>
                  <a:pt x="2653237" y="572929"/>
                  <a:pt x="2651981" y="572929"/>
                </a:cubicBezTo>
                <a:cubicBezTo>
                  <a:pt x="2650725" y="572929"/>
                  <a:pt x="2649720" y="571924"/>
                  <a:pt x="2649720" y="570669"/>
                </a:cubicBezTo>
                <a:cubicBezTo>
                  <a:pt x="2649720" y="569412"/>
                  <a:pt x="2650725" y="568532"/>
                  <a:pt x="2651981" y="568407"/>
                </a:cubicBezTo>
                <a:close/>
                <a:moveTo>
                  <a:pt x="384756" y="567904"/>
                </a:moveTo>
                <a:cubicBezTo>
                  <a:pt x="390785" y="567904"/>
                  <a:pt x="395810" y="572802"/>
                  <a:pt x="395810" y="578958"/>
                </a:cubicBezTo>
                <a:cubicBezTo>
                  <a:pt x="395810" y="584987"/>
                  <a:pt x="390910" y="590012"/>
                  <a:pt x="384756" y="590012"/>
                </a:cubicBezTo>
                <a:cubicBezTo>
                  <a:pt x="378726" y="590012"/>
                  <a:pt x="373702" y="585113"/>
                  <a:pt x="373702" y="578958"/>
                </a:cubicBezTo>
                <a:cubicBezTo>
                  <a:pt x="373702" y="572802"/>
                  <a:pt x="378601" y="567778"/>
                  <a:pt x="384756" y="567904"/>
                </a:cubicBezTo>
                <a:close/>
                <a:moveTo>
                  <a:pt x="655960" y="558483"/>
                </a:moveTo>
                <a:cubicBezTo>
                  <a:pt x="666762" y="558358"/>
                  <a:pt x="675554" y="567025"/>
                  <a:pt x="675554" y="577829"/>
                </a:cubicBezTo>
                <a:cubicBezTo>
                  <a:pt x="675681" y="588632"/>
                  <a:pt x="667013" y="597426"/>
                  <a:pt x="656210" y="597426"/>
                </a:cubicBezTo>
                <a:cubicBezTo>
                  <a:pt x="645408" y="597551"/>
                  <a:pt x="636614" y="588884"/>
                  <a:pt x="636614" y="578080"/>
                </a:cubicBezTo>
                <a:cubicBezTo>
                  <a:pt x="636489" y="567403"/>
                  <a:pt x="645281" y="558608"/>
                  <a:pt x="655960" y="558483"/>
                </a:cubicBezTo>
                <a:close/>
                <a:moveTo>
                  <a:pt x="1812749" y="557102"/>
                </a:moveTo>
                <a:cubicBezTo>
                  <a:pt x="1827571" y="556977"/>
                  <a:pt x="1839630" y="568909"/>
                  <a:pt x="1839630" y="583733"/>
                </a:cubicBezTo>
                <a:cubicBezTo>
                  <a:pt x="1839757" y="598555"/>
                  <a:pt x="1827823" y="610614"/>
                  <a:pt x="1813000" y="610614"/>
                </a:cubicBezTo>
                <a:cubicBezTo>
                  <a:pt x="1798178" y="610740"/>
                  <a:pt x="1786119" y="598806"/>
                  <a:pt x="1786119" y="583983"/>
                </a:cubicBezTo>
                <a:cubicBezTo>
                  <a:pt x="1785992" y="569161"/>
                  <a:pt x="1797926" y="557227"/>
                  <a:pt x="1812749" y="557102"/>
                </a:cubicBezTo>
                <a:close/>
                <a:moveTo>
                  <a:pt x="1223740" y="556348"/>
                </a:moveTo>
                <a:cubicBezTo>
                  <a:pt x="1240196" y="556222"/>
                  <a:pt x="1253385" y="569538"/>
                  <a:pt x="1253510" y="585867"/>
                </a:cubicBezTo>
                <a:cubicBezTo>
                  <a:pt x="1253636" y="602323"/>
                  <a:pt x="1240321" y="615639"/>
                  <a:pt x="1223991" y="615639"/>
                </a:cubicBezTo>
                <a:cubicBezTo>
                  <a:pt x="1207661" y="615764"/>
                  <a:pt x="1194220" y="602448"/>
                  <a:pt x="1194220" y="586119"/>
                </a:cubicBezTo>
                <a:cubicBezTo>
                  <a:pt x="1194220" y="569788"/>
                  <a:pt x="1207409" y="556473"/>
                  <a:pt x="1223740" y="556348"/>
                </a:cubicBezTo>
                <a:close/>
                <a:moveTo>
                  <a:pt x="2380527" y="554463"/>
                </a:moveTo>
                <a:cubicBezTo>
                  <a:pt x="2390074" y="554463"/>
                  <a:pt x="2397863" y="562125"/>
                  <a:pt x="2397863" y="571671"/>
                </a:cubicBezTo>
                <a:cubicBezTo>
                  <a:pt x="2397863" y="581218"/>
                  <a:pt x="2390199" y="589006"/>
                  <a:pt x="2380654" y="589006"/>
                </a:cubicBezTo>
                <a:cubicBezTo>
                  <a:pt x="2371106" y="589006"/>
                  <a:pt x="2363318" y="581343"/>
                  <a:pt x="2363318" y="571798"/>
                </a:cubicBezTo>
                <a:cubicBezTo>
                  <a:pt x="2363318" y="562250"/>
                  <a:pt x="2370980" y="554588"/>
                  <a:pt x="2380527" y="554463"/>
                </a:cubicBezTo>
                <a:close/>
                <a:moveTo>
                  <a:pt x="282253" y="547808"/>
                </a:moveTo>
                <a:cubicBezTo>
                  <a:pt x="284765" y="547808"/>
                  <a:pt x="286775" y="549818"/>
                  <a:pt x="286775" y="552205"/>
                </a:cubicBezTo>
                <a:cubicBezTo>
                  <a:pt x="286775" y="554591"/>
                  <a:pt x="284891" y="556601"/>
                  <a:pt x="282378" y="556601"/>
                </a:cubicBezTo>
                <a:cubicBezTo>
                  <a:pt x="279992" y="556601"/>
                  <a:pt x="277982" y="554717"/>
                  <a:pt x="277982" y="552205"/>
                </a:cubicBezTo>
                <a:cubicBezTo>
                  <a:pt x="277982" y="549818"/>
                  <a:pt x="279992" y="547808"/>
                  <a:pt x="282253" y="547808"/>
                </a:cubicBezTo>
                <a:close/>
                <a:moveTo>
                  <a:pt x="834333" y="545042"/>
                </a:moveTo>
                <a:cubicBezTo>
                  <a:pt x="843628" y="544917"/>
                  <a:pt x="851165" y="552454"/>
                  <a:pt x="851165" y="561749"/>
                </a:cubicBezTo>
                <a:cubicBezTo>
                  <a:pt x="851291" y="571045"/>
                  <a:pt x="843754" y="578582"/>
                  <a:pt x="834459" y="578582"/>
                </a:cubicBezTo>
                <a:cubicBezTo>
                  <a:pt x="825037" y="578707"/>
                  <a:pt x="817500" y="571170"/>
                  <a:pt x="817500" y="561875"/>
                </a:cubicBezTo>
                <a:cubicBezTo>
                  <a:pt x="817375" y="552579"/>
                  <a:pt x="824912" y="544917"/>
                  <a:pt x="834333" y="545042"/>
                </a:cubicBezTo>
                <a:close/>
                <a:moveTo>
                  <a:pt x="1023634" y="541777"/>
                </a:moveTo>
                <a:cubicBezTo>
                  <a:pt x="1034940" y="541777"/>
                  <a:pt x="1044110" y="550821"/>
                  <a:pt x="1044110" y="562126"/>
                </a:cubicBezTo>
                <a:cubicBezTo>
                  <a:pt x="1044110" y="573432"/>
                  <a:pt x="1035065" y="582602"/>
                  <a:pt x="1023761" y="582602"/>
                </a:cubicBezTo>
                <a:cubicBezTo>
                  <a:pt x="1012455" y="582727"/>
                  <a:pt x="1003285" y="573683"/>
                  <a:pt x="1003285" y="562378"/>
                </a:cubicBezTo>
                <a:cubicBezTo>
                  <a:pt x="1003160" y="551198"/>
                  <a:pt x="1012329" y="542029"/>
                  <a:pt x="1023634" y="541777"/>
                </a:cubicBezTo>
                <a:close/>
                <a:moveTo>
                  <a:pt x="1306395" y="540897"/>
                </a:moveTo>
                <a:cubicBezTo>
                  <a:pt x="1319709" y="540772"/>
                  <a:pt x="1330513" y="551574"/>
                  <a:pt x="1330638" y="564890"/>
                </a:cubicBezTo>
                <a:cubicBezTo>
                  <a:pt x="1330764" y="578204"/>
                  <a:pt x="1319961" y="589133"/>
                  <a:pt x="1306646" y="589133"/>
                </a:cubicBezTo>
                <a:cubicBezTo>
                  <a:pt x="1293331" y="589258"/>
                  <a:pt x="1282402" y="578456"/>
                  <a:pt x="1282402" y="565140"/>
                </a:cubicBezTo>
                <a:cubicBezTo>
                  <a:pt x="1282402" y="551826"/>
                  <a:pt x="1293206" y="541022"/>
                  <a:pt x="1306395" y="540897"/>
                </a:cubicBezTo>
                <a:close/>
                <a:moveTo>
                  <a:pt x="1729967" y="540772"/>
                </a:moveTo>
                <a:cubicBezTo>
                  <a:pt x="1742529" y="540772"/>
                  <a:pt x="1752830" y="550946"/>
                  <a:pt x="1752830" y="563508"/>
                </a:cubicBezTo>
                <a:cubicBezTo>
                  <a:pt x="1752830" y="576069"/>
                  <a:pt x="1742654" y="586370"/>
                  <a:pt x="1730092" y="586370"/>
                </a:cubicBezTo>
                <a:cubicBezTo>
                  <a:pt x="1717531" y="586370"/>
                  <a:pt x="1707231" y="576194"/>
                  <a:pt x="1707231" y="563633"/>
                </a:cubicBezTo>
                <a:cubicBezTo>
                  <a:pt x="1707231" y="551072"/>
                  <a:pt x="1717280" y="540772"/>
                  <a:pt x="1729967" y="540772"/>
                </a:cubicBezTo>
                <a:close/>
                <a:moveTo>
                  <a:pt x="2202281" y="540395"/>
                </a:moveTo>
                <a:cubicBezTo>
                  <a:pt x="2211324" y="540395"/>
                  <a:pt x="2218736" y="547680"/>
                  <a:pt x="2218736" y="556724"/>
                </a:cubicBezTo>
                <a:cubicBezTo>
                  <a:pt x="2218736" y="565770"/>
                  <a:pt x="2211451" y="573180"/>
                  <a:pt x="2202407" y="573180"/>
                </a:cubicBezTo>
                <a:cubicBezTo>
                  <a:pt x="2193362" y="573180"/>
                  <a:pt x="2185950" y="565895"/>
                  <a:pt x="2185950" y="556851"/>
                </a:cubicBezTo>
                <a:cubicBezTo>
                  <a:pt x="2185950" y="547806"/>
                  <a:pt x="2193237" y="540520"/>
                  <a:pt x="2202281" y="540395"/>
                </a:cubicBezTo>
                <a:close/>
                <a:moveTo>
                  <a:pt x="2012853" y="540142"/>
                </a:moveTo>
                <a:cubicBezTo>
                  <a:pt x="2023153" y="540017"/>
                  <a:pt x="2031444" y="548307"/>
                  <a:pt x="2031570" y="558607"/>
                </a:cubicBezTo>
                <a:cubicBezTo>
                  <a:pt x="2031570" y="568907"/>
                  <a:pt x="2023280" y="577198"/>
                  <a:pt x="2012978" y="577323"/>
                </a:cubicBezTo>
                <a:cubicBezTo>
                  <a:pt x="2002804" y="577323"/>
                  <a:pt x="1994387" y="569033"/>
                  <a:pt x="1994387" y="558733"/>
                </a:cubicBezTo>
                <a:cubicBezTo>
                  <a:pt x="1994387" y="548558"/>
                  <a:pt x="2002677" y="540142"/>
                  <a:pt x="2012853" y="540142"/>
                </a:cubicBezTo>
                <a:close/>
                <a:moveTo>
                  <a:pt x="548559" y="531476"/>
                </a:moveTo>
                <a:cubicBezTo>
                  <a:pt x="556975" y="531351"/>
                  <a:pt x="563759" y="538135"/>
                  <a:pt x="563759" y="546425"/>
                </a:cubicBezTo>
                <a:cubicBezTo>
                  <a:pt x="563759" y="554716"/>
                  <a:pt x="557100" y="561499"/>
                  <a:pt x="548811" y="561499"/>
                </a:cubicBezTo>
                <a:cubicBezTo>
                  <a:pt x="540519" y="561624"/>
                  <a:pt x="533737" y="554841"/>
                  <a:pt x="533737" y="546550"/>
                </a:cubicBezTo>
                <a:cubicBezTo>
                  <a:pt x="533737" y="538260"/>
                  <a:pt x="540519" y="531476"/>
                  <a:pt x="548559" y="531476"/>
                </a:cubicBezTo>
                <a:close/>
                <a:moveTo>
                  <a:pt x="2487677" y="530094"/>
                </a:moveTo>
                <a:cubicBezTo>
                  <a:pt x="2492953" y="529968"/>
                  <a:pt x="2497223" y="534239"/>
                  <a:pt x="2497223" y="539515"/>
                </a:cubicBezTo>
                <a:cubicBezTo>
                  <a:pt x="2497223" y="544791"/>
                  <a:pt x="2492953" y="549062"/>
                  <a:pt x="2487677" y="549062"/>
                </a:cubicBezTo>
                <a:cubicBezTo>
                  <a:pt x="2482400" y="549062"/>
                  <a:pt x="2478130" y="544791"/>
                  <a:pt x="2478130" y="539515"/>
                </a:cubicBezTo>
                <a:cubicBezTo>
                  <a:pt x="2478130" y="534365"/>
                  <a:pt x="2482275" y="529968"/>
                  <a:pt x="2487677" y="530094"/>
                </a:cubicBezTo>
                <a:close/>
                <a:moveTo>
                  <a:pt x="1390557" y="527331"/>
                </a:moveTo>
                <a:cubicBezTo>
                  <a:pt x="1403621" y="527331"/>
                  <a:pt x="1414298" y="537883"/>
                  <a:pt x="1414298" y="550947"/>
                </a:cubicBezTo>
                <a:cubicBezTo>
                  <a:pt x="1414298" y="564011"/>
                  <a:pt x="1403746" y="574563"/>
                  <a:pt x="1390682" y="574688"/>
                </a:cubicBezTo>
                <a:cubicBezTo>
                  <a:pt x="1377618" y="574688"/>
                  <a:pt x="1366941" y="564136"/>
                  <a:pt x="1366941" y="551072"/>
                </a:cubicBezTo>
                <a:cubicBezTo>
                  <a:pt x="1366941" y="537883"/>
                  <a:pt x="1377493" y="527331"/>
                  <a:pt x="1390557" y="527331"/>
                </a:cubicBezTo>
                <a:close/>
                <a:moveTo>
                  <a:pt x="1645932" y="526578"/>
                </a:moveTo>
                <a:cubicBezTo>
                  <a:pt x="1658870" y="526453"/>
                  <a:pt x="1669421" y="537004"/>
                  <a:pt x="1669421" y="549942"/>
                </a:cubicBezTo>
                <a:cubicBezTo>
                  <a:pt x="1669421" y="562880"/>
                  <a:pt x="1658996" y="573432"/>
                  <a:pt x="1646057" y="573432"/>
                </a:cubicBezTo>
                <a:cubicBezTo>
                  <a:pt x="1632993" y="573557"/>
                  <a:pt x="1622442" y="563006"/>
                  <a:pt x="1622442" y="550068"/>
                </a:cubicBezTo>
                <a:cubicBezTo>
                  <a:pt x="1622316" y="537130"/>
                  <a:pt x="1632868" y="526578"/>
                  <a:pt x="1645932" y="526578"/>
                </a:cubicBezTo>
                <a:close/>
                <a:moveTo>
                  <a:pt x="1475597" y="520046"/>
                </a:moveTo>
                <a:cubicBezTo>
                  <a:pt x="1488661" y="520046"/>
                  <a:pt x="1499338" y="530598"/>
                  <a:pt x="1499338" y="543662"/>
                </a:cubicBezTo>
                <a:cubicBezTo>
                  <a:pt x="1499338" y="556726"/>
                  <a:pt x="1488787" y="567403"/>
                  <a:pt x="1475723" y="567403"/>
                </a:cubicBezTo>
                <a:cubicBezTo>
                  <a:pt x="1462659" y="567403"/>
                  <a:pt x="1451982" y="556851"/>
                  <a:pt x="1451982" y="543787"/>
                </a:cubicBezTo>
                <a:cubicBezTo>
                  <a:pt x="1451856" y="530723"/>
                  <a:pt x="1462408" y="520046"/>
                  <a:pt x="1475597" y="520046"/>
                </a:cubicBezTo>
                <a:close/>
                <a:moveTo>
                  <a:pt x="1560766" y="519794"/>
                </a:moveTo>
                <a:cubicBezTo>
                  <a:pt x="1573703" y="519794"/>
                  <a:pt x="1584255" y="530220"/>
                  <a:pt x="1584255" y="543159"/>
                </a:cubicBezTo>
                <a:cubicBezTo>
                  <a:pt x="1584380" y="556222"/>
                  <a:pt x="1573830" y="566774"/>
                  <a:pt x="1560891" y="566774"/>
                </a:cubicBezTo>
                <a:cubicBezTo>
                  <a:pt x="1547952" y="566900"/>
                  <a:pt x="1537400" y="556348"/>
                  <a:pt x="1537400" y="543410"/>
                </a:cubicBezTo>
                <a:cubicBezTo>
                  <a:pt x="1537400" y="530471"/>
                  <a:pt x="1547827" y="519919"/>
                  <a:pt x="1560766" y="519794"/>
                </a:cubicBezTo>
                <a:close/>
                <a:moveTo>
                  <a:pt x="722412" y="507985"/>
                </a:moveTo>
                <a:cubicBezTo>
                  <a:pt x="731581" y="507985"/>
                  <a:pt x="739118" y="515397"/>
                  <a:pt x="739118" y="524566"/>
                </a:cubicBezTo>
                <a:cubicBezTo>
                  <a:pt x="739118" y="533736"/>
                  <a:pt x="731706" y="541273"/>
                  <a:pt x="722537" y="541273"/>
                </a:cubicBezTo>
                <a:cubicBezTo>
                  <a:pt x="713493" y="541273"/>
                  <a:pt x="705956" y="533862"/>
                  <a:pt x="705956" y="524692"/>
                </a:cubicBezTo>
                <a:cubicBezTo>
                  <a:pt x="705956" y="515522"/>
                  <a:pt x="713367" y="508110"/>
                  <a:pt x="722412" y="507985"/>
                </a:cubicBezTo>
                <a:close/>
                <a:moveTo>
                  <a:pt x="1934593" y="505473"/>
                </a:moveTo>
                <a:cubicBezTo>
                  <a:pt x="1945397" y="505348"/>
                  <a:pt x="1954190" y="514015"/>
                  <a:pt x="1954190" y="524817"/>
                </a:cubicBezTo>
                <a:cubicBezTo>
                  <a:pt x="1954316" y="535495"/>
                  <a:pt x="1945647" y="544288"/>
                  <a:pt x="1934845" y="544288"/>
                </a:cubicBezTo>
                <a:cubicBezTo>
                  <a:pt x="1924042" y="544414"/>
                  <a:pt x="1915249" y="535746"/>
                  <a:pt x="1915249" y="524944"/>
                </a:cubicBezTo>
                <a:cubicBezTo>
                  <a:pt x="1915249" y="514266"/>
                  <a:pt x="1923916" y="505473"/>
                  <a:pt x="1934593" y="505473"/>
                </a:cubicBezTo>
                <a:close/>
                <a:moveTo>
                  <a:pt x="1101515" y="505223"/>
                </a:moveTo>
                <a:cubicBezTo>
                  <a:pt x="1114076" y="505223"/>
                  <a:pt x="1124377" y="515397"/>
                  <a:pt x="1124377" y="527959"/>
                </a:cubicBezTo>
                <a:cubicBezTo>
                  <a:pt x="1124377" y="540520"/>
                  <a:pt x="1114201" y="550821"/>
                  <a:pt x="1101640" y="550821"/>
                </a:cubicBezTo>
                <a:cubicBezTo>
                  <a:pt x="1089078" y="550821"/>
                  <a:pt x="1078779" y="540645"/>
                  <a:pt x="1078779" y="528084"/>
                </a:cubicBezTo>
                <a:cubicBezTo>
                  <a:pt x="1078779" y="515397"/>
                  <a:pt x="1088953" y="505223"/>
                  <a:pt x="1101515" y="505223"/>
                </a:cubicBezTo>
                <a:close/>
                <a:moveTo>
                  <a:pt x="2593068" y="504343"/>
                </a:moveTo>
                <a:cubicBezTo>
                  <a:pt x="2595580" y="504343"/>
                  <a:pt x="2597717" y="506353"/>
                  <a:pt x="2597717" y="508991"/>
                </a:cubicBezTo>
                <a:cubicBezTo>
                  <a:pt x="2597717" y="511503"/>
                  <a:pt x="2595580" y="513639"/>
                  <a:pt x="2593068" y="513639"/>
                </a:cubicBezTo>
                <a:cubicBezTo>
                  <a:pt x="2590555" y="513639"/>
                  <a:pt x="2588420" y="511503"/>
                  <a:pt x="2588420" y="508991"/>
                </a:cubicBezTo>
                <a:cubicBezTo>
                  <a:pt x="2588420" y="506353"/>
                  <a:pt x="2590555" y="504343"/>
                  <a:pt x="2593068" y="504343"/>
                </a:cubicBezTo>
                <a:close/>
                <a:moveTo>
                  <a:pt x="2313826" y="504094"/>
                </a:moveTo>
                <a:cubicBezTo>
                  <a:pt x="2321990" y="504094"/>
                  <a:pt x="2328647" y="510751"/>
                  <a:pt x="2328647" y="518917"/>
                </a:cubicBezTo>
                <a:cubicBezTo>
                  <a:pt x="2328647" y="527082"/>
                  <a:pt x="2321990" y="533739"/>
                  <a:pt x="2313826" y="533739"/>
                </a:cubicBezTo>
                <a:cubicBezTo>
                  <a:pt x="2305535" y="533739"/>
                  <a:pt x="2298878" y="527082"/>
                  <a:pt x="2298878" y="518917"/>
                </a:cubicBezTo>
                <a:cubicBezTo>
                  <a:pt x="2298878" y="510751"/>
                  <a:pt x="2305535" y="504094"/>
                  <a:pt x="2313826" y="504094"/>
                </a:cubicBezTo>
                <a:close/>
                <a:moveTo>
                  <a:pt x="443169" y="503715"/>
                </a:moveTo>
                <a:cubicBezTo>
                  <a:pt x="450329" y="503715"/>
                  <a:pt x="456233" y="509619"/>
                  <a:pt x="456233" y="516779"/>
                </a:cubicBezTo>
                <a:cubicBezTo>
                  <a:pt x="456233" y="523939"/>
                  <a:pt x="450329" y="529843"/>
                  <a:pt x="443169" y="529843"/>
                </a:cubicBezTo>
                <a:cubicBezTo>
                  <a:pt x="436009" y="529843"/>
                  <a:pt x="430105" y="523939"/>
                  <a:pt x="430105" y="516779"/>
                </a:cubicBezTo>
                <a:cubicBezTo>
                  <a:pt x="430105" y="509494"/>
                  <a:pt x="435882" y="503715"/>
                  <a:pt x="443169" y="503715"/>
                </a:cubicBezTo>
                <a:close/>
                <a:moveTo>
                  <a:pt x="906561" y="499945"/>
                </a:moveTo>
                <a:cubicBezTo>
                  <a:pt x="915858" y="499820"/>
                  <a:pt x="923395" y="507357"/>
                  <a:pt x="923395" y="516652"/>
                </a:cubicBezTo>
                <a:cubicBezTo>
                  <a:pt x="923520" y="525948"/>
                  <a:pt x="915983" y="533485"/>
                  <a:pt x="906688" y="533485"/>
                </a:cubicBezTo>
                <a:cubicBezTo>
                  <a:pt x="897517" y="533610"/>
                  <a:pt x="889855" y="526073"/>
                  <a:pt x="889855" y="516778"/>
                </a:cubicBezTo>
                <a:cubicBezTo>
                  <a:pt x="889855" y="507482"/>
                  <a:pt x="897392" y="499945"/>
                  <a:pt x="906561" y="499945"/>
                </a:cubicBezTo>
                <a:close/>
                <a:moveTo>
                  <a:pt x="2129547" y="495047"/>
                </a:moveTo>
                <a:cubicBezTo>
                  <a:pt x="2139094" y="495047"/>
                  <a:pt x="2146883" y="502709"/>
                  <a:pt x="2146883" y="512255"/>
                </a:cubicBezTo>
                <a:cubicBezTo>
                  <a:pt x="2146883" y="521802"/>
                  <a:pt x="2139220" y="529590"/>
                  <a:pt x="2129674" y="529590"/>
                </a:cubicBezTo>
                <a:cubicBezTo>
                  <a:pt x="2120127" y="529590"/>
                  <a:pt x="2112339" y="521927"/>
                  <a:pt x="2112339" y="512382"/>
                </a:cubicBezTo>
                <a:cubicBezTo>
                  <a:pt x="2112213" y="502834"/>
                  <a:pt x="2120001" y="495047"/>
                  <a:pt x="2129547" y="495047"/>
                </a:cubicBezTo>
                <a:close/>
                <a:moveTo>
                  <a:pt x="338778" y="483868"/>
                </a:moveTo>
                <a:cubicBezTo>
                  <a:pt x="341164" y="483868"/>
                  <a:pt x="343174" y="485753"/>
                  <a:pt x="343174" y="488265"/>
                </a:cubicBezTo>
                <a:cubicBezTo>
                  <a:pt x="343174" y="490652"/>
                  <a:pt x="341164" y="492662"/>
                  <a:pt x="338778" y="492662"/>
                </a:cubicBezTo>
                <a:cubicBezTo>
                  <a:pt x="336392" y="492662"/>
                  <a:pt x="334382" y="490652"/>
                  <a:pt x="334382" y="488265"/>
                </a:cubicBezTo>
                <a:cubicBezTo>
                  <a:pt x="334382" y="485753"/>
                  <a:pt x="336392" y="483743"/>
                  <a:pt x="338778" y="483868"/>
                </a:cubicBezTo>
                <a:close/>
                <a:moveTo>
                  <a:pt x="1181909" y="476708"/>
                </a:moveTo>
                <a:cubicBezTo>
                  <a:pt x="1194471" y="476708"/>
                  <a:pt x="1204772" y="486882"/>
                  <a:pt x="1204772" y="499444"/>
                </a:cubicBezTo>
                <a:cubicBezTo>
                  <a:pt x="1204772" y="512005"/>
                  <a:pt x="1194596" y="522306"/>
                  <a:pt x="1182034" y="522306"/>
                </a:cubicBezTo>
                <a:cubicBezTo>
                  <a:pt x="1169472" y="522306"/>
                  <a:pt x="1159173" y="512130"/>
                  <a:pt x="1159173" y="499569"/>
                </a:cubicBezTo>
                <a:cubicBezTo>
                  <a:pt x="1159173" y="487008"/>
                  <a:pt x="1169347" y="476708"/>
                  <a:pt x="1181909" y="476708"/>
                </a:cubicBezTo>
                <a:close/>
                <a:moveTo>
                  <a:pt x="1853949" y="475703"/>
                </a:moveTo>
                <a:cubicBezTo>
                  <a:pt x="1865883" y="475578"/>
                  <a:pt x="1875555" y="485250"/>
                  <a:pt x="1875555" y="497057"/>
                </a:cubicBezTo>
                <a:cubicBezTo>
                  <a:pt x="1875682" y="508866"/>
                  <a:pt x="1866010" y="518538"/>
                  <a:pt x="1854201" y="518538"/>
                </a:cubicBezTo>
                <a:cubicBezTo>
                  <a:pt x="1842267" y="518663"/>
                  <a:pt x="1832595" y="508991"/>
                  <a:pt x="1832595" y="497184"/>
                </a:cubicBezTo>
                <a:cubicBezTo>
                  <a:pt x="1832595" y="485250"/>
                  <a:pt x="1842142" y="475578"/>
                  <a:pt x="1853949" y="475703"/>
                </a:cubicBezTo>
                <a:close/>
                <a:moveTo>
                  <a:pt x="612749" y="475200"/>
                </a:moveTo>
                <a:cubicBezTo>
                  <a:pt x="621039" y="475075"/>
                  <a:pt x="627823" y="481859"/>
                  <a:pt x="627823" y="490149"/>
                </a:cubicBezTo>
                <a:cubicBezTo>
                  <a:pt x="627949" y="498440"/>
                  <a:pt x="621166" y="505223"/>
                  <a:pt x="612875" y="505223"/>
                </a:cubicBezTo>
                <a:cubicBezTo>
                  <a:pt x="604585" y="505348"/>
                  <a:pt x="597801" y="498565"/>
                  <a:pt x="597801" y="490274"/>
                </a:cubicBezTo>
                <a:cubicBezTo>
                  <a:pt x="597801" y="481984"/>
                  <a:pt x="604458" y="475200"/>
                  <a:pt x="612749" y="475200"/>
                </a:cubicBezTo>
                <a:close/>
                <a:moveTo>
                  <a:pt x="2423111" y="471056"/>
                </a:moveTo>
                <a:cubicBezTo>
                  <a:pt x="2430145" y="471056"/>
                  <a:pt x="2435797" y="476583"/>
                  <a:pt x="2435797" y="483617"/>
                </a:cubicBezTo>
                <a:cubicBezTo>
                  <a:pt x="2435797" y="490652"/>
                  <a:pt x="2430145" y="496304"/>
                  <a:pt x="2423236" y="496304"/>
                </a:cubicBezTo>
                <a:cubicBezTo>
                  <a:pt x="2416328" y="496304"/>
                  <a:pt x="2410549" y="490652"/>
                  <a:pt x="2410549" y="483743"/>
                </a:cubicBezTo>
                <a:cubicBezTo>
                  <a:pt x="2410549" y="476708"/>
                  <a:pt x="2416202" y="471056"/>
                  <a:pt x="2423111" y="471056"/>
                </a:cubicBezTo>
                <a:close/>
                <a:moveTo>
                  <a:pt x="792251" y="465781"/>
                </a:moveTo>
                <a:cubicBezTo>
                  <a:pt x="797653" y="465781"/>
                  <a:pt x="802049" y="470051"/>
                  <a:pt x="802049" y="475453"/>
                </a:cubicBezTo>
                <a:cubicBezTo>
                  <a:pt x="802049" y="480855"/>
                  <a:pt x="797778" y="485252"/>
                  <a:pt x="792378" y="485252"/>
                </a:cubicBezTo>
                <a:cubicBezTo>
                  <a:pt x="786976" y="485377"/>
                  <a:pt x="782580" y="480980"/>
                  <a:pt x="782580" y="475578"/>
                </a:cubicBezTo>
                <a:cubicBezTo>
                  <a:pt x="782580" y="470303"/>
                  <a:pt x="786851" y="465906"/>
                  <a:pt x="792251" y="465781"/>
                </a:cubicBezTo>
                <a:close/>
                <a:moveTo>
                  <a:pt x="981929" y="464524"/>
                </a:moveTo>
                <a:cubicBezTo>
                  <a:pt x="988713" y="464397"/>
                  <a:pt x="994365" y="469924"/>
                  <a:pt x="994365" y="476833"/>
                </a:cubicBezTo>
                <a:cubicBezTo>
                  <a:pt x="994491" y="483617"/>
                  <a:pt x="988838" y="489269"/>
                  <a:pt x="982056" y="489269"/>
                </a:cubicBezTo>
                <a:cubicBezTo>
                  <a:pt x="975272" y="489269"/>
                  <a:pt x="969620" y="483742"/>
                  <a:pt x="969620" y="476958"/>
                </a:cubicBezTo>
                <a:cubicBezTo>
                  <a:pt x="969620" y="470051"/>
                  <a:pt x="975147" y="464524"/>
                  <a:pt x="981929" y="464524"/>
                </a:cubicBezTo>
                <a:close/>
                <a:moveTo>
                  <a:pt x="2053802" y="464146"/>
                </a:moveTo>
                <a:cubicBezTo>
                  <a:pt x="2058702" y="464146"/>
                  <a:pt x="2062721" y="468040"/>
                  <a:pt x="2062721" y="472939"/>
                </a:cubicBezTo>
                <a:cubicBezTo>
                  <a:pt x="2062721" y="477837"/>
                  <a:pt x="2058827" y="481857"/>
                  <a:pt x="2053929" y="481857"/>
                </a:cubicBezTo>
                <a:cubicBezTo>
                  <a:pt x="2049030" y="481857"/>
                  <a:pt x="2045010" y="477963"/>
                  <a:pt x="2045010" y="473065"/>
                </a:cubicBezTo>
                <a:cubicBezTo>
                  <a:pt x="2045010" y="468165"/>
                  <a:pt x="2049030" y="464146"/>
                  <a:pt x="2053802" y="464146"/>
                </a:cubicBezTo>
                <a:close/>
                <a:moveTo>
                  <a:pt x="2243608" y="463141"/>
                </a:moveTo>
                <a:cubicBezTo>
                  <a:pt x="2247502" y="463141"/>
                  <a:pt x="2250767" y="466281"/>
                  <a:pt x="2250767" y="470175"/>
                </a:cubicBezTo>
                <a:cubicBezTo>
                  <a:pt x="2250767" y="474070"/>
                  <a:pt x="2247627" y="477335"/>
                  <a:pt x="2243733" y="477335"/>
                </a:cubicBezTo>
                <a:cubicBezTo>
                  <a:pt x="2239713" y="477335"/>
                  <a:pt x="2236573" y="474195"/>
                  <a:pt x="2236573" y="470301"/>
                </a:cubicBezTo>
                <a:cubicBezTo>
                  <a:pt x="2236573" y="466407"/>
                  <a:pt x="2239713" y="463266"/>
                  <a:pt x="2243608" y="463141"/>
                </a:cubicBezTo>
                <a:close/>
                <a:moveTo>
                  <a:pt x="1771671" y="462011"/>
                </a:moveTo>
                <a:cubicBezTo>
                  <a:pt x="1778956" y="461886"/>
                  <a:pt x="1784985" y="467915"/>
                  <a:pt x="1784985" y="475202"/>
                </a:cubicBezTo>
                <a:cubicBezTo>
                  <a:pt x="1784985" y="482487"/>
                  <a:pt x="1779081" y="488517"/>
                  <a:pt x="1771797" y="488517"/>
                </a:cubicBezTo>
                <a:cubicBezTo>
                  <a:pt x="1764511" y="488642"/>
                  <a:pt x="1758482" y="482612"/>
                  <a:pt x="1758482" y="475327"/>
                </a:cubicBezTo>
                <a:cubicBezTo>
                  <a:pt x="1758356" y="468041"/>
                  <a:pt x="1764385" y="462011"/>
                  <a:pt x="1771671" y="462011"/>
                </a:cubicBezTo>
                <a:close/>
                <a:moveTo>
                  <a:pt x="1264063" y="458494"/>
                </a:moveTo>
                <a:cubicBezTo>
                  <a:pt x="1274363" y="458369"/>
                  <a:pt x="1282779" y="466659"/>
                  <a:pt x="1282779" y="476960"/>
                </a:cubicBezTo>
                <a:cubicBezTo>
                  <a:pt x="1282905" y="487260"/>
                  <a:pt x="1274615" y="495677"/>
                  <a:pt x="1264314" y="495677"/>
                </a:cubicBezTo>
                <a:cubicBezTo>
                  <a:pt x="1254139" y="495802"/>
                  <a:pt x="1245723" y="487512"/>
                  <a:pt x="1245723" y="477211"/>
                </a:cubicBezTo>
                <a:cubicBezTo>
                  <a:pt x="1245597" y="466911"/>
                  <a:pt x="1253887" y="458619"/>
                  <a:pt x="1264063" y="458494"/>
                </a:cubicBezTo>
                <a:close/>
                <a:moveTo>
                  <a:pt x="504846" y="449952"/>
                </a:moveTo>
                <a:cubicBezTo>
                  <a:pt x="509242" y="449952"/>
                  <a:pt x="512886" y="453469"/>
                  <a:pt x="512886" y="457866"/>
                </a:cubicBezTo>
                <a:cubicBezTo>
                  <a:pt x="512886" y="462262"/>
                  <a:pt x="509369" y="465906"/>
                  <a:pt x="504972" y="465906"/>
                </a:cubicBezTo>
                <a:cubicBezTo>
                  <a:pt x="500574" y="465906"/>
                  <a:pt x="496932" y="462389"/>
                  <a:pt x="496932" y="457992"/>
                </a:cubicBezTo>
                <a:cubicBezTo>
                  <a:pt x="496932" y="453595"/>
                  <a:pt x="500449" y="449952"/>
                  <a:pt x="504846" y="449952"/>
                </a:cubicBezTo>
                <a:close/>
                <a:moveTo>
                  <a:pt x="2530763" y="448068"/>
                </a:moveTo>
                <a:cubicBezTo>
                  <a:pt x="2532144" y="448068"/>
                  <a:pt x="2533276" y="449073"/>
                  <a:pt x="2533276" y="450455"/>
                </a:cubicBezTo>
                <a:cubicBezTo>
                  <a:pt x="2533276" y="451837"/>
                  <a:pt x="2532271" y="452967"/>
                  <a:pt x="2530888" y="452967"/>
                </a:cubicBezTo>
                <a:cubicBezTo>
                  <a:pt x="2529632" y="452967"/>
                  <a:pt x="2528501" y="451962"/>
                  <a:pt x="2528501" y="450580"/>
                </a:cubicBezTo>
                <a:cubicBezTo>
                  <a:pt x="2528501" y="449198"/>
                  <a:pt x="2529632" y="448193"/>
                  <a:pt x="2530763" y="448068"/>
                </a:cubicBezTo>
                <a:close/>
                <a:moveTo>
                  <a:pt x="1687761" y="445054"/>
                </a:moveTo>
                <a:cubicBezTo>
                  <a:pt x="1695801" y="445054"/>
                  <a:pt x="1702458" y="451586"/>
                  <a:pt x="1702458" y="459625"/>
                </a:cubicBezTo>
                <a:cubicBezTo>
                  <a:pt x="1702458" y="467790"/>
                  <a:pt x="1695926" y="474322"/>
                  <a:pt x="1687886" y="474322"/>
                </a:cubicBezTo>
                <a:cubicBezTo>
                  <a:pt x="1679847" y="474322"/>
                  <a:pt x="1673315" y="467790"/>
                  <a:pt x="1673315" y="459751"/>
                </a:cubicBezTo>
                <a:cubicBezTo>
                  <a:pt x="1673189" y="451711"/>
                  <a:pt x="1679721" y="445179"/>
                  <a:pt x="1687761" y="445054"/>
                </a:cubicBezTo>
                <a:close/>
                <a:moveTo>
                  <a:pt x="1347848" y="443043"/>
                </a:moveTo>
                <a:cubicBezTo>
                  <a:pt x="1357771" y="443043"/>
                  <a:pt x="1365810" y="450957"/>
                  <a:pt x="1365810" y="460880"/>
                </a:cubicBezTo>
                <a:cubicBezTo>
                  <a:pt x="1365810" y="470804"/>
                  <a:pt x="1357897" y="478843"/>
                  <a:pt x="1347973" y="478843"/>
                </a:cubicBezTo>
                <a:cubicBezTo>
                  <a:pt x="1338049" y="478843"/>
                  <a:pt x="1330009" y="470930"/>
                  <a:pt x="1330009" y="461006"/>
                </a:cubicBezTo>
                <a:cubicBezTo>
                  <a:pt x="1330009" y="451082"/>
                  <a:pt x="1338049" y="443043"/>
                  <a:pt x="1347848" y="443043"/>
                </a:cubicBezTo>
                <a:close/>
                <a:moveTo>
                  <a:pt x="1602972" y="435506"/>
                </a:moveTo>
                <a:cubicBezTo>
                  <a:pt x="1611262" y="435381"/>
                  <a:pt x="1618046" y="442165"/>
                  <a:pt x="1618046" y="450455"/>
                </a:cubicBezTo>
                <a:cubicBezTo>
                  <a:pt x="1618171" y="458746"/>
                  <a:pt x="1611389" y="465529"/>
                  <a:pt x="1603097" y="465529"/>
                </a:cubicBezTo>
                <a:cubicBezTo>
                  <a:pt x="1594807" y="465654"/>
                  <a:pt x="1588023" y="458871"/>
                  <a:pt x="1588023" y="450580"/>
                </a:cubicBezTo>
                <a:cubicBezTo>
                  <a:pt x="1588023" y="442290"/>
                  <a:pt x="1594807" y="435506"/>
                  <a:pt x="1602972" y="435506"/>
                </a:cubicBezTo>
                <a:close/>
                <a:moveTo>
                  <a:pt x="1432511" y="434376"/>
                </a:moveTo>
                <a:cubicBezTo>
                  <a:pt x="1441807" y="434251"/>
                  <a:pt x="1449344" y="441788"/>
                  <a:pt x="1449344" y="451083"/>
                </a:cubicBezTo>
                <a:cubicBezTo>
                  <a:pt x="1449470" y="460379"/>
                  <a:pt x="1441933" y="467916"/>
                  <a:pt x="1432638" y="467916"/>
                </a:cubicBezTo>
                <a:cubicBezTo>
                  <a:pt x="1423341" y="468041"/>
                  <a:pt x="1415804" y="460504"/>
                  <a:pt x="1415804" y="451209"/>
                </a:cubicBezTo>
                <a:cubicBezTo>
                  <a:pt x="1415804" y="441913"/>
                  <a:pt x="1423341" y="434376"/>
                  <a:pt x="1432511" y="434376"/>
                </a:cubicBezTo>
                <a:close/>
                <a:moveTo>
                  <a:pt x="1517805" y="431863"/>
                </a:moveTo>
                <a:cubicBezTo>
                  <a:pt x="1526473" y="431863"/>
                  <a:pt x="1533633" y="438897"/>
                  <a:pt x="1533633" y="447564"/>
                </a:cubicBezTo>
                <a:cubicBezTo>
                  <a:pt x="1533633" y="456358"/>
                  <a:pt x="1526598" y="463392"/>
                  <a:pt x="1517931" y="463392"/>
                </a:cubicBezTo>
                <a:cubicBezTo>
                  <a:pt x="1509263" y="463392"/>
                  <a:pt x="1502229" y="456358"/>
                  <a:pt x="1502229" y="447690"/>
                </a:cubicBezTo>
                <a:cubicBezTo>
                  <a:pt x="1502103" y="439023"/>
                  <a:pt x="1509138" y="431863"/>
                  <a:pt x="1517805" y="431863"/>
                </a:cubicBezTo>
                <a:close/>
                <a:moveTo>
                  <a:pt x="1975671" y="429101"/>
                </a:moveTo>
                <a:cubicBezTo>
                  <a:pt x="1981198" y="429101"/>
                  <a:pt x="1985721" y="433497"/>
                  <a:pt x="1985721" y="439024"/>
                </a:cubicBezTo>
                <a:cubicBezTo>
                  <a:pt x="1985721" y="444424"/>
                  <a:pt x="1981324" y="448946"/>
                  <a:pt x="1975797" y="448946"/>
                </a:cubicBezTo>
                <a:cubicBezTo>
                  <a:pt x="1970269" y="448946"/>
                  <a:pt x="1965747" y="444551"/>
                  <a:pt x="1965747" y="439024"/>
                </a:cubicBezTo>
                <a:cubicBezTo>
                  <a:pt x="1965747" y="433497"/>
                  <a:pt x="1970269" y="428975"/>
                  <a:pt x="1975671" y="429101"/>
                </a:cubicBezTo>
                <a:close/>
                <a:moveTo>
                  <a:pt x="679952" y="427844"/>
                </a:moveTo>
                <a:cubicBezTo>
                  <a:pt x="685478" y="427844"/>
                  <a:pt x="690000" y="432241"/>
                  <a:pt x="690000" y="437768"/>
                </a:cubicBezTo>
                <a:cubicBezTo>
                  <a:pt x="690000" y="443169"/>
                  <a:pt x="685604" y="447691"/>
                  <a:pt x="680077" y="447691"/>
                </a:cubicBezTo>
                <a:cubicBezTo>
                  <a:pt x="674676" y="447691"/>
                  <a:pt x="670154" y="443295"/>
                  <a:pt x="670154" y="437768"/>
                </a:cubicBezTo>
                <a:cubicBezTo>
                  <a:pt x="670154" y="432366"/>
                  <a:pt x="674550" y="427844"/>
                  <a:pt x="679952" y="427844"/>
                </a:cubicBezTo>
                <a:close/>
                <a:moveTo>
                  <a:pt x="1059938" y="426714"/>
                </a:moveTo>
                <a:cubicBezTo>
                  <a:pt x="1068480" y="426714"/>
                  <a:pt x="1075514" y="433623"/>
                  <a:pt x="1075514" y="442165"/>
                </a:cubicBezTo>
                <a:cubicBezTo>
                  <a:pt x="1075514" y="450708"/>
                  <a:pt x="1068605" y="457742"/>
                  <a:pt x="1060063" y="457742"/>
                </a:cubicBezTo>
                <a:cubicBezTo>
                  <a:pt x="1051521" y="457742"/>
                  <a:pt x="1044487" y="450833"/>
                  <a:pt x="1044487" y="442291"/>
                </a:cubicBezTo>
                <a:cubicBezTo>
                  <a:pt x="1044487" y="433749"/>
                  <a:pt x="1051396" y="426839"/>
                  <a:pt x="1059938" y="426714"/>
                </a:cubicBezTo>
                <a:close/>
                <a:moveTo>
                  <a:pt x="2355655" y="425958"/>
                </a:moveTo>
                <a:cubicBezTo>
                  <a:pt x="2358796" y="425958"/>
                  <a:pt x="2361434" y="428596"/>
                  <a:pt x="2361434" y="431736"/>
                </a:cubicBezTo>
                <a:cubicBezTo>
                  <a:pt x="2361434" y="434877"/>
                  <a:pt x="2358796" y="437515"/>
                  <a:pt x="2355655" y="437515"/>
                </a:cubicBezTo>
                <a:cubicBezTo>
                  <a:pt x="2352515" y="437515"/>
                  <a:pt x="2349877" y="434877"/>
                  <a:pt x="2349877" y="431736"/>
                </a:cubicBezTo>
                <a:cubicBezTo>
                  <a:pt x="2349877" y="428596"/>
                  <a:pt x="2352389" y="425958"/>
                  <a:pt x="2355655" y="425958"/>
                </a:cubicBezTo>
                <a:close/>
                <a:moveTo>
                  <a:pt x="398445" y="422695"/>
                </a:moveTo>
                <a:cubicBezTo>
                  <a:pt x="400958" y="422695"/>
                  <a:pt x="403093" y="424830"/>
                  <a:pt x="403093" y="427343"/>
                </a:cubicBezTo>
                <a:cubicBezTo>
                  <a:pt x="403093" y="429855"/>
                  <a:pt x="401083" y="431991"/>
                  <a:pt x="398445" y="431991"/>
                </a:cubicBezTo>
                <a:cubicBezTo>
                  <a:pt x="395933" y="431991"/>
                  <a:pt x="393798" y="429981"/>
                  <a:pt x="393798" y="427343"/>
                </a:cubicBezTo>
                <a:cubicBezTo>
                  <a:pt x="393798" y="424705"/>
                  <a:pt x="395933" y="422695"/>
                  <a:pt x="398445" y="422695"/>
                </a:cubicBezTo>
                <a:close/>
                <a:moveTo>
                  <a:pt x="865108" y="420935"/>
                </a:moveTo>
                <a:cubicBezTo>
                  <a:pt x="870635" y="420935"/>
                  <a:pt x="875284" y="425457"/>
                  <a:pt x="875284" y="431109"/>
                </a:cubicBezTo>
                <a:cubicBezTo>
                  <a:pt x="875284" y="436636"/>
                  <a:pt x="870762" y="441284"/>
                  <a:pt x="865108" y="441284"/>
                </a:cubicBezTo>
                <a:cubicBezTo>
                  <a:pt x="859456" y="441284"/>
                  <a:pt x="854934" y="436762"/>
                  <a:pt x="854934" y="431109"/>
                </a:cubicBezTo>
                <a:cubicBezTo>
                  <a:pt x="854934" y="425582"/>
                  <a:pt x="859456" y="420935"/>
                  <a:pt x="865108" y="420935"/>
                </a:cubicBezTo>
                <a:close/>
                <a:moveTo>
                  <a:pt x="2170501" y="418423"/>
                </a:moveTo>
                <a:cubicBezTo>
                  <a:pt x="2174897" y="418423"/>
                  <a:pt x="2178541" y="421940"/>
                  <a:pt x="2178541" y="426337"/>
                </a:cubicBezTo>
                <a:cubicBezTo>
                  <a:pt x="2178541" y="430733"/>
                  <a:pt x="2175023" y="434377"/>
                  <a:pt x="2170626" y="434377"/>
                </a:cubicBezTo>
                <a:cubicBezTo>
                  <a:pt x="2166229" y="434377"/>
                  <a:pt x="2162586" y="430860"/>
                  <a:pt x="2162586" y="426463"/>
                </a:cubicBezTo>
                <a:cubicBezTo>
                  <a:pt x="2162586" y="422066"/>
                  <a:pt x="2166104" y="418423"/>
                  <a:pt x="2170501" y="418423"/>
                </a:cubicBezTo>
                <a:close/>
                <a:moveTo>
                  <a:pt x="1895278" y="398828"/>
                </a:moveTo>
                <a:cubicBezTo>
                  <a:pt x="1901683" y="398701"/>
                  <a:pt x="1906835" y="403852"/>
                  <a:pt x="1906835" y="410258"/>
                </a:cubicBezTo>
                <a:cubicBezTo>
                  <a:pt x="1906835" y="416665"/>
                  <a:pt x="1901810" y="421815"/>
                  <a:pt x="1895403" y="421815"/>
                </a:cubicBezTo>
                <a:cubicBezTo>
                  <a:pt x="1888996" y="421815"/>
                  <a:pt x="1883846" y="416665"/>
                  <a:pt x="1883846" y="410384"/>
                </a:cubicBezTo>
                <a:cubicBezTo>
                  <a:pt x="1883846" y="404103"/>
                  <a:pt x="1888996" y="398828"/>
                  <a:pt x="1895278" y="398828"/>
                </a:cubicBezTo>
                <a:close/>
                <a:moveTo>
                  <a:pt x="1140080" y="395184"/>
                </a:moveTo>
                <a:cubicBezTo>
                  <a:pt x="1150002" y="395184"/>
                  <a:pt x="1158042" y="403098"/>
                  <a:pt x="1158042" y="413022"/>
                </a:cubicBezTo>
                <a:cubicBezTo>
                  <a:pt x="1158042" y="422945"/>
                  <a:pt x="1150129" y="430984"/>
                  <a:pt x="1140205" y="430984"/>
                </a:cubicBezTo>
                <a:cubicBezTo>
                  <a:pt x="1130281" y="430984"/>
                  <a:pt x="1122242" y="423071"/>
                  <a:pt x="1122242" y="413147"/>
                </a:cubicBezTo>
                <a:cubicBezTo>
                  <a:pt x="1122117" y="403223"/>
                  <a:pt x="1130156" y="395184"/>
                  <a:pt x="1140080" y="395184"/>
                </a:cubicBezTo>
                <a:close/>
                <a:moveTo>
                  <a:pt x="569786" y="392924"/>
                </a:moveTo>
                <a:cubicBezTo>
                  <a:pt x="575188" y="392924"/>
                  <a:pt x="579584" y="397195"/>
                  <a:pt x="579584" y="402595"/>
                </a:cubicBezTo>
                <a:cubicBezTo>
                  <a:pt x="579584" y="407997"/>
                  <a:pt x="575313" y="412393"/>
                  <a:pt x="569911" y="412393"/>
                </a:cubicBezTo>
                <a:cubicBezTo>
                  <a:pt x="564511" y="412393"/>
                  <a:pt x="560115" y="408122"/>
                  <a:pt x="560115" y="402722"/>
                </a:cubicBezTo>
                <a:cubicBezTo>
                  <a:pt x="560115" y="397320"/>
                  <a:pt x="564386" y="392924"/>
                  <a:pt x="569786" y="392924"/>
                </a:cubicBezTo>
                <a:close/>
                <a:moveTo>
                  <a:pt x="2465442" y="391543"/>
                </a:moveTo>
                <a:cubicBezTo>
                  <a:pt x="2467829" y="391543"/>
                  <a:pt x="2469713" y="393301"/>
                  <a:pt x="2469713" y="395688"/>
                </a:cubicBezTo>
                <a:cubicBezTo>
                  <a:pt x="2469839" y="398075"/>
                  <a:pt x="2467829" y="399960"/>
                  <a:pt x="2465567" y="399960"/>
                </a:cubicBezTo>
                <a:cubicBezTo>
                  <a:pt x="2463182" y="399960"/>
                  <a:pt x="2461297" y="398075"/>
                  <a:pt x="2461297" y="395815"/>
                </a:cubicBezTo>
                <a:cubicBezTo>
                  <a:pt x="2461297" y="393428"/>
                  <a:pt x="2463182" y="391543"/>
                  <a:pt x="2465442" y="391543"/>
                </a:cubicBezTo>
                <a:close/>
                <a:moveTo>
                  <a:pt x="750296" y="379732"/>
                </a:moveTo>
                <a:cubicBezTo>
                  <a:pt x="755698" y="379732"/>
                  <a:pt x="760094" y="384003"/>
                  <a:pt x="760094" y="389404"/>
                </a:cubicBezTo>
                <a:cubicBezTo>
                  <a:pt x="760220" y="394806"/>
                  <a:pt x="755823" y="399203"/>
                  <a:pt x="750422" y="399203"/>
                </a:cubicBezTo>
                <a:cubicBezTo>
                  <a:pt x="745021" y="399328"/>
                  <a:pt x="740624" y="394931"/>
                  <a:pt x="740624" y="389531"/>
                </a:cubicBezTo>
                <a:cubicBezTo>
                  <a:pt x="740624" y="384129"/>
                  <a:pt x="745021" y="379857"/>
                  <a:pt x="750296" y="379732"/>
                </a:cubicBezTo>
                <a:close/>
                <a:moveTo>
                  <a:pt x="940353" y="378980"/>
                </a:moveTo>
                <a:cubicBezTo>
                  <a:pt x="947135" y="378853"/>
                  <a:pt x="952787" y="384380"/>
                  <a:pt x="952787" y="391289"/>
                </a:cubicBezTo>
                <a:cubicBezTo>
                  <a:pt x="952914" y="398073"/>
                  <a:pt x="947387" y="403726"/>
                  <a:pt x="940478" y="403726"/>
                </a:cubicBezTo>
                <a:cubicBezTo>
                  <a:pt x="933694" y="403851"/>
                  <a:pt x="928042" y="398324"/>
                  <a:pt x="928042" y="391415"/>
                </a:cubicBezTo>
                <a:cubicBezTo>
                  <a:pt x="928042" y="384632"/>
                  <a:pt x="933569" y="379105"/>
                  <a:pt x="940353" y="378980"/>
                </a:cubicBezTo>
                <a:close/>
                <a:moveTo>
                  <a:pt x="2094752" y="378353"/>
                </a:moveTo>
                <a:cubicBezTo>
                  <a:pt x="2099652" y="378353"/>
                  <a:pt x="2103671" y="382247"/>
                  <a:pt x="2103671" y="387145"/>
                </a:cubicBezTo>
                <a:cubicBezTo>
                  <a:pt x="2103671" y="392044"/>
                  <a:pt x="2099778" y="396064"/>
                  <a:pt x="2094879" y="396064"/>
                </a:cubicBezTo>
                <a:cubicBezTo>
                  <a:pt x="2089980" y="396064"/>
                  <a:pt x="2085960" y="392170"/>
                  <a:pt x="2085960" y="387272"/>
                </a:cubicBezTo>
                <a:cubicBezTo>
                  <a:pt x="2085960" y="382372"/>
                  <a:pt x="2089855" y="378353"/>
                  <a:pt x="2094752" y="378353"/>
                </a:cubicBezTo>
                <a:close/>
                <a:moveTo>
                  <a:pt x="2284935" y="376845"/>
                </a:moveTo>
                <a:cubicBezTo>
                  <a:pt x="2288830" y="376845"/>
                  <a:pt x="2291971" y="379985"/>
                  <a:pt x="2291971" y="383879"/>
                </a:cubicBezTo>
                <a:cubicBezTo>
                  <a:pt x="2291971" y="387774"/>
                  <a:pt x="2288830" y="391039"/>
                  <a:pt x="2284935" y="391039"/>
                </a:cubicBezTo>
                <a:cubicBezTo>
                  <a:pt x="2281041" y="391039"/>
                  <a:pt x="2277900" y="387899"/>
                  <a:pt x="2277900" y="384005"/>
                </a:cubicBezTo>
                <a:cubicBezTo>
                  <a:pt x="2277774" y="380111"/>
                  <a:pt x="2281041" y="376845"/>
                  <a:pt x="2284935" y="376845"/>
                </a:cubicBezTo>
                <a:close/>
                <a:moveTo>
                  <a:pt x="1813126" y="374206"/>
                </a:moveTo>
                <a:cubicBezTo>
                  <a:pt x="1820412" y="374081"/>
                  <a:pt x="1826442" y="380110"/>
                  <a:pt x="1826442" y="387397"/>
                </a:cubicBezTo>
                <a:cubicBezTo>
                  <a:pt x="1826442" y="394682"/>
                  <a:pt x="1820537" y="400712"/>
                  <a:pt x="1813252" y="400712"/>
                </a:cubicBezTo>
                <a:cubicBezTo>
                  <a:pt x="1805966" y="400837"/>
                  <a:pt x="1799936" y="394807"/>
                  <a:pt x="1799936" y="387522"/>
                </a:cubicBezTo>
                <a:cubicBezTo>
                  <a:pt x="1799936" y="380110"/>
                  <a:pt x="1805841" y="374206"/>
                  <a:pt x="1813126" y="374206"/>
                </a:cubicBezTo>
                <a:close/>
                <a:moveTo>
                  <a:pt x="1222108" y="370941"/>
                </a:moveTo>
                <a:cubicBezTo>
                  <a:pt x="1232409" y="370816"/>
                  <a:pt x="1240824" y="379106"/>
                  <a:pt x="1240824" y="389407"/>
                </a:cubicBezTo>
                <a:cubicBezTo>
                  <a:pt x="1240824" y="399707"/>
                  <a:pt x="1232534" y="408124"/>
                  <a:pt x="1222233" y="408124"/>
                </a:cubicBezTo>
                <a:cubicBezTo>
                  <a:pt x="1211933" y="408249"/>
                  <a:pt x="1203517" y="399959"/>
                  <a:pt x="1203517" y="389658"/>
                </a:cubicBezTo>
                <a:cubicBezTo>
                  <a:pt x="1203391" y="379358"/>
                  <a:pt x="1211681" y="371066"/>
                  <a:pt x="1222108" y="370941"/>
                </a:cubicBezTo>
                <a:close/>
                <a:moveTo>
                  <a:pt x="461253" y="366166"/>
                </a:moveTo>
                <a:cubicBezTo>
                  <a:pt x="463137" y="366166"/>
                  <a:pt x="464770" y="367674"/>
                  <a:pt x="464770" y="369684"/>
                </a:cubicBezTo>
                <a:cubicBezTo>
                  <a:pt x="464770" y="371568"/>
                  <a:pt x="463262" y="373201"/>
                  <a:pt x="461253" y="373201"/>
                </a:cubicBezTo>
                <a:cubicBezTo>
                  <a:pt x="459368" y="373201"/>
                  <a:pt x="457736" y="371694"/>
                  <a:pt x="457736" y="369684"/>
                </a:cubicBezTo>
                <a:cubicBezTo>
                  <a:pt x="457736" y="367674"/>
                  <a:pt x="459368" y="366041"/>
                  <a:pt x="461253" y="366166"/>
                </a:cubicBezTo>
                <a:close/>
                <a:moveTo>
                  <a:pt x="1729715" y="362901"/>
                </a:moveTo>
                <a:cubicBezTo>
                  <a:pt x="1733735" y="362901"/>
                  <a:pt x="1737000" y="366168"/>
                  <a:pt x="1737000" y="370186"/>
                </a:cubicBezTo>
                <a:cubicBezTo>
                  <a:pt x="1737000" y="374207"/>
                  <a:pt x="1733735" y="377472"/>
                  <a:pt x="1729715" y="377472"/>
                </a:cubicBezTo>
                <a:cubicBezTo>
                  <a:pt x="1725696" y="377472"/>
                  <a:pt x="1722429" y="374207"/>
                  <a:pt x="1722429" y="370186"/>
                </a:cubicBezTo>
                <a:cubicBezTo>
                  <a:pt x="1722429" y="366168"/>
                  <a:pt x="1725696" y="362901"/>
                  <a:pt x="1729715" y="362901"/>
                </a:cubicBezTo>
                <a:close/>
                <a:moveTo>
                  <a:pt x="1305389" y="357373"/>
                </a:moveTo>
                <a:cubicBezTo>
                  <a:pt x="1313303" y="357373"/>
                  <a:pt x="1319835" y="363779"/>
                  <a:pt x="1319835" y="371692"/>
                </a:cubicBezTo>
                <a:cubicBezTo>
                  <a:pt x="1319835" y="379606"/>
                  <a:pt x="1313429" y="386138"/>
                  <a:pt x="1305516" y="386138"/>
                </a:cubicBezTo>
                <a:cubicBezTo>
                  <a:pt x="1297602" y="386138"/>
                  <a:pt x="1291070" y="379731"/>
                  <a:pt x="1291070" y="371819"/>
                </a:cubicBezTo>
                <a:cubicBezTo>
                  <a:pt x="1291070" y="363779"/>
                  <a:pt x="1297477" y="357373"/>
                  <a:pt x="1305389" y="357373"/>
                </a:cubicBezTo>
                <a:close/>
                <a:moveTo>
                  <a:pt x="1645303" y="350464"/>
                </a:moveTo>
                <a:cubicBezTo>
                  <a:pt x="1649826" y="350464"/>
                  <a:pt x="1653470" y="354106"/>
                  <a:pt x="1653470" y="358629"/>
                </a:cubicBezTo>
                <a:cubicBezTo>
                  <a:pt x="1653470" y="363278"/>
                  <a:pt x="1649826" y="366920"/>
                  <a:pt x="1645303" y="366920"/>
                </a:cubicBezTo>
                <a:cubicBezTo>
                  <a:pt x="1640656" y="366920"/>
                  <a:pt x="1637013" y="363278"/>
                  <a:pt x="1637013" y="358754"/>
                </a:cubicBezTo>
                <a:cubicBezTo>
                  <a:pt x="1637013" y="354233"/>
                  <a:pt x="1640656" y="350589"/>
                  <a:pt x="1645303" y="350464"/>
                </a:cubicBezTo>
                <a:close/>
                <a:moveTo>
                  <a:pt x="2016747" y="349209"/>
                </a:moveTo>
                <a:cubicBezTo>
                  <a:pt x="2018883" y="349209"/>
                  <a:pt x="2020515" y="350842"/>
                  <a:pt x="2020515" y="352978"/>
                </a:cubicBezTo>
                <a:cubicBezTo>
                  <a:pt x="2020515" y="354988"/>
                  <a:pt x="2018883" y="356746"/>
                  <a:pt x="2016747" y="356746"/>
                </a:cubicBezTo>
                <a:cubicBezTo>
                  <a:pt x="2014736" y="356746"/>
                  <a:pt x="2012978" y="354988"/>
                  <a:pt x="2012978" y="352978"/>
                </a:cubicBezTo>
                <a:cubicBezTo>
                  <a:pt x="2012978" y="350968"/>
                  <a:pt x="2014611" y="349209"/>
                  <a:pt x="2016747" y="349209"/>
                </a:cubicBezTo>
                <a:close/>
                <a:moveTo>
                  <a:pt x="1389802" y="347325"/>
                </a:moveTo>
                <a:cubicBezTo>
                  <a:pt x="1396586" y="347325"/>
                  <a:pt x="1402238" y="352852"/>
                  <a:pt x="1402238" y="359635"/>
                </a:cubicBezTo>
                <a:cubicBezTo>
                  <a:pt x="1402363" y="366418"/>
                  <a:pt x="1396711" y="372071"/>
                  <a:pt x="1389928" y="372071"/>
                </a:cubicBezTo>
                <a:cubicBezTo>
                  <a:pt x="1383145" y="372071"/>
                  <a:pt x="1377492" y="366544"/>
                  <a:pt x="1377492" y="359761"/>
                </a:cubicBezTo>
                <a:cubicBezTo>
                  <a:pt x="1377492" y="352852"/>
                  <a:pt x="1383019" y="347325"/>
                  <a:pt x="1389802" y="347325"/>
                </a:cubicBezTo>
                <a:close/>
                <a:moveTo>
                  <a:pt x="637745" y="346949"/>
                </a:moveTo>
                <a:cubicBezTo>
                  <a:pt x="640132" y="346949"/>
                  <a:pt x="642016" y="348834"/>
                  <a:pt x="642016" y="351094"/>
                </a:cubicBezTo>
                <a:cubicBezTo>
                  <a:pt x="642016" y="353481"/>
                  <a:pt x="640257" y="355366"/>
                  <a:pt x="637871" y="355366"/>
                </a:cubicBezTo>
                <a:cubicBezTo>
                  <a:pt x="635484" y="355366"/>
                  <a:pt x="633600" y="353481"/>
                  <a:pt x="633600" y="351220"/>
                </a:cubicBezTo>
                <a:cubicBezTo>
                  <a:pt x="633600" y="348834"/>
                  <a:pt x="635484" y="346949"/>
                  <a:pt x="637745" y="346949"/>
                </a:cubicBezTo>
                <a:close/>
                <a:moveTo>
                  <a:pt x="1018359" y="345441"/>
                </a:moveTo>
                <a:cubicBezTo>
                  <a:pt x="1024389" y="345441"/>
                  <a:pt x="1029414" y="350466"/>
                  <a:pt x="1029414" y="356495"/>
                </a:cubicBezTo>
                <a:cubicBezTo>
                  <a:pt x="1029414" y="362650"/>
                  <a:pt x="1024515" y="367675"/>
                  <a:pt x="1018359" y="367675"/>
                </a:cubicBezTo>
                <a:cubicBezTo>
                  <a:pt x="1012330" y="367675"/>
                  <a:pt x="1007305" y="362775"/>
                  <a:pt x="1007305" y="356621"/>
                </a:cubicBezTo>
                <a:cubicBezTo>
                  <a:pt x="1007305" y="350591"/>
                  <a:pt x="1012204" y="345566"/>
                  <a:pt x="1018359" y="345441"/>
                </a:cubicBezTo>
                <a:close/>
                <a:moveTo>
                  <a:pt x="1560137" y="343179"/>
                </a:moveTo>
                <a:cubicBezTo>
                  <a:pt x="1565664" y="343179"/>
                  <a:pt x="1570187" y="347576"/>
                  <a:pt x="1570187" y="353103"/>
                </a:cubicBezTo>
                <a:cubicBezTo>
                  <a:pt x="1570187" y="358630"/>
                  <a:pt x="1565790" y="363152"/>
                  <a:pt x="1560263" y="363152"/>
                </a:cubicBezTo>
                <a:cubicBezTo>
                  <a:pt x="1554735" y="363152"/>
                  <a:pt x="1550213" y="358755"/>
                  <a:pt x="1550213" y="353228"/>
                </a:cubicBezTo>
                <a:cubicBezTo>
                  <a:pt x="1550213" y="347701"/>
                  <a:pt x="1554610" y="343179"/>
                  <a:pt x="1560137" y="343179"/>
                </a:cubicBezTo>
                <a:close/>
                <a:moveTo>
                  <a:pt x="2397233" y="342803"/>
                </a:moveTo>
                <a:cubicBezTo>
                  <a:pt x="2398363" y="342803"/>
                  <a:pt x="2399242" y="343683"/>
                  <a:pt x="2399242" y="344813"/>
                </a:cubicBezTo>
                <a:cubicBezTo>
                  <a:pt x="2399242" y="345943"/>
                  <a:pt x="2398363" y="346823"/>
                  <a:pt x="2397233" y="346823"/>
                </a:cubicBezTo>
                <a:cubicBezTo>
                  <a:pt x="2396103" y="346823"/>
                  <a:pt x="2395223" y="345943"/>
                  <a:pt x="2395223" y="344813"/>
                </a:cubicBezTo>
                <a:cubicBezTo>
                  <a:pt x="2395223" y="343683"/>
                  <a:pt x="2396103" y="342803"/>
                  <a:pt x="2397233" y="342803"/>
                </a:cubicBezTo>
                <a:close/>
                <a:moveTo>
                  <a:pt x="823405" y="341422"/>
                </a:moveTo>
                <a:cubicBezTo>
                  <a:pt x="825792" y="341422"/>
                  <a:pt x="827676" y="343181"/>
                  <a:pt x="827676" y="345568"/>
                </a:cubicBezTo>
                <a:cubicBezTo>
                  <a:pt x="827676" y="347828"/>
                  <a:pt x="825792" y="349713"/>
                  <a:pt x="823530" y="349713"/>
                </a:cubicBezTo>
                <a:cubicBezTo>
                  <a:pt x="821144" y="349713"/>
                  <a:pt x="819260" y="347955"/>
                  <a:pt x="819260" y="345568"/>
                </a:cubicBezTo>
                <a:cubicBezTo>
                  <a:pt x="819260" y="343181"/>
                  <a:pt x="821144" y="341296"/>
                  <a:pt x="823405" y="341422"/>
                </a:cubicBezTo>
                <a:close/>
                <a:moveTo>
                  <a:pt x="1474844" y="341044"/>
                </a:moveTo>
                <a:cubicBezTo>
                  <a:pt x="1481626" y="341044"/>
                  <a:pt x="1487278" y="346571"/>
                  <a:pt x="1487278" y="353354"/>
                </a:cubicBezTo>
                <a:cubicBezTo>
                  <a:pt x="1487278" y="360263"/>
                  <a:pt x="1481751" y="365790"/>
                  <a:pt x="1474969" y="365790"/>
                </a:cubicBezTo>
                <a:cubicBezTo>
                  <a:pt x="1468060" y="365790"/>
                  <a:pt x="1462533" y="360263"/>
                  <a:pt x="1462533" y="353480"/>
                </a:cubicBezTo>
                <a:cubicBezTo>
                  <a:pt x="1462533" y="346696"/>
                  <a:pt x="1468060" y="341169"/>
                  <a:pt x="1474844" y="341044"/>
                </a:cubicBezTo>
                <a:close/>
                <a:moveTo>
                  <a:pt x="2211576" y="337652"/>
                </a:moveTo>
                <a:cubicBezTo>
                  <a:pt x="2213209" y="337652"/>
                  <a:pt x="2214464" y="338909"/>
                  <a:pt x="2214464" y="340542"/>
                </a:cubicBezTo>
                <a:cubicBezTo>
                  <a:pt x="2214464" y="342174"/>
                  <a:pt x="2213209" y="343431"/>
                  <a:pt x="2211576" y="343431"/>
                </a:cubicBezTo>
                <a:cubicBezTo>
                  <a:pt x="2209942" y="343431"/>
                  <a:pt x="2208686" y="342174"/>
                  <a:pt x="2208686" y="340542"/>
                </a:cubicBezTo>
                <a:cubicBezTo>
                  <a:pt x="2208686" y="338909"/>
                  <a:pt x="2209942" y="337652"/>
                  <a:pt x="2211576" y="337652"/>
                </a:cubicBezTo>
                <a:close/>
                <a:moveTo>
                  <a:pt x="1936605" y="319187"/>
                </a:moveTo>
                <a:cubicBezTo>
                  <a:pt x="1939117" y="319187"/>
                  <a:pt x="1941252" y="321322"/>
                  <a:pt x="1941252" y="323835"/>
                </a:cubicBezTo>
                <a:cubicBezTo>
                  <a:pt x="1941252" y="326347"/>
                  <a:pt x="1939117" y="328483"/>
                  <a:pt x="1936605" y="328483"/>
                </a:cubicBezTo>
                <a:cubicBezTo>
                  <a:pt x="1934092" y="328483"/>
                  <a:pt x="1931957" y="326473"/>
                  <a:pt x="1931957" y="323835"/>
                </a:cubicBezTo>
                <a:cubicBezTo>
                  <a:pt x="1931957" y="321322"/>
                  <a:pt x="1933967" y="319187"/>
                  <a:pt x="1936605" y="319187"/>
                </a:cubicBezTo>
                <a:close/>
                <a:moveTo>
                  <a:pt x="1098125" y="315921"/>
                </a:moveTo>
                <a:cubicBezTo>
                  <a:pt x="1104280" y="315921"/>
                  <a:pt x="1109305" y="320820"/>
                  <a:pt x="1109305" y="326975"/>
                </a:cubicBezTo>
                <a:cubicBezTo>
                  <a:pt x="1109305" y="333004"/>
                  <a:pt x="1104406" y="338029"/>
                  <a:pt x="1098250" y="338029"/>
                </a:cubicBezTo>
                <a:cubicBezTo>
                  <a:pt x="1092221" y="338029"/>
                  <a:pt x="1087196" y="333130"/>
                  <a:pt x="1087196" y="326975"/>
                </a:cubicBezTo>
                <a:cubicBezTo>
                  <a:pt x="1087196" y="320820"/>
                  <a:pt x="1092095" y="315794"/>
                  <a:pt x="1098125" y="315921"/>
                </a:cubicBezTo>
                <a:close/>
                <a:moveTo>
                  <a:pt x="527075" y="311900"/>
                </a:moveTo>
                <a:cubicBezTo>
                  <a:pt x="528959" y="311900"/>
                  <a:pt x="530592" y="313408"/>
                  <a:pt x="530592" y="315418"/>
                </a:cubicBezTo>
                <a:cubicBezTo>
                  <a:pt x="530592" y="317302"/>
                  <a:pt x="529084" y="318935"/>
                  <a:pt x="527075" y="318935"/>
                </a:cubicBezTo>
                <a:cubicBezTo>
                  <a:pt x="525190" y="318935"/>
                  <a:pt x="523558" y="317428"/>
                  <a:pt x="523558" y="315418"/>
                </a:cubicBezTo>
                <a:cubicBezTo>
                  <a:pt x="523558" y="313408"/>
                  <a:pt x="525065" y="311775"/>
                  <a:pt x="527075" y="311900"/>
                </a:cubicBezTo>
                <a:close/>
                <a:moveTo>
                  <a:pt x="898899" y="301727"/>
                </a:moveTo>
                <a:cubicBezTo>
                  <a:pt x="901286" y="301727"/>
                  <a:pt x="903170" y="303612"/>
                  <a:pt x="903170" y="305872"/>
                </a:cubicBezTo>
                <a:cubicBezTo>
                  <a:pt x="903170" y="308259"/>
                  <a:pt x="901411" y="310144"/>
                  <a:pt x="899024" y="310144"/>
                </a:cubicBezTo>
                <a:cubicBezTo>
                  <a:pt x="896638" y="310144"/>
                  <a:pt x="894754" y="308259"/>
                  <a:pt x="894754" y="305999"/>
                </a:cubicBezTo>
                <a:cubicBezTo>
                  <a:pt x="894754" y="303612"/>
                  <a:pt x="896638" y="301727"/>
                  <a:pt x="898899" y="301727"/>
                </a:cubicBezTo>
                <a:close/>
                <a:moveTo>
                  <a:pt x="708467" y="299214"/>
                </a:moveTo>
                <a:cubicBezTo>
                  <a:pt x="710854" y="299089"/>
                  <a:pt x="712738" y="301099"/>
                  <a:pt x="712738" y="303359"/>
                </a:cubicBezTo>
                <a:cubicBezTo>
                  <a:pt x="712738" y="305746"/>
                  <a:pt x="710854" y="307630"/>
                  <a:pt x="708593" y="307630"/>
                </a:cubicBezTo>
                <a:cubicBezTo>
                  <a:pt x="706206" y="307630"/>
                  <a:pt x="704322" y="305871"/>
                  <a:pt x="704322" y="303485"/>
                </a:cubicBezTo>
                <a:cubicBezTo>
                  <a:pt x="704322" y="301224"/>
                  <a:pt x="706206" y="299339"/>
                  <a:pt x="708467" y="299214"/>
                </a:cubicBezTo>
                <a:close/>
                <a:moveTo>
                  <a:pt x="2135829" y="298335"/>
                </a:moveTo>
                <a:cubicBezTo>
                  <a:pt x="2137588" y="298335"/>
                  <a:pt x="2138971" y="299717"/>
                  <a:pt x="2138971" y="301475"/>
                </a:cubicBezTo>
                <a:cubicBezTo>
                  <a:pt x="2138971" y="303234"/>
                  <a:pt x="2137588" y="304616"/>
                  <a:pt x="2135829" y="304616"/>
                </a:cubicBezTo>
                <a:cubicBezTo>
                  <a:pt x="2134071" y="304616"/>
                  <a:pt x="2132689" y="303234"/>
                  <a:pt x="2132689" y="301475"/>
                </a:cubicBezTo>
                <a:cubicBezTo>
                  <a:pt x="2132689" y="299842"/>
                  <a:pt x="2134071" y="298335"/>
                  <a:pt x="2135829" y="298335"/>
                </a:cubicBezTo>
                <a:close/>
                <a:moveTo>
                  <a:pt x="2326260" y="295320"/>
                </a:moveTo>
                <a:cubicBezTo>
                  <a:pt x="2327515" y="295320"/>
                  <a:pt x="2328647" y="296325"/>
                  <a:pt x="2328647" y="297708"/>
                </a:cubicBezTo>
                <a:cubicBezTo>
                  <a:pt x="2328647" y="298963"/>
                  <a:pt x="2327642" y="300095"/>
                  <a:pt x="2326260" y="300095"/>
                </a:cubicBezTo>
                <a:cubicBezTo>
                  <a:pt x="2324878" y="300220"/>
                  <a:pt x="2323748" y="299090"/>
                  <a:pt x="2323748" y="297708"/>
                </a:cubicBezTo>
                <a:cubicBezTo>
                  <a:pt x="2323748" y="296325"/>
                  <a:pt x="2324878" y="295195"/>
                  <a:pt x="2326260" y="295320"/>
                </a:cubicBezTo>
                <a:close/>
                <a:moveTo>
                  <a:pt x="1854579" y="293687"/>
                </a:moveTo>
                <a:cubicBezTo>
                  <a:pt x="1858096" y="293687"/>
                  <a:pt x="1860859" y="296451"/>
                  <a:pt x="1860859" y="299842"/>
                </a:cubicBezTo>
                <a:cubicBezTo>
                  <a:pt x="1860859" y="303234"/>
                  <a:pt x="1858096" y="305998"/>
                  <a:pt x="1854704" y="305998"/>
                </a:cubicBezTo>
                <a:cubicBezTo>
                  <a:pt x="1851314" y="305998"/>
                  <a:pt x="1848549" y="303234"/>
                  <a:pt x="1848549" y="299842"/>
                </a:cubicBezTo>
                <a:cubicBezTo>
                  <a:pt x="1848549" y="296451"/>
                  <a:pt x="1851314" y="293687"/>
                  <a:pt x="1854579" y="293687"/>
                </a:cubicBezTo>
                <a:close/>
                <a:moveTo>
                  <a:pt x="1179900" y="287658"/>
                </a:moveTo>
                <a:cubicBezTo>
                  <a:pt x="1187940" y="287658"/>
                  <a:pt x="1194597" y="294190"/>
                  <a:pt x="1194597" y="302229"/>
                </a:cubicBezTo>
                <a:cubicBezTo>
                  <a:pt x="1194597" y="310394"/>
                  <a:pt x="1188065" y="316926"/>
                  <a:pt x="1180025" y="316926"/>
                </a:cubicBezTo>
                <a:cubicBezTo>
                  <a:pt x="1171986" y="316926"/>
                  <a:pt x="1165329" y="310394"/>
                  <a:pt x="1165329" y="302355"/>
                </a:cubicBezTo>
                <a:cubicBezTo>
                  <a:pt x="1165329" y="294315"/>
                  <a:pt x="1171861" y="287783"/>
                  <a:pt x="1179900" y="287658"/>
                </a:cubicBezTo>
                <a:close/>
                <a:moveTo>
                  <a:pt x="1771546" y="279116"/>
                </a:moveTo>
                <a:cubicBezTo>
                  <a:pt x="1772676" y="279116"/>
                  <a:pt x="1773555" y="279996"/>
                  <a:pt x="1773555" y="281126"/>
                </a:cubicBezTo>
                <a:cubicBezTo>
                  <a:pt x="1773555" y="282256"/>
                  <a:pt x="1772676" y="283136"/>
                  <a:pt x="1771546" y="283136"/>
                </a:cubicBezTo>
                <a:cubicBezTo>
                  <a:pt x="1770416" y="283136"/>
                  <a:pt x="1769536" y="282256"/>
                  <a:pt x="1769536" y="281126"/>
                </a:cubicBezTo>
                <a:cubicBezTo>
                  <a:pt x="1769536" y="280121"/>
                  <a:pt x="1770416" y="279241"/>
                  <a:pt x="1771546" y="279116"/>
                </a:cubicBezTo>
                <a:close/>
                <a:moveTo>
                  <a:pt x="1262933" y="270197"/>
                </a:moveTo>
                <a:cubicBezTo>
                  <a:pt x="1270093" y="270197"/>
                  <a:pt x="1275870" y="275975"/>
                  <a:pt x="1275870" y="283010"/>
                </a:cubicBezTo>
                <a:cubicBezTo>
                  <a:pt x="1275870" y="290170"/>
                  <a:pt x="1270093" y="295948"/>
                  <a:pt x="1263058" y="295948"/>
                </a:cubicBezTo>
                <a:cubicBezTo>
                  <a:pt x="1255898" y="295948"/>
                  <a:pt x="1250119" y="290170"/>
                  <a:pt x="1250119" y="283136"/>
                </a:cubicBezTo>
                <a:cubicBezTo>
                  <a:pt x="1250119" y="275975"/>
                  <a:pt x="1255898" y="270197"/>
                  <a:pt x="1262933" y="270197"/>
                </a:cubicBezTo>
                <a:close/>
                <a:moveTo>
                  <a:pt x="976780" y="268061"/>
                </a:moveTo>
                <a:cubicBezTo>
                  <a:pt x="978413" y="268061"/>
                  <a:pt x="979669" y="269318"/>
                  <a:pt x="979669" y="270951"/>
                </a:cubicBezTo>
                <a:cubicBezTo>
                  <a:pt x="979669" y="272583"/>
                  <a:pt x="978413" y="273839"/>
                  <a:pt x="976780" y="273839"/>
                </a:cubicBezTo>
                <a:cubicBezTo>
                  <a:pt x="975146" y="273839"/>
                  <a:pt x="973891" y="272583"/>
                  <a:pt x="973891" y="270951"/>
                </a:cubicBezTo>
                <a:cubicBezTo>
                  <a:pt x="973891" y="269443"/>
                  <a:pt x="975146" y="268061"/>
                  <a:pt x="976780" y="268061"/>
                </a:cubicBezTo>
                <a:close/>
                <a:moveTo>
                  <a:pt x="2057698" y="266178"/>
                </a:moveTo>
                <a:cubicBezTo>
                  <a:pt x="2058201" y="266178"/>
                  <a:pt x="2058577" y="266555"/>
                  <a:pt x="2058577" y="267058"/>
                </a:cubicBezTo>
                <a:cubicBezTo>
                  <a:pt x="2058577" y="267561"/>
                  <a:pt x="2058201" y="267937"/>
                  <a:pt x="2057698" y="267937"/>
                </a:cubicBezTo>
                <a:cubicBezTo>
                  <a:pt x="2057196" y="267937"/>
                  <a:pt x="2056818" y="267561"/>
                  <a:pt x="2056818" y="267058"/>
                </a:cubicBezTo>
                <a:cubicBezTo>
                  <a:pt x="2056818" y="266555"/>
                  <a:pt x="2057196" y="266178"/>
                  <a:pt x="2057698" y="266178"/>
                </a:cubicBezTo>
                <a:close/>
                <a:moveTo>
                  <a:pt x="1687133" y="265549"/>
                </a:moveTo>
                <a:cubicBezTo>
                  <a:pt x="1688515" y="265549"/>
                  <a:pt x="1689645" y="266554"/>
                  <a:pt x="1689645" y="267936"/>
                </a:cubicBezTo>
                <a:cubicBezTo>
                  <a:pt x="1689645" y="269193"/>
                  <a:pt x="1688640" y="270323"/>
                  <a:pt x="1687259" y="270323"/>
                </a:cubicBezTo>
                <a:cubicBezTo>
                  <a:pt x="1686003" y="270323"/>
                  <a:pt x="1684872" y="269318"/>
                  <a:pt x="1684872" y="267936"/>
                </a:cubicBezTo>
                <a:cubicBezTo>
                  <a:pt x="1684872" y="266554"/>
                  <a:pt x="1686003" y="265424"/>
                  <a:pt x="1687133" y="265549"/>
                </a:cubicBezTo>
                <a:close/>
                <a:moveTo>
                  <a:pt x="595659" y="263414"/>
                </a:moveTo>
                <a:cubicBezTo>
                  <a:pt x="596288" y="263414"/>
                  <a:pt x="596790" y="263916"/>
                  <a:pt x="596790" y="264544"/>
                </a:cubicBezTo>
                <a:cubicBezTo>
                  <a:pt x="596790" y="265173"/>
                  <a:pt x="596288" y="265675"/>
                  <a:pt x="595659" y="265675"/>
                </a:cubicBezTo>
                <a:cubicBezTo>
                  <a:pt x="595032" y="265675"/>
                  <a:pt x="594530" y="265173"/>
                  <a:pt x="594530" y="264544"/>
                </a:cubicBezTo>
                <a:cubicBezTo>
                  <a:pt x="594404" y="264042"/>
                  <a:pt x="595032" y="263414"/>
                  <a:pt x="595659" y="263414"/>
                </a:cubicBezTo>
                <a:close/>
                <a:moveTo>
                  <a:pt x="781825" y="258767"/>
                </a:moveTo>
                <a:cubicBezTo>
                  <a:pt x="782452" y="258767"/>
                  <a:pt x="782956" y="259269"/>
                  <a:pt x="782956" y="259897"/>
                </a:cubicBezTo>
                <a:cubicBezTo>
                  <a:pt x="782956" y="260525"/>
                  <a:pt x="782452" y="261028"/>
                  <a:pt x="781825" y="261028"/>
                </a:cubicBezTo>
                <a:cubicBezTo>
                  <a:pt x="781197" y="261028"/>
                  <a:pt x="780695" y="260525"/>
                  <a:pt x="780695" y="259897"/>
                </a:cubicBezTo>
                <a:cubicBezTo>
                  <a:pt x="780695" y="259269"/>
                  <a:pt x="781197" y="258767"/>
                  <a:pt x="781825" y="258767"/>
                </a:cubicBezTo>
                <a:close/>
                <a:moveTo>
                  <a:pt x="1347093" y="256884"/>
                </a:moveTo>
                <a:cubicBezTo>
                  <a:pt x="1353877" y="256757"/>
                  <a:pt x="1359530" y="262411"/>
                  <a:pt x="1359530" y="269193"/>
                </a:cubicBezTo>
                <a:cubicBezTo>
                  <a:pt x="1359530" y="275977"/>
                  <a:pt x="1354003" y="281629"/>
                  <a:pt x="1347219" y="281629"/>
                </a:cubicBezTo>
                <a:cubicBezTo>
                  <a:pt x="1340436" y="281629"/>
                  <a:pt x="1334784" y="276102"/>
                  <a:pt x="1334784" y="269193"/>
                </a:cubicBezTo>
                <a:cubicBezTo>
                  <a:pt x="1334657" y="262284"/>
                  <a:pt x="1340184" y="256757"/>
                  <a:pt x="1347093" y="256884"/>
                </a:cubicBezTo>
                <a:close/>
                <a:moveTo>
                  <a:pt x="1602469" y="256253"/>
                </a:moveTo>
                <a:cubicBezTo>
                  <a:pt x="1604605" y="256253"/>
                  <a:pt x="1606237" y="258012"/>
                  <a:pt x="1606237" y="260022"/>
                </a:cubicBezTo>
                <a:cubicBezTo>
                  <a:pt x="1606237" y="262157"/>
                  <a:pt x="1604479" y="263790"/>
                  <a:pt x="1602469" y="263790"/>
                </a:cubicBezTo>
                <a:cubicBezTo>
                  <a:pt x="1600460" y="263790"/>
                  <a:pt x="1598700" y="262157"/>
                  <a:pt x="1598700" y="260022"/>
                </a:cubicBezTo>
                <a:cubicBezTo>
                  <a:pt x="1598700" y="257886"/>
                  <a:pt x="1600333" y="256253"/>
                  <a:pt x="1602469" y="256253"/>
                </a:cubicBezTo>
                <a:close/>
                <a:moveTo>
                  <a:pt x="1517176" y="250978"/>
                </a:moveTo>
                <a:cubicBezTo>
                  <a:pt x="1520818" y="250978"/>
                  <a:pt x="1523833" y="253993"/>
                  <a:pt x="1523833" y="257635"/>
                </a:cubicBezTo>
                <a:cubicBezTo>
                  <a:pt x="1523833" y="261278"/>
                  <a:pt x="1520818" y="264294"/>
                  <a:pt x="1517176" y="264294"/>
                </a:cubicBezTo>
                <a:cubicBezTo>
                  <a:pt x="1513533" y="264294"/>
                  <a:pt x="1510518" y="261278"/>
                  <a:pt x="1510518" y="257635"/>
                </a:cubicBezTo>
                <a:cubicBezTo>
                  <a:pt x="1510518" y="253867"/>
                  <a:pt x="1513533" y="250978"/>
                  <a:pt x="1517176" y="250978"/>
                </a:cubicBezTo>
                <a:close/>
                <a:moveTo>
                  <a:pt x="1431883" y="250351"/>
                </a:moveTo>
                <a:cubicBezTo>
                  <a:pt x="1437662" y="250225"/>
                  <a:pt x="1442310" y="254872"/>
                  <a:pt x="1442310" y="260650"/>
                </a:cubicBezTo>
                <a:cubicBezTo>
                  <a:pt x="1442436" y="266429"/>
                  <a:pt x="1437787" y="271076"/>
                  <a:pt x="1432010" y="271076"/>
                </a:cubicBezTo>
                <a:cubicBezTo>
                  <a:pt x="1426231" y="271076"/>
                  <a:pt x="1421583" y="266429"/>
                  <a:pt x="1421583" y="260650"/>
                </a:cubicBezTo>
                <a:cubicBezTo>
                  <a:pt x="1421583" y="254872"/>
                  <a:pt x="1426231" y="250225"/>
                  <a:pt x="1431883" y="250351"/>
                </a:cubicBezTo>
                <a:close/>
                <a:moveTo>
                  <a:pt x="1977807" y="236532"/>
                </a:moveTo>
                <a:cubicBezTo>
                  <a:pt x="1978310" y="236532"/>
                  <a:pt x="1978686" y="236909"/>
                  <a:pt x="1978686" y="237412"/>
                </a:cubicBezTo>
                <a:cubicBezTo>
                  <a:pt x="1978686" y="237915"/>
                  <a:pt x="1978310" y="238291"/>
                  <a:pt x="1977807" y="238291"/>
                </a:cubicBezTo>
                <a:cubicBezTo>
                  <a:pt x="1977305" y="238291"/>
                  <a:pt x="1976927" y="237915"/>
                  <a:pt x="1976927" y="237412"/>
                </a:cubicBezTo>
                <a:cubicBezTo>
                  <a:pt x="1976927" y="236909"/>
                  <a:pt x="1977305" y="236532"/>
                  <a:pt x="1977807" y="236532"/>
                </a:cubicBezTo>
                <a:close/>
                <a:moveTo>
                  <a:pt x="1056420" y="234398"/>
                </a:moveTo>
                <a:cubicBezTo>
                  <a:pt x="1059938" y="234398"/>
                  <a:pt x="1062827" y="237287"/>
                  <a:pt x="1062827" y="240804"/>
                </a:cubicBezTo>
                <a:cubicBezTo>
                  <a:pt x="1062827" y="244321"/>
                  <a:pt x="1059938" y="247209"/>
                  <a:pt x="1056420" y="247209"/>
                </a:cubicBezTo>
                <a:cubicBezTo>
                  <a:pt x="1052903" y="247209"/>
                  <a:pt x="1050014" y="244321"/>
                  <a:pt x="1050014" y="240804"/>
                </a:cubicBezTo>
                <a:cubicBezTo>
                  <a:pt x="1050014" y="237160"/>
                  <a:pt x="1052903" y="234273"/>
                  <a:pt x="1056420" y="234398"/>
                </a:cubicBezTo>
                <a:close/>
                <a:moveTo>
                  <a:pt x="857446" y="219073"/>
                </a:moveTo>
                <a:cubicBezTo>
                  <a:pt x="858199" y="219073"/>
                  <a:pt x="858827" y="219701"/>
                  <a:pt x="858827" y="220455"/>
                </a:cubicBezTo>
                <a:cubicBezTo>
                  <a:pt x="858954" y="221208"/>
                  <a:pt x="858324" y="221836"/>
                  <a:pt x="857571" y="221836"/>
                </a:cubicBezTo>
                <a:cubicBezTo>
                  <a:pt x="856817" y="221836"/>
                  <a:pt x="856189" y="221208"/>
                  <a:pt x="856189" y="220455"/>
                </a:cubicBezTo>
                <a:cubicBezTo>
                  <a:pt x="856063" y="219826"/>
                  <a:pt x="856691" y="219198"/>
                  <a:pt x="857446" y="219073"/>
                </a:cubicBezTo>
                <a:close/>
                <a:moveTo>
                  <a:pt x="1896282" y="211284"/>
                </a:moveTo>
                <a:cubicBezTo>
                  <a:pt x="1897035" y="211284"/>
                  <a:pt x="1897665" y="211786"/>
                  <a:pt x="1897665" y="212540"/>
                </a:cubicBezTo>
                <a:cubicBezTo>
                  <a:pt x="1897665" y="213293"/>
                  <a:pt x="1897035" y="213921"/>
                  <a:pt x="1896282" y="213921"/>
                </a:cubicBezTo>
                <a:cubicBezTo>
                  <a:pt x="1895528" y="213921"/>
                  <a:pt x="1894900" y="213293"/>
                  <a:pt x="1894900" y="212540"/>
                </a:cubicBezTo>
                <a:cubicBezTo>
                  <a:pt x="1894900" y="211786"/>
                  <a:pt x="1895403" y="211158"/>
                  <a:pt x="1896282" y="211284"/>
                </a:cubicBezTo>
                <a:close/>
                <a:moveTo>
                  <a:pt x="1137822" y="204375"/>
                </a:moveTo>
                <a:cubicBezTo>
                  <a:pt x="1143725" y="204375"/>
                  <a:pt x="1148625" y="209148"/>
                  <a:pt x="1148625" y="215177"/>
                </a:cubicBezTo>
                <a:cubicBezTo>
                  <a:pt x="1148625" y="221208"/>
                  <a:pt x="1143850" y="226106"/>
                  <a:pt x="1137822" y="226106"/>
                </a:cubicBezTo>
                <a:cubicBezTo>
                  <a:pt x="1131917" y="226106"/>
                  <a:pt x="1127018" y="221333"/>
                  <a:pt x="1127018" y="215304"/>
                </a:cubicBezTo>
                <a:cubicBezTo>
                  <a:pt x="1127018" y="209399"/>
                  <a:pt x="1131791" y="204500"/>
                  <a:pt x="1137822" y="204375"/>
                </a:cubicBezTo>
                <a:close/>
                <a:moveTo>
                  <a:pt x="1813251" y="190684"/>
                </a:moveTo>
                <a:cubicBezTo>
                  <a:pt x="1814381" y="190684"/>
                  <a:pt x="1815261" y="191564"/>
                  <a:pt x="1815261" y="192694"/>
                </a:cubicBezTo>
                <a:cubicBezTo>
                  <a:pt x="1815261" y="193824"/>
                  <a:pt x="1814381" y="194704"/>
                  <a:pt x="1813251" y="194704"/>
                </a:cubicBezTo>
                <a:cubicBezTo>
                  <a:pt x="1812121" y="194704"/>
                  <a:pt x="1811241" y="193824"/>
                  <a:pt x="1811241" y="192694"/>
                </a:cubicBezTo>
                <a:cubicBezTo>
                  <a:pt x="1811241" y="191564"/>
                  <a:pt x="1812246" y="190684"/>
                  <a:pt x="1813251" y="190684"/>
                </a:cubicBezTo>
                <a:close/>
                <a:moveTo>
                  <a:pt x="935201" y="183900"/>
                </a:moveTo>
                <a:cubicBezTo>
                  <a:pt x="935829" y="183900"/>
                  <a:pt x="936456" y="184528"/>
                  <a:pt x="936456" y="185282"/>
                </a:cubicBezTo>
                <a:cubicBezTo>
                  <a:pt x="936582" y="186035"/>
                  <a:pt x="935954" y="186663"/>
                  <a:pt x="935201" y="186663"/>
                </a:cubicBezTo>
                <a:cubicBezTo>
                  <a:pt x="934447" y="186663"/>
                  <a:pt x="933820" y="186161"/>
                  <a:pt x="933820" y="185408"/>
                </a:cubicBezTo>
                <a:cubicBezTo>
                  <a:pt x="933820" y="184653"/>
                  <a:pt x="934447" y="184025"/>
                  <a:pt x="935201" y="183900"/>
                </a:cubicBezTo>
                <a:close/>
                <a:moveTo>
                  <a:pt x="1220598" y="181889"/>
                </a:moveTo>
                <a:cubicBezTo>
                  <a:pt x="1227760" y="181889"/>
                  <a:pt x="1233537" y="187542"/>
                  <a:pt x="1233537" y="194702"/>
                </a:cubicBezTo>
                <a:cubicBezTo>
                  <a:pt x="1233537" y="201862"/>
                  <a:pt x="1227760" y="207640"/>
                  <a:pt x="1220725" y="207640"/>
                </a:cubicBezTo>
                <a:cubicBezTo>
                  <a:pt x="1213564" y="207640"/>
                  <a:pt x="1207786" y="201862"/>
                  <a:pt x="1207786" y="194828"/>
                </a:cubicBezTo>
                <a:cubicBezTo>
                  <a:pt x="1207786" y="187794"/>
                  <a:pt x="1213564" y="182015"/>
                  <a:pt x="1220598" y="181889"/>
                </a:cubicBezTo>
                <a:close/>
                <a:moveTo>
                  <a:pt x="1729341" y="176865"/>
                </a:moveTo>
                <a:cubicBezTo>
                  <a:pt x="1729844" y="176865"/>
                  <a:pt x="1730220" y="177242"/>
                  <a:pt x="1730220" y="177745"/>
                </a:cubicBezTo>
                <a:cubicBezTo>
                  <a:pt x="1730220" y="178248"/>
                  <a:pt x="1729844" y="178625"/>
                  <a:pt x="1729341" y="178625"/>
                </a:cubicBezTo>
                <a:cubicBezTo>
                  <a:pt x="1728839" y="178625"/>
                  <a:pt x="1728461" y="178248"/>
                  <a:pt x="1728461" y="177745"/>
                </a:cubicBezTo>
                <a:cubicBezTo>
                  <a:pt x="1728461" y="177242"/>
                  <a:pt x="1728839" y="176865"/>
                  <a:pt x="1729341" y="176865"/>
                </a:cubicBezTo>
                <a:close/>
                <a:moveTo>
                  <a:pt x="1304509" y="169956"/>
                </a:moveTo>
                <a:cubicBezTo>
                  <a:pt x="1309661" y="169956"/>
                  <a:pt x="1313806" y="174101"/>
                  <a:pt x="1313806" y="179253"/>
                </a:cubicBezTo>
                <a:cubicBezTo>
                  <a:pt x="1313806" y="184402"/>
                  <a:pt x="1309661" y="188547"/>
                  <a:pt x="1304509" y="188547"/>
                </a:cubicBezTo>
                <a:cubicBezTo>
                  <a:pt x="1299359" y="188547"/>
                  <a:pt x="1295214" y="184402"/>
                  <a:pt x="1295214" y="179253"/>
                </a:cubicBezTo>
                <a:cubicBezTo>
                  <a:pt x="1295214" y="174101"/>
                  <a:pt x="1299359" y="169956"/>
                  <a:pt x="1304509" y="169956"/>
                </a:cubicBezTo>
                <a:close/>
                <a:moveTo>
                  <a:pt x="1644550" y="165435"/>
                </a:moveTo>
                <a:cubicBezTo>
                  <a:pt x="1645806" y="165435"/>
                  <a:pt x="1646938" y="166440"/>
                  <a:pt x="1646938" y="167822"/>
                </a:cubicBezTo>
                <a:cubicBezTo>
                  <a:pt x="1646938" y="169078"/>
                  <a:pt x="1645933" y="170209"/>
                  <a:pt x="1644550" y="170209"/>
                </a:cubicBezTo>
                <a:cubicBezTo>
                  <a:pt x="1643294" y="170209"/>
                  <a:pt x="1642163" y="169204"/>
                  <a:pt x="1642163" y="167822"/>
                </a:cubicBezTo>
                <a:cubicBezTo>
                  <a:pt x="1642163" y="166440"/>
                  <a:pt x="1643294" y="165435"/>
                  <a:pt x="1644550" y="165435"/>
                </a:cubicBezTo>
                <a:close/>
                <a:moveTo>
                  <a:pt x="1389050" y="160788"/>
                </a:moveTo>
                <a:cubicBezTo>
                  <a:pt x="1393447" y="160788"/>
                  <a:pt x="1397090" y="164306"/>
                  <a:pt x="1397090" y="168703"/>
                </a:cubicBezTo>
                <a:cubicBezTo>
                  <a:pt x="1397090" y="173098"/>
                  <a:pt x="1393572" y="176743"/>
                  <a:pt x="1389175" y="176743"/>
                </a:cubicBezTo>
                <a:cubicBezTo>
                  <a:pt x="1384778" y="176743"/>
                  <a:pt x="1381135" y="173225"/>
                  <a:pt x="1381135" y="168828"/>
                </a:cubicBezTo>
                <a:cubicBezTo>
                  <a:pt x="1381135" y="164431"/>
                  <a:pt x="1384653" y="160788"/>
                  <a:pt x="1389050" y="160788"/>
                </a:cubicBezTo>
                <a:close/>
                <a:moveTo>
                  <a:pt x="1559509" y="158275"/>
                </a:moveTo>
                <a:cubicBezTo>
                  <a:pt x="1562272" y="158150"/>
                  <a:pt x="1564407" y="160410"/>
                  <a:pt x="1564407" y="163048"/>
                </a:cubicBezTo>
                <a:cubicBezTo>
                  <a:pt x="1564407" y="165812"/>
                  <a:pt x="1562272" y="167947"/>
                  <a:pt x="1559509" y="167947"/>
                </a:cubicBezTo>
                <a:cubicBezTo>
                  <a:pt x="1556745" y="167947"/>
                  <a:pt x="1554610" y="165687"/>
                  <a:pt x="1554610" y="163048"/>
                </a:cubicBezTo>
                <a:cubicBezTo>
                  <a:pt x="1554610" y="160410"/>
                  <a:pt x="1556745" y="158150"/>
                  <a:pt x="1559509" y="158275"/>
                </a:cubicBezTo>
                <a:close/>
                <a:moveTo>
                  <a:pt x="1474215" y="155385"/>
                </a:moveTo>
                <a:cubicBezTo>
                  <a:pt x="1478612" y="155385"/>
                  <a:pt x="1482254" y="158902"/>
                  <a:pt x="1482254" y="163300"/>
                </a:cubicBezTo>
                <a:cubicBezTo>
                  <a:pt x="1482254" y="167697"/>
                  <a:pt x="1478737" y="171339"/>
                  <a:pt x="1474340" y="171339"/>
                </a:cubicBezTo>
                <a:cubicBezTo>
                  <a:pt x="1469945" y="171339"/>
                  <a:pt x="1466301" y="167822"/>
                  <a:pt x="1466301" y="163425"/>
                </a:cubicBezTo>
                <a:cubicBezTo>
                  <a:pt x="1466176" y="159028"/>
                  <a:pt x="1469818" y="155385"/>
                  <a:pt x="1474215" y="155385"/>
                </a:cubicBezTo>
                <a:close/>
                <a:moveTo>
                  <a:pt x="1014716" y="151115"/>
                </a:moveTo>
                <a:cubicBezTo>
                  <a:pt x="1016600" y="151115"/>
                  <a:pt x="1018233" y="152622"/>
                  <a:pt x="1018233" y="154632"/>
                </a:cubicBezTo>
                <a:cubicBezTo>
                  <a:pt x="1018233" y="156517"/>
                  <a:pt x="1016600" y="158149"/>
                  <a:pt x="1014716" y="158149"/>
                </a:cubicBezTo>
                <a:cubicBezTo>
                  <a:pt x="1012831" y="158149"/>
                  <a:pt x="1011199" y="156642"/>
                  <a:pt x="1011199" y="154632"/>
                </a:cubicBezTo>
                <a:cubicBezTo>
                  <a:pt x="1011199" y="152748"/>
                  <a:pt x="1012706" y="151115"/>
                  <a:pt x="1014716" y="151115"/>
                </a:cubicBezTo>
                <a:close/>
                <a:moveTo>
                  <a:pt x="1095862" y="124986"/>
                </a:moveTo>
                <a:cubicBezTo>
                  <a:pt x="1097746" y="124986"/>
                  <a:pt x="1099379" y="126494"/>
                  <a:pt x="1099379" y="128503"/>
                </a:cubicBezTo>
                <a:cubicBezTo>
                  <a:pt x="1099379" y="130387"/>
                  <a:pt x="1097746" y="132020"/>
                  <a:pt x="1095862" y="132020"/>
                </a:cubicBezTo>
                <a:cubicBezTo>
                  <a:pt x="1093977" y="132020"/>
                  <a:pt x="1092345" y="130513"/>
                  <a:pt x="1092345" y="128503"/>
                </a:cubicBezTo>
                <a:cubicBezTo>
                  <a:pt x="1092345" y="126494"/>
                  <a:pt x="1093852" y="124986"/>
                  <a:pt x="1095862" y="124986"/>
                </a:cubicBezTo>
                <a:close/>
                <a:moveTo>
                  <a:pt x="1854956" y="103507"/>
                </a:moveTo>
                <a:cubicBezTo>
                  <a:pt x="1855442" y="103507"/>
                  <a:pt x="1855837" y="103902"/>
                  <a:pt x="1855837" y="104387"/>
                </a:cubicBezTo>
                <a:cubicBezTo>
                  <a:pt x="1855837" y="104873"/>
                  <a:pt x="1855442" y="105268"/>
                  <a:pt x="1854956" y="105268"/>
                </a:cubicBezTo>
                <a:cubicBezTo>
                  <a:pt x="1854469" y="105268"/>
                  <a:pt x="1854076" y="104873"/>
                  <a:pt x="1854076" y="104387"/>
                </a:cubicBezTo>
                <a:cubicBezTo>
                  <a:pt x="1854076" y="103902"/>
                  <a:pt x="1854469" y="103507"/>
                  <a:pt x="1854956" y="103507"/>
                </a:cubicBezTo>
                <a:close/>
                <a:moveTo>
                  <a:pt x="1178391" y="100240"/>
                </a:moveTo>
                <a:cubicBezTo>
                  <a:pt x="1182034" y="100240"/>
                  <a:pt x="1185049" y="103255"/>
                  <a:pt x="1185049" y="106898"/>
                </a:cubicBezTo>
                <a:cubicBezTo>
                  <a:pt x="1185049" y="110542"/>
                  <a:pt x="1182034" y="113555"/>
                  <a:pt x="1178391" y="113555"/>
                </a:cubicBezTo>
                <a:cubicBezTo>
                  <a:pt x="1174749" y="113555"/>
                  <a:pt x="1171734" y="110542"/>
                  <a:pt x="1171734" y="106898"/>
                </a:cubicBezTo>
                <a:cubicBezTo>
                  <a:pt x="1171734" y="103255"/>
                  <a:pt x="1174623" y="100240"/>
                  <a:pt x="1178391" y="100240"/>
                </a:cubicBezTo>
                <a:close/>
                <a:moveTo>
                  <a:pt x="893493" y="99110"/>
                </a:moveTo>
                <a:cubicBezTo>
                  <a:pt x="893870" y="99110"/>
                  <a:pt x="894121" y="99360"/>
                  <a:pt x="894121" y="99738"/>
                </a:cubicBezTo>
                <a:cubicBezTo>
                  <a:pt x="894121" y="100114"/>
                  <a:pt x="893870" y="100365"/>
                  <a:pt x="893493" y="100365"/>
                </a:cubicBezTo>
                <a:cubicBezTo>
                  <a:pt x="893116" y="100365"/>
                  <a:pt x="892866" y="100114"/>
                  <a:pt x="892866" y="99738"/>
                </a:cubicBezTo>
                <a:cubicBezTo>
                  <a:pt x="892866" y="99487"/>
                  <a:pt x="893243" y="99110"/>
                  <a:pt x="893493" y="99110"/>
                </a:cubicBezTo>
                <a:close/>
                <a:moveTo>
                  <a:pt x="1771168" y="87552"/>
                </a:moveTo>
                <a:cubicBezTo>
                  <a:pt x="1771545" y="87552"/>
                  <a:pt x="1771797" y="87804"/>
                  <a:pt x="1771797" y="88181"/>
                </a:cubicBezTo>
                <a:cubicBezTo>
                  <a:pt x="1771797" y="88557"/>
                  <a:pt x="1771545" y="88809"/>
                  <a:pt x="1771168" y="88809"/>
                </a:cubicBezTo>
                <a:cubicBezTo>
                  <a:pt x="1770792" y="88809"/>
                  <a:pt x="1770540" y="88557"/>
                  <a:pt x="1770540" y="88181"/>
                </a:cubicBezTo>
                <a:cubicBezTo>
                  <a:pt x="1770540" y="87679"/>
                  <a:pt x="1770792" y="87426"/>
                  <a:pt x="1771168" y="87552"/>
                </a:cubicBezTo>
                <a:close/>
                <a:moveTo>
                  <a:pt x="1261926" y="86799"/>
                </a:moveTo>
                <a:cubicBezTo>
                  <a:pt x="1263685" y="86799"/>
                  <a:pt x="1265068" y="88181"/>
                  <a:pt x="1265068" y="89939"/>
                </a:cubicBezTo>
                <a:cubicBezTo>
                  <a:pt x="1265068" y="91699"/>
                  <a:pt x="1263685" y="93080"/>
                  <a:pt x="1261926" y="93080"/>
                </a:cubicBezTo>
                <a:cubicBezTo>
                  <a:pt x="1260168" y="93080"/>
                  <a:pt x="1258786" y="91699"/>
                  <a:pt x="1258786" y="89939"/>
                </a:cubicBezTo>
                <a:cubicBezTo>
                  <a:pt x="1258786" y="88306"/>
                  <a:pt x="1260168" y="86799"/>
                  <a:pt x="1261926" y="86799"/>
                </a:cubicBezTo>
                <a:close/>
                <a:moveTo>
                  <a:pt x="1686755" y="75870"/>
                </a:moveTo>
                <a:cubicBezTo>
                  <a:pt x="1687132" y="75870"/>
                  <a:pt x="1687384" y="76121"/>
                  <a:pt x="1687384" y="76498"/>
                </a:cubicBezTo>
                <a:cubicBezTo>
                  <a:pt x="1687384" y="76874"/>
                  <a:pt x="1687132" y="77125"/>
                  <a:pt x="1686755" y="77125"/>
                </a:cubicBezTo>
                <a:cubicBezTo>
                  <a:pt x="1686379" y="77125"/>
                  <a:pt x="1686127" y="76874"/>
                  <a:pt x="1686127" y="76498"/>
                </a:cubicBezTo>
                <a:cubicBezTo>
                  <a:pt x="1686127" y="76121"/>
                  <a:pt x="1686379" y="75870"/>
                  <a:pt x="1686755" y="75870"/>
                </a:cubicBezTo>
                <a:close/>
                <a:moveTo>
                  <a:pt x="1346339" y="73987"/>
                </a:moveTo>
                <a:cubicBezTo>
                  <a:pt x="1348475" y="73987"/>
                  <a:pt x="1350107" y="75746"/>
                  <a:pt x="1350107" y="77756"/>
                </a:cubicBezTo>
                <a:cubicBezTo>
                  <a:pt x="1350107" y="79892"/>
                  <a:pt x="1348348" y="81524"/>
                  <a:pt x="1346339" y="81524"/>
                </a:cubicBezTo>
                <a:cubicBezTo>
                  <a:pt x="1344328" y="81524"/>
                  <a:pt x="1342570" y="79766"/>
                  <a:pt x="1342570" y="77756"/>
                </a:cubicBezTo>
                <a:cubicBezTo>
                  <a:pt x="1342570" y="75620"/>
                  <a:pt x="1344203" y="73987"/>
                  <a:pt x="1346339" y="73987"/>
                </a:cubicBezTo>
                <a:close/>
                <a:moveTo>
                  <a:pt x="1601840" y="68208"/>
                </a:moveTo>
                <a:cubicBezTo>
                  <a:pt x="1602593" y="68083"/>
                  <a:pt x="1603221" y="68710"/>
                  <a:pt x="1603221" y="69465"/>
                </a:cubicBezTo>
                <a:cubicBezTo>
                  <a:pt x="1603221" y="70217"/>
                  <a:pt x="1602593" y="70845"/>
                  <a:pt x="1601840" y="70845"/>
                </a:cubicBezTo>
                <a:cubicBezTo>
                  <a:pt x="1601086" y="70972"/>
                  <a:pt x="1600458" y="70343"/>
                  <a:pt x="1600458" y="69590"/>
                </a:cubicBezTo>
                <a:cubicBezTo>
                  <a:pt x="1600458" y="68962"/>
                  <a:pt x="1600961" y="68333"/>
                  <a:pt x="1601840" y="68208"/>
                </a:cubicBezTo>
                <a:close/>
                <a:moveTo>
                  <a:pt x="972881" y="67832"/>
                </a:moveTo>
                <a:cubicBezTo>
                  <a:pt x="973384" y="67832"/>
                  <a:pt x="973760" y="68209"/>
                  <a:pt x="973760" y="68712"/>
                </a:cubicBezTo>
                <a:cubicBezTo>
                  <a:pt x="973760" y="69215"/>
                  <a:pt x="973384" y="69591"/>
                  <a:pt x="972881" y="69591"/>
                </a:cubicBezTo>
                <a:cubicBezTo>
                  <a:pt x="972378" y="69591"/>
                  <a:pt x="972001" y="69215"/>
                  <a:pt x="972001" y="68712"/>
                </a:cubicBezTo>
                <a:cubicBezTo>
                  <a:pt x="972126" y="68209"/>
                  <a:pt x="972504" y="67832"/>
                  <a:pt x="972881" y="67832"/>
                </a:cubicBezTo>
                <a:close/>
                <a:moveTo>
                  <a:pt x="1431254" y="66701"/>
                </a:moveTo>
                <a:cubicBezTo>
                  <a:pt x="1433139" y="66701"/>
                  <a:pt x="1434772" y="68208"/>
                  <a:pt x="1434772" y="70218"/>
                </a:cubicBezTo>
                <a:cubicBezTo>
                  <a:pt x="1434772" y="72103"/>
                  <a:pt x="1433264" y="73735"/>
                  <a:pt x="1431254" y="73735"/>
                </a:cubicBezTo>
                <a:cubicBezTo>
                  <a:pt x="1429370" y="73735"/>
                  <a:pt x="1427737" y="72228"/>
                  <a:pt x="1427737" y="70218"/>
                </a:cubicBezTo>
                <a:cubicBezTo>
                  <a:pt x="1427737" y="68334"/>
                  <a:pt x="1429370" y="66701"/>
                  <a:pt x="1431254" y="66701"/>
                </a:cubicBezTo>
                <a:close/>
                <a:moveTo>
                  <a:pt x="1516423" y="65193"/>
                </a:moveTo>
                <a:cubicBezTo>
                  <a:pt x="1517678" y="65193"/>
                  <a:pt x="1518809" y="66198"/>
                  <a:pt x="1518809" y="67580"/>
                </a:cubicBezTo>
                <a:cubicBezTo>
                  <a:pt x="1518935" y="68961"/>
                  <a:pt x="1517805" y="70093"/>
                  <a:pt x="1516423" y="70093"/>
                </a:cubicBezTo>
                <a:cubicBezTo>
                  <a:pt x="1515166" y="70093"/>
                  <a:pt x="1514036" y="68961"/>
                  <a:pt x="1514036" y="67580"/>
                </a:cubicBezTo>
                <a:cubicBezTo>
                  <a:pt x="1514036" y="66198"/>
                  <a:pt x="1515166" y="65193"/>
                  <a:pt x="1516423" y="65193"/>
                </a:cubicBezTo>
                <a:close/>
                <a:moveTo>
                  <a:pt x="1053902" y="40448"/>
                </a:moveTo>
                <a:cubicBezTo>
                  <a:pt x="1054655" y="40448"/>
                  <a:pt x="1055284" y="41076"/>
                  <a:pt x="1055284" y="41830"/>
                </a:cubicBezTo>
                <a:cubicBezTo>
                  <a:pt x="1055284" y="42583"/>
                  <a:pt x="1054655" y="43212"/>
                  <a:pt x="1053902" y="43212"/>
                </a:cubicBezTo>
                <a:cubicBezTo>
                  <a:pt x="1053148" y="43212"/>
                  <a:pt x="1052520" y="42583"/>
                  <a:pt x="1052520" y="41830"/>
                </a:cubicBezTo>
                <a:cubicBezTo>
                  <a:pt x="1052520" y="41076"/>
                  <a:pt x="1053148" y="40573"/>
                  <a:pt x="1053902" y="40448"/>
                </a:cubicBezTo>
                <a:close/>
                <a:moveTo>
                  <a:pt x="1136181" y="16957"/>
                </a:moveTo>
                <a:cubicBezTo>
                  <a:pt x="1137437" y="16957"/>
                  <a:pt x="1138442" y="17962"/>
                  <a:pt x="1138442" y="19217"/>
                </a:cubicBezTo>
                <a:cubicBezTo>
                  <a:pt x="1138442" y="20474"/>
                  <a:pt x="1137437" y="21479"/>
                  <a:pt x="1136181" y="21479"/>
                </a:cubicBezTo>
                <a:cubicBezTo>
                  <a:pt x="1134925" y="21479"/>
                  <a:pt x="1133920" y="20599"/>
                  <a:pt x="1133920" y="19344"/>
                </a:cubicBezTo>
                <a:cubicBezTo>
                  <a:pt x="1133920" y="18087"/>
                  <a:pt x="1134925" y="17082"/>
                  <a:pt x="1136181" y="16957"/>
                </a:cubicBezTo>
                <a:close/>
                <a:moveTo>
                  <a:pt x="1219461" y="0"/>
                </a:moveTo>
                <a:cubicBezTo>
                  <a:pt x="1220089" y="0"/>
                  <a:pt x="1220593" y="502"/>
                  <a:pt x="1220593" y="1130"/>
                </a:cubicBezTo>
                <a:cubicBezTo>
                  <a:pt x="1220593" y="1759"/>
                  <a:pt x="1220089" y="2261"/>
                  <a:pt x="1219461" y="2261"/>
                </a:cubicBezTo>
                <a:cubicBezTo>
                  <a:pt x="1218834" y="2261"/>
                  <a:pt x="1218331" y="1759"/>
                  <a:pt x="1218331" y="1130"/>
                </a:cubicBezTo>
                <a:cubicBezTo>
                  <a:pt x="1218331" y="502"/>
                  <a:pt x="1218834" y="0"/>
                  <a:pt x="1219461" y="0"/>
                </a:cubicBezTo>
                <a:close/>
              </a:path>
            </a:pathLst>
          </a:custGeom>
          <a:gradFill rotWithShape="0">
            <a:gsLst>
              <a:gs pos="0">
                <a:srgbClr val="ED6F00">
                  <a:alpha val="10000"/>
                </a:srgbClr>
              </a:gs>
              <a:gs pos="100000">
                <a:srgbClr val="ED6F00">
                  <a:alpha val="0"/>
                </a:srgbClr>
              </a:gs>
            </a:gsLst>
            <a:path path="circle">
              <a:fillToRect l="50000" t="50000" r="50000" b="50000"/>
            </a:path>
          </a:gradFill>
          <a:ln w="9525">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rgbClr val="000000"/>
              </a:solidFill>
              <a:latin typeface="Arial" panose="020B0604020202090204"/>
              <a:ea typeface="Arial" panose="020B0604020202090204"/>
              <a:cs typeface="Arial" panose="020B0604020202090204"/>
            </a:endParaRPr>
          </a:p>
        </p:txBody>
      </p:sp>
      <p:sp>
        <p:nvSpPr>
          <p:cNvPr id="262" name="爱设计-25-1"/>
          <p:cNvSpPr>
            <a:spLocks noGrp="1"/>
          </p:cNvSpPr>
          <p:nvPr/>
        </p:nvSpPr>
        <p:spPr>
          <a:xfrm>
            <a:off x="5207040" y="2453400"/>
            <a:ext cx="1982160" cy="1982160"/>
          </a:xfrm>
          <a:prstGeom prst="ellipse">
            <a:avLst/>
          </a:prstGeom>
          <a:gradFill rotWithShape="0">
            <a:gsLst>
              <a:gs pos="0">
                <a:srgbClr val="ED6F00"/>
              </a:gs>
              <a:gs pos="100000">
                <a:srgbClr val="FF8417"/>
              </a:gs>
            </a:gsLst>
            <a:lin ang="2700000"/>
          </a:gradFill>
          <a:ln>
            <a:noFill/>
          </a:ln>
          <a:effectLst>
            <a:outerShdw blurRad="330120" dist="33012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rgbClr val="FFFFFF"/>
              </a:solidFill>
              <a:latin typeface="Arial" panose="020B0604020202090204"/>
              <a:ea typeface="Arial" panose="020B0604020202090204"/>
              <a:cs typeface="Arial" panose="020B0604020202090204"/>
            </a:endParaRPr>
          </a:p>
        </p:txBody>
      </p:sp>
      <p:sp>
        <p:nvSpPr>
          <p:cNvPr id="263" name="爱设计-25-2"/>
          <p:cNvSpPr>
            <a:spLocks noGrp="1"/>
          </p:cNvSpPr>
          <p:nvPr/>
        </p:nvSpPr>
        <p:spPr>
          <a:xfrm>
            <a:off x="5838120" y="2870640"/>
            <a:ext cx="747000" cy="853200"/>
          </a:xfrm>
          <a:custGeom>
            <a:avLst/>
            <a:gdLst>
              <a:gd name="textAreaLeft" fmla="*/ 0 w 747000"/>
              <a:gd name="textAreaRight" fmla="*/ 747360 w 747000"/>
              <a:gd name="textAreaTop" fmla="*/ 0 h 853200"/>
              <a:gd name="textAreaBottom" fmla="*/ 853560 h 853200"/>
              <a:gd name="GluePoint1X" fmla="*/ 361901 w 630455"/>
              <a:gd name="GluePoint1Y" fmla="*/ 82589 h 720001"/>
              <a:gd name="GluePoint2X" fmla="*/ 361901 w 630455"/>
              <a:gd name="GluePoint2Y" fmla="*/ 203034 h 720001"/>
              <a:gd name="GluePoint3X" fmla="*/ 427179 w 630455"/>
              <a:gd name="GluePoint3Y" fmla="*/ 268312 h 720001"/>
              <a:gd name="GluePoint4X" fmla="*/ 547624 w 630455"/>
              <a:gd name="GluePoint4Y" fmla="*/ 268312 h 720001"/>
              <a:gd name="GluePoint5X" fmla="*/ 113812 w 630455"/>
              <a:gd name="GluePoint5Y" fmla="*/ 0 h 720001"/>
              <a:gd name="GluePoint6X" fmla="*/ 338847 w 630455"/>
              <a:gd name="GluePoint6Y" fmla="*/ 0 h 720001"/>
              <a:gd name="GluePoint7X" fmla="*/ 340465 w 630455"/>
              <a:gd name="GluePoint7Y" fmla="*/ 162 h 720001"/>
              <a:gd name="GluePoint8X" fmla="*/ 340789 w 630455"/>
              <a:gd name="GluePoint8Y" fmla="*/ 162 h 720001"/>
              <a:gd name="GluePoint9X" fmla="*/ 344106 w 630455"/>
              <a:gd name="GluePoint9Y" fmla="*/ 809 h 720001"/>
              <a:gd name="GluePoint10X" fmla="*/ 344186 w 630455"/>
              <a:gd name="GluePoint10Y" fmla="*/ 809 h 720001"/>
              <a:gd name="GluePoint11X" fmla="*/ 347422 w 630455"/>
              <a:gd name="GluePoint11Y" fmla="*/ 1942 h 720001"/>
              <a:gd name="GluePoint12X" fmla="*/ 347503 w 630455"/>
              <a:gd name="GluePoint12Y" fmla="*/ 1942 h 720001"/>
              <a:gd name="GluePoint13X" fmla="*/ 349040 w 630455"/>
              <a:gd name="GluePoint13Y" fmla="*/ 2670 h 720001"/>
              <a:gd name="GluePoint14X" fmla="*/ 349121 w 630455"/>
              <a:gd name="GluePoint14Y" fmla="*/ 2670 h 720001"/>
              <a:gd name="GluePoint15X" fmla="*/ 350576 w 630455"/>
              <a:gd name="GluePoint15Y" fmla="*/ 3479 h 720001"/>
              <a:gd name="GluePoint16X" fmla="*/ 350819 w 630455"/>
              <a:gd name="GluePoint16Y" fmla="*/ 3640 h 720001"/>
              <a:gd name="GluePoint17X" fmla="*/ 352033 w 630455"/>
              <a:gd name="GluePoint17Y" fmla="*/ 4449 h 720001"/>
              <a:gd name="GluePoint18X" fmla="*/ 352194 w 630455"/>
              <a:gd name="GluePoint18Y" fmla="*/ 4530 h 720001"/>
              <a:gd name="GluePoint19X" fmla="*/ 353408 w 630455"/>
              <a:gd name="GluePoint19Y" fmla="*/ 5501 h 720001"/>
              <a:gd name="GluePoint20X" fmla="*/ 353651 w 630455"/>
              <a:gd name="GluePoint20Y" fmla="*/ 5743 h 720001"/>
              <a:gd name="GluePoint21X" fmla="*/ 354864 w 630455"/>
              <a:gd name="GluePoint21Y" fmla="*/ 6876 h 720001"/>
              <a:gd name="GluePoint22X" fmla="*/ 623418 w 630455"/>
              <a:gd name="GluePoint22Y" fmla="*/ 275430 h 720001"/>
              <a:gd name="GluePoint23X" fmla="*/ 624551 w 630455"/>
              <a:gd name="GluePoint23Y" fmla="*/ 276643 h 720001"/>
              <a:gd name="GluePoint24X" fmla="*/ 624793 w 630455"/>
              <a:gd name="GluePoint24Y" fmla="*/ 276886 h 720001"/>
              <a:gd name="GluePoint25X" fmla="*/ 625764 w 630455"/>
              <a:gd name="GluePoint25Y" fmla="*/ 278180 h 720001"/>
              <a:gd name="GluePoint26X" fmla="*/ 625845 w 630455"/>
              <a:gd name="GluePoint26Y" fmla="*/ 278342 h 720001"/>
              <a:gd name="GluePoint27X" fmla="*/ 626734 w 630455"/>
              <a:gd name="GluePoint27Y" fmla="*/ 279637 h 720001"/>
              <a:gd name="GluePoint28X" fmla="*/ 626896 w 630455"/>
              <a:gd name="GluePoint28Y" fmla="*/ 279798 h 720001"/>
              <a:gd name="GluePoint29X" fmla="*/ 627705 w 630455"/>
              <a:gd name="GluePoint29Y" fmla="*/ 281254 h 720001"/>
              <a:gd name="GluePoint30X" fmla="*/ 628433 w 630455"/>
              <a:gd name="GluePoint30Y" fmla="*/ 282791 h 720001"/>
              <a:gd name="GluePoint31X" fmla="*/ 629646 w 630455"/>
              <a:gd name="GluePoint31Y" fmla="*/ 286107 h 720001"/>
              <a:gd name="GluePoint32X" fmla="*/ 630293 w 630455"/>
              <a:gd name="GluePoint32Y" fmla="*/ 289424 h 720001"/>
              <a:gd name="GluePoint33X" fmla="*/ 630293 w 630455"/>
              <a:gd name="GluePoint33Y" fmla="*/ 289667 h 720001"/>
              <a:gd name="GluePoint34X" fmla="*/ 630455 w 630455"/>
              <a:gd name="GluePoint34Y" fmla="*/ 291285 h 720001"/>
              <a:gd name="GluePoint35X" fmla="*/ 630455 w 630455"/>
              <a:gd name="GluePoint35Y" fmla="*/ 292579 h 720001"/>
              <a:gd name="GluePoint36X" fmla="*/ 630455 w 630455"/>
              <a:gd name="GluePoint36Y" fmla="*/ 606189 h 720001"/>
              <a:gd name="GluePoint37X" fmla="*/ 516644 w 630455"/>
              <a:gd name="GluePoint37Y" fmla="*/ 720001 h 720001"/>
              <a:gd name="GluePoint38X" fmla="*/ 113812 w 630455"/>
              <a:gd name="GluePoint38Y" fmla="*/ 720001 h 720001"/>
              <a:gd name="GluePoint39X" fmla="*/ 0 w 630455"/>
              <a:gd name="GluePoint39Y" fmla="*/ 606189 h 720001"/>
              <a:gd name="GluePoint40X" fmla="*/ 0 w 630455"/>
              <a:gd name="GluePoint40Y" fmla="*/ 113812 h 720001"/>
              <a:gd name="GluePoint41X" fmla="*/ 113812 w 630455"/>
              <a:gd name="GluePoint41Y" fmla="*/ 0 h 720001"/>
            </a:gdLst>
            <a:ahLst/>
            <a:cxnLst/>
            <a:rect l="textAreaLeft" t="textAreaTop" r="textAreaRight" b="textAreaBottom"/>
            <a:pathLst>
              <a:path w="630455" h="720001">
                <a:moveTo>
                  <a:pt x="361901" y="82589"/>
                </a:moveTo>
                <a:lnTo>
                  <a:pt x="361901" y="203034"/>
                </a:lnTo>
                <a:cubicBezTo>
                  <a:pt x="361901" y="239030"/>
                  <a:pt x="391183" y="268312"/>
                  <a:pt x="427179" y="268312"/>
                </a:cubicBezTo>
                <a:lnTo>
                  <a:pt x="547624" y="268312"/>
                </a:lnTo>
                <a:close/>
                <a:moveTo>
                  <a:pt x="113812" y="0"/>
                </a:moveTo>
                <a:lnTo>
                  <a:pt x="338847" y="0"/>
                </a:lnTo>
                <a:cubicBezTo>
                  <a:pt x="339414" y="81"/>
                  <a:pt x="339899" y="81"/>
                  <a:pt x="340465" y="162"/>
                </a:cubicBezTo>
                <a:lnTo>
                  <a:pt x="340789" y="162"/>
                </a:lnTo>
                <a:cubicBezTo>
                  <a:pt x="341922" y="324"/>
                  <a:pt x="343054" y="485"/>
                  <a:pt x="344106" y="809"/>
                </a:cubicBezTo>
                <a:lnTo>
                  <a:pt x="344186" y="809"/>
                </a:lnTo>
                <a:cubicBezTo>
                  <a:pt x="345238" y="1052"/>
                  <a:pt x="346371" y="1456"/>
                  <a:pt x="347422" y="1942"/>
                </a:cubicBezTo>
                <a:lnTo>
                  <a:pt x="347503" y="1942"/>
                </a:lnTo>
                <a:cubicBezTo>
                  <a:pt x="348069" y="2184"/>
                  <a:pt x="348555" y="2427"/>
                  <a:pt x="349040" y="2670"/>
                </a:cubicBezTo>
                <a:lnTo>
                  <a:pt x="349121" y="2670"/>
                </a:lnTo>
                <a:cubicBezTo>
                  <a:pt x="349606" y="2912"/>
                  <a:pt x="350091" y="3155"/>
                  <a:pt x="350576" y="3479"/>
                </a:cubicBezTo>
                <a:cubicBezTo>
                  <a:pt x="350657" y="3560"/>
                  <a:pt x="350739" y="3560"/>
                  <a:pt x="350819" y="3640"/>
                </a:cubicBezTo>
                <a:cubicBezTo>
                  <a:pt x="351224" y="3883"/>
                  <a:pt x="351628" y="4126"/>
                  <a:pt x="352033" y="4449"/>
                </a:cubicBezTo>
                <a:cubicBezTo>
                  <a:pt x="352113" y="4449"/>
                  <a:pt x="352113" y="4530"/>
                  <a:pt x="352194" y="4530"/>
                </a:cubicBezTo>
                <a:lnTo>
                  <a:pt x="353408" y="5501"/>
                </a:lnTo>
                <a:lnTo>
                  <a:pt x="353651" y="5743"/>
                </a:lnTo>
                <a:cubicBezTo>
                  <a:pt x="354055" y="6148"/>
                  <a:pt x="354459" y="6472"/>
                  <a:pt x="354864" y="6876"/>
                </a:cubicBezTo>
                <a:lnTo>
                  <a:pt x="623418" y="275430"/>
                </a:lnTo>
                <a:cubicBezTo>
                  <a:pt x="623822" y="275835"/>
                  <a:pt x="624227" y="276239"/>
                  <a:pt x="624551" y="276643"/>
                </a:cubicBezTo>
                <a:lnTo>
                  <a:pt x="624793" y="276886"/>
                </a:lnTo>
                <a:cubicBezTo>
                  <a:pt x="625117" y="277291"/>
                  <a:pt x="625440" y="277776"/>
                  <a:pt x="625764" y="278180"/>
                </a:cubicBezTo>
                <a:cubicBezTo>
                  <a:pt x="625764" y="278261"/>
                  <a:pt x="625845" y="278342"/>
                  <a:pt x="625845" y="278342"/>
                </a:cubicBezTo>
                <a:cubicBezTo>
                  <a:pt x="626168" y="278747"/>
                  <a:pt x="626491" y="279232"/>
                  <a:pt x="626734" y="279637"/>
                </a:cubicBezTo>
                <a:cubicBezTo>
                  <a:pt x="626815" y="279637"/>
                  <a:pt x="626815" y="279717"/>
                  <a:pt x="626896" y="279798"/>
                </a:cubicBezTo>
                <a:cubicBezTo>
                  <a:pt x="627139" y="280284"/>
                  <a:pt x="627462" y="280769"/>
                  <a:pt x="627705" y="281254"/>
                </a:cubicBezTo>
                <a:cubicBezTo>
                  <a:pt x="627948" y="281739"/>
                  <a:pt x="628190" y="282225"/>
                  <a:pt x="628433" y="282791"/>
                </a:cubicBezTo>
                <a:cubicBezTo>
                  <a:pt x="628918" y="283843"/>
                  <a:pt x="629323" y="284975"/>
                  <a:pt x="629646" y="286107"/>
                </a:cubicBezTo>
                <a:cubicBezTo>
                  <a:pt x="629889" y="287159"/>
                  <a:pt x="630132" y="288291"/>
                  <a:pt x="630293" y="289424"/>
                </a:cubicBezTo>
                <a:lnTo>
                  <a:pt x="630293" y="289667"/>
                </a:lnTo>
                <a:cubicBezTo>
                  <a:pt x="630374" y="290152"/>
                  <a:pt x="630455" y="290718"/>
                  <a:pt x="630455" y="291285"/>
                </a:cubicBezTo>
                <a:lnTo>
                  <a:pt x="630455" y="292579"/>
                </a:lnTo>
                <a:lnTo>
                  <a:pt x="630455" y="606189"/>
                </a:lnTo>
                <a:cubicBezTo>
                  <a:pt x="630455" y="668959"/>
                  <a:pt x="579414" y="720001"/>
                  <a:pt x="516644" y="720001"/>
                </a:cubicBezTo>
                <a:lnTo>
                  <a:pt x="113812" y="720001"/>
                </a:lnTo>
                <a:cubicBezTo>
                  <a:pt x="51042" y="720001"/>
                  <a:pt x="0" y="668959"/>
                  <a:pt x="0" y="606189"/>
                </a:cubicBezTo>
                <a:lnTo>
                  <a:pt x="0" y="113812"/>
                </a:lnTo>
                <a:cubicBezTo>
                  <a:pt x="0" y="51042"/>
                  <a:pt x="51042" y="0"/>
                  <a:pt x="113812" y="0"/>
                </a:cubicBezTo>
                <a:close/>
              </a:path>
            </a:pathLst>
          </a:custGeom>
          <a:gradFill rotWithShape="0">
            <a:gsLst>
              <a:gs pos="0">
                <a:srgbClr val="FFE2C8">
                  <a:alpha val="0"/>
                </a:srgbClr>
              </a:gs>
              <a:gs pos="100000">
                <a:srgbClr val="FFE2C8"/>
              </a:gs>
            </a:gsLst>
            <a:lin ang="16200000"/>
          </a:gradFill>
          <a:ln w="9525">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265" name="爱设计-26-1"/>
          <p:cNvSpPr>
            <a:spLocks noGrp="1"/>
          </p:cNvSpPr>
          <p:nvPr/>
        </p:nvSpPr>
        <p:spPr>
          <a:xfrm>
            <a:off x="8054280" y="3884040"/>
            <a:ext cx="575640" cy="658080"/>
          </a:xfrm>
          <a:custGeom>
            <a:avLst/>
            <a:gdLst>
              <a:gd name="textAreaLeft" fmla="*/ 0 w 575640"/>
              <a:gd name="textAreaRight" fmla="*/ 576000 w 575640"/>
              <a:gd name="textAreaTop" fmla="*/ 0 h 658080"/>
              <a:gd name="textAreaBottom" fmla="*/ 658440 h 658080"/>
              <a:gd name="GluePoint1X" fmla="*/ 626 w 644"/>
              <a:gd name="GluePoint1Y" fmla="*/ 172 h 736"/>
              <a:gd name="GluePoint2X" fmla="*/ 340 w 644"/>
              <a:gd name="GluePoint2Y" fmla="*/ 6 h 736"/>
              <a:gd name="GluePoint3X" fmla="*/ 304 w 644"/>
              <a:gd name="GluePoint3Y" fmla="*/ 6 h 736"/>
              <a:gd name="GluePoint4X" fmla="*/ 18 w 644"/>
              <a:gd name="GluePoint4Y" fmla="*/ 172 h 736"/>
              <a:gd name="GluePoint5X" fmla="*/ 0 w 644"/>
              <a:gd name="GluePoint5Y" fmla="*/ 203 h 736"/>
              <a:gd name="GluePoint6X" fmla="*/ 0 w 644"/>
              <a:gd name="GluePoint6Y" fmla="*/ 533 h 736"/>
              <a:gd name="GluePoint7X" fmla="*/ 18 w 644"/>
              <a:gd name="GluePoint7Y" fmla="*/ 564 h 736"/>
              <a:gd name="GluePoint8X" fmla="*/ 304 w 644"/>
              <a:gd name="GluePoint8Y" fmla="*/ 730 h 736"/>
              <a:gd name="GluePoint9X" fmla="*/ 340 w 644"/>
              <a:gd name="GluePoint9Y" fmla="*/ 730 h 736"/>
              <a:gd name="GluePoint10X" fmla="*/ 626 w 644"/>
              <a:gd name="GluePoint10Y" fmla="*/ 564 h 736"/>
              <a:gd name="GluePoint11X" fmla="*/ 644 w 644"/>
              <a:gd name="GluePoint11Y" fmla="*/ 533 h 736"/>
              <a:gd name="GluePoint12X" fmla="*/ 644 w 644"/>
              <a:gd name="GluePoint12Y" fmla="*/ 203 h 736"/>
              <a:gd name="GluePoint13X" fmla="*/ 626 w 644"/>
              <a:gd name="GluePoint13Y" fmla="*/ 172 h 736"/>
            </a:gdLst>
            <a:ahLst/>
            <a:cxnLst/>
            <a:rect l="textAreaLeft" t="textAreaTop" r="textAreaRight" b="textAreaBottom"/>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rotWithShape="0">
            <a:gsLst>
              <a:gs pos="0">
                <a:srgbClr val="ED6F00">
                  <a:alpha val="20000"/>
                </a:srgbClr>
              </a:gs>
              <a:gs pos="100000">
                <a:srgbClr val="FFA85B"/>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66" name="爱设计-26-2"/>
          <p:cNvSpPr>
            <a:spLocks noGrp="1"/>
          </p:cNvSpPr>
          <p:nvPr/>
        </p:nvSpPr>
        <p:spPr>
          <a:xfrm>
            <a:off x="8092440" y="3927600"/>
            <a:ext cx="499680" cy="570960"/>
          </a:xfrm>
          <a:custGeom>
            <a:avLst/>
            <a:gdLst>
              <a:gd name="textAreaLeft" fmla="*/ 0 w 499680"/>
              <a:gd name="textAreaRight" fmla="*/ 500040 w 499680"/>
              <a:gd name="textAreaTop" fmla="*/ 0 h 570960"/>
              <a:gd name="textAreaBottom" fmla="*/ 571320 h 570960"/>
              <a:gd name="GluePoint1X" fmla="*/ 626 w 644"/>
              <a:gd name="GluePoint1Y" fmla="*/ 172 h 736"/>
              <a:gd name="GluePoint2X" fmla="*/ 340 w 644"/>
              <a:gd name="GluePoint2Y" fmla="*/ 6 h 736"/>
              <a:gd name="GluePoint3X" fmla="*/ 304 w 644"/>
              <a:gd name="GluePoint3Y" fmla="*/ 6 h 736"/>
              <a:gd name="GluePoint4X" fmla="*/ 18 w 644"/>
              <a:gd name="GluePoint4Y" fmla="*/ 172 h 736"/>
              <a:gd name="GluePoint5X" fmla="*/ 0 w 644"/>
              <a:gd name="GluePoint5Y" fmla="*/ 203 h 736"/>
              <a:gd name="GluePoint6X" fmla="*/ 0 w 644"/>
              <a:gd name="GluePoint6Y" fmla="*/ 533 h 736"/>
              <a:gd name="GluePoint7X" fmla="*/ 18 w 644"/>
              <a:gd name="GluePoint7Y" fmla="*/ 564 h 736"/>
              <a:gd name="GluePoint8X" fmla="*/ 304 w 644"/>
              <a:gd name="GluePoint8Y" fmla="*/ 730 h 736"/>
              <a:gd name="GluePoint9X" fmla="*/ 340 w 644"/>
              <a:gd name="GluePoint9Y" fmla="*/ 730 h 736"/>
              <a:gd name="GluePoint10X" fmla="*/ 626 w 644"/>
              <a:gd name="GluePoint10Y" fmla="*/ 564 h 736"/>
              <a:gd name="GluePoint11X" fmla="*/ 644 w 644"/>
              <a:gd name="GluePoint11Y" fmla="*/ 533 h 736"/>
              <a:gd name="GluePoint12X" fmla="*/ 644 w 644"/>
              <a:gd name="GluePoint12Y" fmla="*/ 203 h 736"/>
              <a:gd name="GluePoint13X" fmla="*/ 626 w 644"/>
              <a:gd name="GluePoint13Y" fmla="*/ 172 h 736"/>
            </a:gdLst>
            <a:ahLst/>
            <a:cxnLst/>
            <a:rect l="textAreaLeft" t="textAreaTop" r="textAreaRight" b="textAreaBottom"/>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rotWithShape="0">
            <a:gsLst>
              <a:gs pos="0">
                <a:srgbClr val="ED6F00"/>
              </a:gs>
              <a:gs pos="100000">
                <a:srgbClr val="FF8417"/>
              </a:gs>
            </a:gsLst>
            <a:lin ang="27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67" name="爱设计-26-3"/>
          <p:cNvSpPr>
            <a:spLocks noGrp="1"/>
          </p:cNvSpPr>
          <p:nvPr/>
        </p:nvSpPr>
        <p:spPr>
          <a:xfrm>
            <a:off x="8238240" y="4111560"/>
            <a:ext cx="207720" cy="188280"/>
          </a:xfrm>
          <a:custGeom>
            <a:avLst/>
            <a:gdLst>
              <a:gd name="textAreaLeft" fmla="*/ 0 w 207720"/>
              <a:gd name="textAreaRight" fmla="*/ 208080 w 207720"/>
              <a:gd name="textAreaTop" fmla="*/ 0 h 188280"/>
              <a:gd name="textAreaBottom" fmla="*/ 188640 h 188280"/>
              <a:gd name="GluePoint1X" fmla="*/ 31770 w 794163"/>
              <a:gd name="GluePoint1Y" fmla="*/ 656460 h 720001"/>
              <a:gd name="GluePoint2X" fmla="*/ 762297 w 794163"/>
              <a:gd name="GluePoint2Y" fmla="*/ 656460 h 720001"/>
              <a:gd name="GluePoint3X" fmla="*/ 794163 w 794163"/>
              <a:gd name="GluePoint3Y" fmla="*/ 688230 h 720001"/>
              <a:gd name="GluePoint4X" fmla="*/ 762392 w 794163"/>
              <a:gd name="GluePoint4Y" fmla="*/ 720001 h 720001"/>
              <a:gd name="GluePoint5X" fmla="*/ 31770 w 794163"/>
              <a:gd name="GluePoint5Y" fmla="*/ 720001 h 720001"/>
              <a:gd name="GluePoint6X" fmla="*/ 0 w 794163"/>
              <a:gd name="GluePoint6Y" fmla="*/ 688230 h 720001"/>
              <a:gd name="GluePoint7X" fmla="*/ 31770 w 794163"/>
              <a:gd name="GluePoint7Y" fmla="*/ 656460 h 720001"/>
              <a:gd name="GluePoint8X" fmla="*/ 613493 w 794163"/>
              <a:gd name="GluePoint8Y" fmla="*/ 317608 h 720001"/>
              <a:gd name="GluePoint9X" fmla="*/ 710048 w 794163"/>
              <a:gd name="GluePoint9Y" fmla="*/ 317608 h 720001"/>
              <a:gd name="GluePoint10X" fmla="*/ 767655 w 794163"/>
              <a:gd name="GluePoint10Y" fmla="*/ 375216 h 720001"/>
              <a:gd name="GluePoint11X" fmla="*/ 767655 w 794163"/>
              <a:gd name="GluePoint11Y" fmla="*/ 524689 h 720001"/>
              <a:gd name="GluePoint12X" fmla="*/ 710048 w 794163"/>
              <a:gd name="GluePoint12Y" fmla="*/ 582297 h 720001"/>
              <a:gd name="GluePoint13X" fmla="*/ 613493 w 794163"/>
              <a:gd name="GluePoint13Y" fmla="*/ 582297 h 720001"/>
              <a:gd name="GluePoint14X" fmla="*/ 555885 w 794163"/>
              <a:gd name="GluePoint14Y" fmla="*/ 524689 h 720001"/>
              <a:gd name="GluePoint15X" fmla="*/ 555885 w 794163"/>
              <a:gd name="GluePoint15Y" fmla="*/ 375216 h 720001"/>
              <a:gd name="GluePoint16X" fmla="*/ 613493 w 794163"/>
              <a:gd name="GluePoint16Y" fmla="*/ 317608 h 720001"/>
              <a:gd name="GluePoint17X" fmla="*/ 84019 w 794163"/>
              <a:gd name="GluePoint17Y" fmla="*/ 211770 h 720001"/>
              <a:gd name="GluePoint18X" fmla="*/ 180574 w 794163"/>
              <a:gd name="GluePoint18Y" fmla="*/ 211770 h 720001"/>
              <a:gd name="GluePoint19X" fmla="*/ 238182 w 794163"/>
              <a:gd name="GluePoint19Y" fmla="*/ 269282 h 720001"/>
              <a:gd name="GluePoint20X" fmla="*/ 238182 w 794163"/>
              <a:gd name="GluePoint20Y" fmla="*/ 524785 h 720001"/>
              <a:gd name="GluePoint21X" fmla="*/ 180574 w 794163"/>
              <a:gd name="GluePoint21Y" fmla="*/ 582393 h 720001"/>
              <a:gd name="GluePoint22X" fmla="*/ 84019 w 794163"/>
              <a:gd name="GluePoint22Y" fmla="*/ 582393 h 720001"/>
              <a:gd name="GluePoint23X" fmla="*/ 26411 w 794163"/>
              <a:gd name="GluePoint23Y" fmla="*/ 524785 h 720001"/>
              <a:gd name="GluePoint24X" fmla="*/ 26411 w 794163"/>
              <a:gd name="GluePoint24Y" fmla="*/ 269378 h 720001"/>
              <a:gd name="GluePoint25X" fmla="*/ 84019 w 794163"/>
              <a:gd name="GluePoint25Y" fmla="*/ 211770 h 720001"/>
              <a:gd name="GluePoint26X" fmla="*/ 348708 w 794163"/>
              <a:gd name="GluePoint26Y" fmla="*/ 0 h 720001"/>
              <a:gd name="GluePoint27X" fmla="*/ 445359 w 794163"/>
              <a:gd name="GluePoint27Y" fmla="*/ 0 h 720001"/>
              <a:gd name="GluePoint28X" fmla="*/ 502871 w 794163"/>
              <a:gd name="GluePoint28Y" fmla="*/ 57607 h 720001"/>
              <a:gd name="GluePoint29X" fmla="*/ 502871 w 794163"/>
              <a:gd name="GluePoint29Y" fmla="*/ 524785 h 720001"/>
              <a:gd name="GluePoint30X" fmla="*/ 445263 w 794163"/>
              <a:gd name="GluePoint30Y" fmla="*/ 582393 h 720001"/>
              <a:gd name="GluePoint31X" fmla="*/ 348708 w 794163"/>
              <a:gd name="GluePoint31Y" fmla="*/ 582393 h 720001"/>
              <a:gd name="GluePoint32X" fmla="*/ 291100 w 794163"/>
              <a:gd name="GluePoint32Y" fmla="*/ 524785 h 720001"/>
              <a:gd name="GluePoint33X" fmla="*/ 291100 w 794163"/>
              <a:gd name="GluePoint33Y" fmla="*/ 57607 h 720001"/>
              <a:gd name="GluePoint34X" fmla="*/ 348708 w 794163"/>
              <a:gd name="GluePoint34Y" fmla="*/ 0 h 720001"/>
            </a:gdLst>
            <a:ahLst/>
            <a:cxnLst/>
            <a:rect l="textAreaLeft" t="textAreaTop" r="textAreaRight" b="textAreaBottom"/>
            <a:pathLst>
              <a:path w="794163" h="720001">
                <a:moveTo>
                  <a:pt x="31770" y="656460"/>
                </a:moveTo>
                <a:lnTo>
                  <a:pt x="762297" y="656460"/>
                </a:lnTo>
                <a:cubicBezTo>
                  <a:pt x="779904" y="656460"/>
                  <a:pt x="794067" y="670622"/>
                  <a:pt x="794163" y="688230"/>
                </a:cubicBezTo>
                <a:cubicBezTo>
                  <a:pt x="794163" y="705742"/>
                  <a:pt x="779904" y="720001"/>
                  <a:pt x="762392" y="720001"/>
                </a:cubicBezTo>
                <a:lnTo>
                  <a:pt x="31770" y="720001"/>
                </a:lnTo>
                <a:cubicBezTo>
                  <a:pt x="14258" y="720001"/>
                  <a:pt x="0" y="705742"/>
                  <a:pt x="0" y="688230"/>
                </a:cubicBezTo>
                <a:cubicBezTo>
                  <a:pt x="0" y="670718"/>
                  <a:pt x="14258" y="656460"/>
                  <a:pt x="31770" y="656460"/>
                </a:cubicBezTo>
                <a:close/>
                <a:moveTo>
                  <a:pt x="613493" y="317608"/>
                </a:moveTo>
                <a:lnTo>
                  <a:pt x="710048" y="317608"/>
                </a:lnTo>
                <a:cubicBezTo>
                  <a:pt x="741818" y="317608"/>
                  <a:pt x="767655" y="343445"/>
                  <a:pt x="767655" y="375216"/>
                </a:cubicBezTo>
                <a:lnTo>
                  <a:pt x="767655" y="524689"/>
                </a:lnTo>
                <a:cubicBezTo>
                  <a:pt x="767655" y="556364"/>
                  <a:pt x="741723" y="582297"/>
                  <a:pt x="710048" y="582297"/>
                </a:cubicBezTo>
                <a:lnTo>
                  <a:pt x="613493" y="582297"/>
                </a:lnTo>
                <a:cubicBezTo>
                  <a:pt x="581818" y="582297"/>
                  <a:pt x="555885" y="556364"/>
                  <a:pt x="555885" y="524689"/>
                </a:cubicBezTo>
                <a:lnTo>
                  <a:pt x="555885" y="375216"/>
                </a:lnTo>
                <a:cubicBezTo>
                  <a:pt x="555885" y="343349"/>
                  <a:pt x="581722" y="317608"/>
                  <a:pt x="613493" y="317608"/>
                </a:cubicBezTo>
                <a:close/>
                <a:moveTo>
                  <a:pt x="84019" y="211770"/>
                </a:moveTo>
                <a:lnTo>
                  <a:pt x="180574" y="211770"/>
                </a:lnTo>
                <a:cubicBezTo>
                  <a:pt x="212440" y="211770"/>
                  <a:pt x="238182" y="237512"/>
                  <a:pt x="238182" y="269282"/>
                </a:cubicBezTo>
                <a:lnTo>
                  <a:pt x="238182" y="524785"/>
                </a:lnTo>
                <a:cubicBezTo>
                  <a:pt x="238182" y="556460"/>
                  <a:pt x="212248" y="582393"/>
                  <a:pt x="180574" y="582393"/>
                </a:cubicBezTo>
                <a:lnTo>
                  <a:pt x="84019" y="582393"/>
                </a:lnTo>
                <a:cubicBezTo>
                  <a:pt x="52344" y="582393"/>
                  <a:pt x="26411" y="556460"/>
                  <a:pt x="26411" y="524785"/>
                </a:cubicBezTo>
                <a:lnTo>
                  <a:pt x="26411" y="269378"/>
                </a:lnTo>
                <a:cubicBezTo>
                  <a:pt x="26411" y="237512"/>
                  <a:pt x="52248" y="211770"/>
                  <a:pt x="84019" y="211770"/>
                </a:cubicBezTo>
                <a:close/>
                <a:moveTo>
                  <a:pt x="348708" y="0"/>
                </a:moveTo>
                <a:lnTo>
                  <a:pt x="445359" y="0"/>
                </a:lnTo>
                <a:cubicBezTo>
                  <a:pt x="477129" y="0"/>
                  <a:pt x="502871" y="25741"/>
                  <a:pt x="502871" y="57607"/>
                </a:cubicBezTo>
                <a:lnTo>
                  <a:pt x="502871" y="524785"/>
                </a:lnTo>
                <a:cubicBezTo>
                  <a:pt x="502871" y="556460"/>
                  <a:pt x="476937" y="582393"/>
                  <a:pt x="445263" y="582393"/>
                </a:cubicBezTo>
                <a:lnTo>
                  <a:pt x="348708" y="582393"/>
                </a:lnTo>
                <a:cubicBezTo>
                  <a:pt x="317033" y="582393"/>
                  <a:pt x="291100" y="556460"/>
                  <a:pt x="291100" y="524785"/>
                </a:cubicBezTo>
                <a:lnTo>
                  <a:pt x="291100" y="57607"/>
                </a:lnTo>
                <a:cubicBezTo>
                  <a:pt x="291100" y="25741"/>
                  <a:pt x="316937" y="0"/>
                  <a:pt x="348708" y="0"/>
                </a:cubicBezTo>
                <a:close/>
              </a:path>
            </a:pathLst>
          </a:custGeom>
          <a:solidFill>
            <a:schemeClr val="bg1"/>
          </a:solidFill>
          <a:ln w="9525">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269" name="爱设计-27-1"/>
          <p:cNvSpPr>
            <a:spLocks noGrp="1"/>
          </p:cNvSpPr>
          <p:nvPr/>
        </p:nvSpPr>
        <p:spPr>
          <a:xfrm>
            <a:off x="8054280" y="1800720"/>
            <a:ext cx="575640" cy="658080"/>
          </a:xfrm>
          <a:custGeom>
            <a:avLst/>
            <a:gdLst>
              <a:gd name="textAreaLeft" fmla="*/ 0 w 575640"/>
              <a:gd name="textAreaRight" fmla="*/ 576000 w 575640"/>
              <a:gd name="textAreaTop" fmla="*/ 0 h 658080"/>
              <a:gd name="textAreaBottom" fmla="*/ 658440 h 658080"/>
              <a:gd name="GluePoint1X" fmla="*/ 626 w 644"/>
              <a:gd name="GluePoint1Y" fmla="*/ 172 h 736"/>
              <a:gd name="GluePoint2X" fmla="*/ 340 w 644"/>
              <a:gd name="GluePoint2Y" fmla="*/ 6 h 736"/>
              <a:gd name="GluePoint3X" fmla="*/ 304 w 644"/>
              <a:gd name="GluePoint3Y" fmla="*/ 6 h 736"/>
              <a:gd name="GluePoint4X" fmla="*/ 18 w 644"/>
              <a:gd name="GluePoint4Y" fmla="*/ 172 h 736"/>
              <a:gd name="GluePoint5X" fmla="*/ 0 w 644"/>
              <a:gd name="GluePoint5Y" fmla="*/ 203 h 736"/>
              <a:gd name="GluePoint6X" fmla="*/ 0 w 644"/>
              <a:gd name="GluePoint6Y" fmla="*/ 533 h 736"/>
              <a:gd name="GluePoint7X" fmla="*/ 18 w 644"/>
              <a:gd name="GluePoint7Y" fmla="*/ 564 h 736"/>
              <a:gd name="GluePoint8X" fmla="*/ 304 w 644"/>
              <a:gd name="GluePoint8Y" fmla="*/ 730 h 736"/>
              <a:gd name="GluePoint9X" fmla="*/ 340 w 644"/>
              <a:gd name="GluePoint9Y" fmla="*/ 730 h 736"/>
              <a:gd name="GluePoint10X" fmla="*/ 626 w 644"/>
              <a:gd name="GluePoint10Y" fmla="*/ 564 h 736"/>
              <a:gd name="GluePoint11X" fmla="*/ 644 w 644"/>
              <a:gd name="GluePoint11Y" fmla="*/ 533 h 736"/>
              <a:gd name="GluePoint12X" fmla="*/ 644 w 644"/>
              <a:gd name="GluePoint12Y" fmla="*/ 203 h 736"/>
              <a:gd name="GluePoint13X" fmla="*/ 626 w 644"/>
              <a:gd name="GluePoint13Y" fmla="*/ 172 h 736"/>
            </a:gdLst>
            <a:ahLst/>
            <a:cxnLst/>
            <a:rect l="textAreaLeft" t="textAreaTop" r="textAreaRight" b="textAreaBottom"/>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rotWithShape="0">
            <a:gsLst>
              <a:gs pos="0">
                <a:srgbClr val="ED6F00">
                  <a:alpha val="20000"/>
                </a:srgbClr>
              </a:gs>
              <a:gs pos="100000">
                <a:srgbClr val="FFA85B"/>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70" name="爱设计-27-2"/>
          <p:cNvSpPr>
            <a:spLocks noGrp="1"/>
          </p:cNvSpPr>
          <p:nvPr/>
        </p:nvSpPr>
        <p:spPr>
          <a:xfrm>
            <a:off x="8092440" y="1844280"/>
            <a:ext cx="499680" cy="570960"/>
          </a:xfrm>
          <a:custGeom>
            <a:avLst/>
            <a:gdLst>
              <a:gd name="textAreaLeft" fmla="*/ 0 w 499680"/>
              <a:gd name="textAreaRight" fmla="*/ 500040 w 499680"/>
              <a:gd name="textAreaTop" fmla="*/ 0 h 570960"/>
              <a:gd name="textAreaBottom" fmla="*/ 571320 h 570960"/>
              <a:gd name="GluePoint1X" fmla="*/ 626 w 644"/>
              <a:gd name="GluePoint1Y" fmla="*/ 172 h 736"/>
              <a:gd name="GluePoint2X" fmla="*/ 340 w 644"/>
              <a:gd name="GluePoint2Y" fmla="*/ 6 h 736"/>
              <a:gd name="GluePoint3X" fmla="*/ 304 w 644"/>
              <a:gd name="GluePoint3Y" fmla="*/ 6 h 736"/>
              <a:gd name="GluePoint4X" fmla="*/ 18 w 644"/>
              <a:gd name="GluePoint4Y" fmla="*/ 172 h 736"/>
              <a:gd name="GluePoint5X" fmla="*/ 0 w 644"/>
              <a:gd name="GluePoint5Y" fmla="*/ 203 h 736"/>
              <a:gd name="GluePoint6X" fmla="*/ 0 w 644"/>
              <a:gd name="GluePoint6Y" fmla="*/ 533 h 736"/>
              <a:gd name="GluePoint7X" fmla="*/ 18 w 644"/>
              <a:gd name="GluePoint7Y" fmla="*/ 564 h 736"/>
              <a:gd name="GluePoint8X" fmla="*/ 304 w 644"/>
              <a:gd name="GluePoint8Y" fmla="*/ 730 h 736"/>
              <a:gd name="GluePoint9X" fmla="*/ 340 w 644"/>
              <a:gd name="GluePoint9Y" fmla="*/ 730 h 736"/>
              <a:gd name="GluePoint10X" fmla="*/ 626 w 644"/>
              <a:gd name="GluePoint10Y" fmla="*/ 564 h 736"/>
              <a:gd name="GluePoint11X" fmla="*/ 644 w 644"/>
              <a:gd name="GluePoint11Y" fmla="*/ 533 h 736"/>
              <a:gd name="GluePoint12X" fmla="*/ 644 w 644"/>
              <a:gd name="GluePoint12Y" fmla="*/ 203 h 736"/>
              <a:gd name="GluePoint13X" fmla="*/ 626 w 644"/>
              <a:gd name="GluePoint13Y" fmla="*/ 172 h 736"/>
            </a:gdLst>
            <a:ahLst/>
            <a:cxnLst/>
            <a:rect l="textAreaLeft" t="textAreaTop" r="textAreaRight" b="textAreaBottom"/>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rotWithShape="0">
            <a:gsLst>
              <a:gs pos="0">
                <a:srgbClr val="ED6F00"/>
              </a:gs>
              <a:gs pos="100000">
                <a:srgbClr val="FF8417"/>
              </a:gs>
            </a:gsLst>
            <a:lin ang="27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71" name="爱设计-27-3"/>
          <p:cNvSpPr>
            <a:spLocks noGrp="1"/>
          </p:cNvSpPr>
          <p:nvPr/>
        </p:nvSpPr>
        <p:spPr>
          <a:xfrm>
            <a:off x="8238240" y="2026440"/>
            <a:ext cx="207720" cy="192240"/>
          </a:xfrm>
          <a:custGeom>
            <a:avLst/>
            <a:gdLst>
              <a:gd name="textAreaLeft" fmla="*/ 0 w 207720"/>
              <a:gd name="textAreaRight" fmla="*/ 208080 w 207720"/>
              <a:gd name="textAreaTop" fmla="*/ 0 h 192240"/>
              <a:gd name="textAreaBottom" fmla="*/ 192600 h 192240"/>
              <a:gd name="GluePoint1X" fmla="*/ 2136435 w 5834559"/>
              <a:gd name="GluePoint1Y" fmla="*/ 643126 h 5397372"/>
              <a:gd name="GluePoint2X" fmla="*/ 3716657 w 5834559"/>
              <a:gd name="GluePoint2Y" fmla="*/ 643126 h 5397372"/>
              <a:gd name="GluePoint3X" fmla="*/ 3716657 w 5834559"/>
              <a:gd name="GluePoint3Y" fmla="*/ 1064855 h 5397372"/>
              <a:gd name="GluePoint4X" fmla="*/ 2136435 w 5834559"/>
              <a:gd name="GluePoint4Y" fmla="*/ 1064855 h 5397372"/>
              <a:gd name="GluePoint5X" fmla="*/ 693741 w 5834559"/>
              <a:gd name="GluePoint5Y" fmla="*/ 643126 h 5397372"/>
              <a:gd name="GluePoint6X" fmla="*/ 1550121 w 5834559"/>
              <a:gd name="GluePoint6Y" fmla="*/ 643126 h 5397372"/>
              <a:gd name="GluePoint7X" fmla="*/ 1550121 w 5834559"/>
              <a:gd name="GluePoint7Y" fmla="*/ 1064855 h 5397372"/>
              <a:gd name="GluePoint8X" fmla="*/ 693741 w 5834559"/>
              <a:gd name="GluePoint8Y" fmla="*/ 1064855 h 5397372"/>
              <a:gd name="GluePoint9X" fmla="*/ 421729 w 5834559"/>
              <a:gd name="GluePoint9Y" fmla="*/ 1336867 h 5397372"/>
              <a:gd name="GluePoint10X" fmla="*/ 421729 w 5834559"/>
              <a:gd name="GluePoint10Y" fmla="*/ 2079805 h 5397372"/>
              <a:gd name="GluePoint11X" fmla="*/ 5412133 w 5834559"/>
              <a:gd name="GluePoint11Y" fmla="*/ 2079805 h 5397372"/>
              <a:gd name="GluePoint12X" fmla="*/ 5412133 w 5834559"/>
              <a:gd name="GluePoint12Y" fmla="*/ 1336867 h 5397372"/>
              <a:gd name="GluePoint13X" fmla="*/ 5140113 w 5834559"/>
              <a:gd name="GluePoint13Y" fmla="*/ 1064855 h 5397372"/>
              <a:gd name="GluePoint14X" fmla="*/ 4302971 w 5834559"/>
              <a:gd name="GluePoint14Y" fmla="*/ 1064855 h 5397372"/>
              <a:gd name="GluePoint15X" fmla="*/ 4302971 w 5834559"/>
              <a:gd name="GluePoint15Y" fmla="*/ 643126 h 5397372"/>
              <a:gd name="GluePoint16X" fmla="*/ 5140113 w 5834559"/>
              <a:gd name="GluePoint16Y" fmla="*/ 643126 h 5397372"/>
              <a:gd name="GluePoint17X" fmla="*/ 5834559 w 5834559"/>
              <a:gd name="GluePoint17Y" fmla="*/ 1336867 h 5397372"/>
              <a:gd name="GluePoint18X" fmla="*/ 5834559 w 5834559"/>
              <a:gd name="GluePoint18Y" fmla="*/ 4703631 h 5397372"/>
              <a:gd name="GluePoint19X" fmla="*/ 5140818 w 5834559"/>
              <a:gd name="GluePoint19Y" fmla="*/ 5397372 h 5397372"/>
              <a:gd name="GluePoint20X" fmla="*/ 693741 w 5834559"/>
              <a:gd name="GluePoint20Y" fmla="*/ 5397372 h 5397372"/>
              <a:gd name="GluePoint21X" fmla="*/ 0 w 5834559"/>
              <a:gd name="GluePoint21Y" fmla="*/ 4703631 h 5397372"/>
              <a:gd name="GluePoint22X" fmla="*/ 0 w 5834559"/>
              <a:gd name="GluePoint22Y" fmla="*/ 2501529 h 5397372"/>
              <a:gd name="GluePoint23X" fmla="*/ 0 w 5834559"/>
              <a:gd name="GluePoint23Y" fmla="*/ 2079805 h 5397372"/>
              <a:gd name="GluePoint24X" fmla="*/ 0 w 5834559"/>
              <a:gd name="GluePoint24Y" fmla="*/ 1336867 h 5397372"/>
              <a:gd name="GluePoint25X" fmla="*/ 693741 w 5834559"/>
              <a:gd name="GluePoint25Y" fmla="*/ 643126 h 5397372"/>
              <a:gd name="GluePoint26X" fmla="*/ 3997242 w 5834559"/>
              <a:gd name="GluePoint26Y" fmla="*/ 0 h 5397372"/>
              <a:gd name="GluePoint27X" fmla="*/ 4208106 w 5834559"/>
              <a:gd name="GluePoint27Y" fmla="*/ 210864 h 5397372"/>
              <a:gd name="GluePoint28X" fmla="*/ 4208106 w 5834559"/>
              <a:gd name="GluePoint28Y" fmla="*/ 1506961 h 5397372"/>
              <a:gd name="GluePoint29X" fmla="*/ 3997242 w 5834559"/>
              <a:gd name="GluePoint29Y" fmla="*/ 1718528 h 5397372"/>
              <a:gd name="GluePoint30X" fmla="*/ 3786378 w 5834559"/>
              <a:gd name="GluePoint30Y" fmla="*/ 1507664 h 5397372"/>
              <a:gd name="GluePoint31X" fmla="*/ 3786378 w 5834559"/>
              <a:gd name="GluePoint31Y" fmla="*/ 210864 h 5397372"/>
              <a:gd name="GluePoint32X" fmla="*/ 3997242 w 5834559"/>
              <a:gd name="GluePoint32Y" fmla="*/ 0 h 5397372"/>
              <a:gd name="GluePoint33X" fmla="*/ 1836609 w 5834559"/>
              <a:gd name="GluePoint33Y" fmla="*/ 0 h 5397372"/>
              <a:gd name="GluePoint34X" fmla="*/ 2047469 w 5834559"/>
              <a:gd name="GluePoint34Y" fmla="*/ 210864 h 5397372"/>
              <a:gd name="GluePoint35X" fmla="*/ 2047469 w 5834559"/>
              <a:gd name="GluePoint35Y" fmla="*/ 1506961 h 5397372"/>
              <a:gd name="GluePoint36X" fmla="*/ 1836609 w 5834559"/>
              <a:gd name="GluePoint36Y" fmla="*/ 1718528 h 5397372"/>
              <a:gd name="GluePoint37X" fmla="*/ 1625745 w 5834559"/>
              <a:gd name="GluePoint37Y" fmla="*/ 1507664 h 5397372"/>
              <a:gd name="GluePoint38X" fmla="*/ 1625745 w 5834559"/>
              <a:gd name="GluePoint38Y" fmla="*/ 210864 h 5397372"/>
              <a:gd name="GluePoint39X" fmla="*/ 1836609 w 5834559"/>
              <a:gd name="GluePoint39Y" fmla="*/ 0 h 5397372"/>
            </a:gdLst>
            <a:ahLst/>
            <a:cxnLst/>
            <a:rect l="textAreaLeft" t="textAreaTop" r="textAreaRight" b="textAreaBottom"/>
            <a:pathLst>
              <a:path w="5834559" h="5397372">
                <a:moveTo>
                  <a:pt x="2136435" y="643126"/>
                </a:moveTo>
                <a:lnTo>
                  <a:pt x="3716657" y="643126"/>
                </a:lnTo>
                <a:lnTo>
                  <a:pt x="3716657" y="1064855"/>
                </a:lnTo>
                <a:lnTo>
                  <a:pt x="2136435" y="1064855"/>
                </a:lnTo>
                <a:close/>
                <a:moveTo>
                  <a:pt x="693741" y="643126"/>
                </a:moveTo>
                <a:lnTo>
                  <a:pt x="1550121" y="643126"/>
                </a:lnTo>
                <a:lnTo>
                  <a:pt x="1550121" y="1064855"/>
                </a:lnTo>
                <a:lnTo>
                  <a:pt x="693741" y="1064855"/>
                </a:lnTo>
                <a:cubicBezTo>
                  <a:pt x="543320" y="1064855"/>
                  <a:pt x="421729" y="1187151"/>
                  <a:pt x="421729" y="1336867"/>
                </a:cubicBezTo>
                <a:lnTo>
                  <a:pt x="421729" y="2079805"/>
                </a:lnTo>
                <a:lnTo>
                  <a:pt x="5412133" y="2079805"/>
                </a:lnTo>
                <a:lnTo>
                  <a:pt x="5412133" y="1336867"/>
                </a:lnTo>
                <a:cubicBezTo>
                  <a:pt x="5412133" y="1186446"/>
                  <a:pt x="5289830" y="1064855"/>
                  <a:pt x="5140113" y="1064855"/>
                </a:cubicBezTo>
                <a:lnTo>
                  <a:pt x="4302971" y="1064855"/>
                </a:lnTo>
                <a:lnTo>
                  <a:pt x="4302971" y="643126"/>
                </a:lnTo>
                <a:lnTo>
                  <a:pt x="5140113" y="643126"/>
                </a:lnTo>
                <a:cubicBezTo>
                  <a:pt x="5523184" y="643126"/>
                  <a:pt x="5833854" y="953797"/>
                  <a:pt x="5834559" y="1336867"/>
                </a:cubicBezTo>
                <a:lnTo>
                  <a:pt x="5834559" y="4703631"/>
                </a:lnTo>
                <a:cubicBezTo>
                  <a:pt x="5834559" y="5085292"/>
                  <a:pt x="5522479" y="5397372"/>
                  <a:pt x="5140818" y="5397372"/>
                </a:cubicBezTo>
                <a:lnTo>
                  <a:pt x="693741" y="5397372"/>
                </a:lnTo>
                <a:cubicBezTo>
                  <a:pt x="312080" y="5397372"/>
                  <a:pt x="0" y="5085292"/>
                  <a:pt x="0" y="4703631"/>
                </a:cubicBezTo>
                <a:lnTo>
                  <a:pt x="0" y="2501529"/>
                </a:lnTo>
                <a:lnTo>
                  <a:pt x="0" y="2079805"/>
                </a:lnTo>
                <a:lnTo>
                  <a:pt x="0" y="1336867"/>
                </a:lnTo>
                <a:cubicBezTo>
                  <a:pt x="0" y="953797"/>
                  <a:pt x="310671" y="643126"/>
                  <a:pt x="693741" y="643126"/>
                </a:cubicBezTo>
                <a:close/>
                <a:moveTo>
                  <a:pt x="3997242" y="0"/>
                </a:moveTo>
                <a:cubicBezTo>
                  <a:pt x="4113920" y="0"/>
                  <a:pt x="4208106" y="94186"/>
                  <a:pt x="4208106" y="210864"/>
                </a:cubicBezTo>
                <a:lnTo>
                  <a:pt x="4208106" y="1506961"/>
                </a:lnTo>
                <a:cubicBezTo>
                  <a:pt x="4208106" y="1623639"/>
                  <a:pt x="4113920" y="1718528"/>
                  <a:pt x="3997242" y="1718528"/>
                </a:cubicBezTo>
                <a:cubicBezTo>
                  <a:pt x="3880564" y="1718528"/>
                  <a:pt x="3786378" y="1624342"/>
                  <a:pt x="3786378" y="1507664"/>
                </a:cubicBezTo>
                <a:lnTo>
                  <a:pt x="3786378" y="210864"/>
                </a:lnTo>
                <a:cubicBezTo>
                  <a:pt x="3786378" y="94186"/>
                  <a:pt x="3880564" y="0"/>
                  <a:pt x="3997242" y="0"/>
                </a:cubicBezTo>
                <a:close/>
                <a:moveTo>
                  <a:pt x="1836609" y="0"/>
                </a:moveTo>
                <a:cubicBezTo>
                  <a:pt x="1953287" y="0"/>
                  <a:pt x="2047469" y="94186"/>
                  <a:pt x="2047469" y="210864"/>
                </a:cubicBezTo>
                <a:lnTo>
                  <a:pt x="2047469" y="1506961"/>
                </a:lnTo>
                <a:cubicBezTo>
                  <a:pt x="2047469" y="1623639"/>
                  <a:pt x="1953287" y="1718528"/>
                  <a:pt x="1836609" y="1718528"/>
                </a:cubicBezTo>
                <a:cubicBezTo>
                  <a:pt x="1719932" y="1718528"/>
                  <a:pt x="1625745" y="1624342"/>
                  <a:pt x="1625745" y="1507664"/>
                </a:cubicBezTo>
                <a:lnTo>
                  <a:pt x="1625745" y="210864"/>
                </a:lnTo>
                <a:cubicBezTo>
                  <a:pt x="1625745" y="94186"/>
                  <a:pt x="1719932" y="0"/>
                  <a:pt x="1836609" y="0"/>
                </a:cubicBezTo>
                <a:close/>
              </a:path>
            </a:pathLst>
          </a:custGeom>
          <a:solidFill>
            <a:schemeClr val="bg1"/>
          </a:solidFill>
          <a:ln w="9525">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pic>
        <p:nvPicPr>
          <p:cNvPr id="397" name="图片 2"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274" name="Freeform 1031"/>
          <p:cNvSpPr>
            <a:spLocks noGrp="1"/>
          </p:cNvSpPr>
          <p:nvPr/>
        </p:nvSpPr>
        <p:spPr>
          <a:xfrm>
            <a:off x="511560" y="415080"/>
            <a:ext cx="295920" cy="387360"/>
          </a:xfrm>
          <a:custGeom>
            <a:avLst/>
            <a:gdLst>
              <a:gd name="textAreaLeft" fmla="*/ 0 w 295920"/>
              <a:gd name="textAreaRight" fmla="*/ 296280 w 295920"/>
              <a:gd name="textAreaTop" fmla="*/ 0 h 387360"/>
              <a:gd name="textAreaBottom" fmla="*/ 387720 h 387360"/>
              <a:gd name="GluePoint1X" fmla="*/ 162 w 539"/>
              <a:gd name="GluePoint1Y" fmla="*/ 705 h 705"/>
              <a:gd name="GluePoint2X" fmla="*/ 0 w 539"/>
              <a:gd name="GluePoint2Y" fmla="*/ 705 h 705"/>
              <a:gd name="GluePoint3X" fmla="*/ 375 w 539"/>
              <a:gd name="GluePoint3Y" fmla="*/ 0 h 705"/>
              <a:gd name="GluePoint4X" fmla="*/ 539 w 539"/>
              <a:gd name="GluePoint4Y" fmla="*/ 0 h 705"/>
              <a:gd name="GluePoint5X" fmla="*/ 162 w 539"/>
              <a:gd name="GluePoint5Y" fmla="*/ 705 h 705"/>
            </a:gdLst>
            <a:ahLst/>
            <a:cxnLst/>
            <a:rect l="textAreaLeft" t="textAreaTop" r="textAreaRight" b="textAreaBottom"/>
            <a:pathLst>
              <a:path w="539" h="705">
                <a:moveTo>
                  <a:pt x="162" y="705"/>
                </a:moveTo>
                <a:lnTo>
                  <a:pt x="0" y="705"/>
                </a:lnTo>
                <a:lnTo>
                  <a:pt x="375" y="0"/>
                </a:lnTo>
                <a:lnTo>
                  <a:pt x="539" y="0"/>
                </a:lnTo>
                <a:lnTo>
                  <a:pt x="162" y="705"/>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275" name="Freeform 1034"/>
          <p:cNvSpPr>
            <a:spLocks noGrp="1"/>
          </p:cNvSpPr>
          <p:nvPr/>
        </p:nvSpPr>
        <p:spPr>
          <a:xfrm>
            <a:off x="435600" y="456840"/>
            <a:ext cx="185400" cy="242640"/>
          </a:xfrm>
          <a:custGeom>
            <a:avLst/>
            <a:gdLst>
              <a:gd name="textAreaLeft" fmla="*/ 0 w 185400"/>
              <a:gd name="textAreaRight" fmla="*/ 185760 w 185400"/>
              <a:gd name="textAreaTop" fmla="*/ 0 h 242640"/>
              <a:gd name="textAreaBottom" fmla="*/ 243000 h 242640"/>
              <a:gd name="GluePoint1X" fmla="*/ 102 w 338"/>
              <a:gd name="GluePoint1Y" fmla="*/ 442 h 442"/>
              <a:gd name="GluePoint2X" fmla="*/ 0 w 338"/>
              <a:gd name="GluePoint2Y" fmla="*/ 442 h 442"/>
              <a:gd name="GluePoint3X" fmla="*/ 235 w 338"/>
              <a:gd name="GluePoint3Y" fmla="*/ 0 h 442"/>
              <a:gd name="GluePoint4X" fmla="*/ 338 w 338"/>
              <a:gd name="GluePoint4Y" fmla="*/ 0 h 442"/>
              <a:gd name="GluePoint5X" fmla="*/ 102 w 338"/>
              <a:gd name="GluePoint5Y" fmla="*/ 442 h 442"/>
            </a:gdLst>
            <a:ahLst/>
            <a:cxnLst/>
            <a:rect l="textAreaLeft" t="textAreaTop" r="textAreaRight" b="textAreaBottom"/>
            <a:pathLst>
              <a:path w="338" h="442">
                <a:moveTo>
                  <a:pt x="102" y="442"/>
                </a:moveTo>
                <a:lnTo>
                  <a:pt x="0" y="442"/>
                </a:lnTo>
                <a:lnTo>
                  <a:pt x="235" y="0"/>
                </a:lnTo>
                <a:lnTo>
                  <a:pt x="338" y="0"/>
                </a:lnTo>
                <a:lnTo>
                  <a:pt x="102" y="442"/>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276" name="Freeform 1032"/>
          <p:cNvSpPr>
            <a:spLocks noGrp="1"/>
          </p:cNvSpPr>
          <p:nvPr/>
        </p:nvSpPr>
        <p:spPr>
          <a:xfrm>
            <a:off x="696240" y="572400"/>
            <a:ext cx="185400" cy="243360"/>
          </a:xfrm>
          <a:custGeom>
            <a:avLst/>
            <a:gdLst>
              <a:gd name="textAreaLeft" fmla="*/ 0 w 185400"/>
              <a:gd name="textAreaRight" fmla="*/ 185760 w 185400"/>
              <a:gd name="textAreaTop" fmla="*/ 0 h 243360"/>
              <a:gd name="textAreaBottom" fmla="*/ 243720 h 243360"/>
              <a:gd name="GluePoint1X" fmla="*/ 102 w 338"/>
              <a:gd name="GluePoint1Y" fmla="*/ 443 h 443"/>
              <a:gd name="GluePoint2X" fmla="*/ 0 w 338"/>
              <a:gd name="GluePoint2Y" fmla="*/ 443 h 443"/>
              <a:gd name="GluePoint3X" fmla="*/ 235 w 338"/>
              <a:gd name="GluePoint3Y" fmla="*/ 0 h 443"/>
              <a:gd name="GluePoint4X" fmla="*/ 338 w 338"/>
              <a:gd name="GluePoint4Y" fmla="*/ 0 h 443"/>
              <a:gd name="GluePoint5X" fmla="*/ 102 w 338"/>
              <a:gd name="GluePoint5Y" fmla="*/ 443 h 443"/>
            </a:gdLst>
            <a:ahLst/>
            <a:cxnLst/>
            <a:rect l="textAreaLeft" t="textAreaTop" r="textAreaRight" b="textAreaBottom"/>
            <a:pathLst>
              <a:path w="338" h="443">
                <a:moveTo>
                  <a:pt x="102" y="443"/>
                </a:moveTo>
                <a:lnTo>
                  <a:pt x="0" y="443"/>
                </a:lnTo>
                <a:lnTo>
                  <a:pt x="235" y="0"/>
                </a:lnTo>
                <a:lnTo>
                  <a:pt x="338" y="0"/>
                </a:lnTo>
                <a:lnTo>
                  <a:pt x="102" y="443"/>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277" name="Freeform 1033"/>
          <p:cNvSpPr>
            <a:spLocks noGrp="1"/>
          </p:cNvSpPr>
          <p:nvPr/>
        </p:nvSpPr>
        <p:spPr>
          <a:xfrm>
            <a:off x="543960" y="318960"/>
            <a:ext cx="185400" cy="242640"/>
          </a:xfrm>
          <a:custGeom>
            <a:avLst/>
            <a:gdLst>
              <a:gd name="textAreaLeft" fmla="*/ 0 w 185400"/>
              <a:gd name="textAreaRight" fmla="*/ 185760 w 185400"/>
              <a:gd name="textAreaTop" fmla="*/ 0 h 242640"/>
              <a:gd name="textAreaBottom" fmla="*/ 243000 h 242640"/>
              <a:gd name="GluePoint1X" fmla="*/ 103 w 338"/>
              <a:gd name="GluePoint1Y" fmla="*/ 442 h 442"/>
              <a:gd name="GluePoint2X" fmla="*/ 0 w 338"/>
              <a:gd name="GluePoint2Y" fmla="*/ 442 h 442"/>
              <a:gd name="GluePoint3X" fmla="*/ 236 w 338"/>
              <a:gd name="GluePoint3Y" fmla="*/ 0 h 442"/>
              <a:gd name="GluePoint4X" fmla="*/ 338 w 338"/>
              <a:gd name="GluePoint4Y" fmla="*/ 0 h 442"/>
              <a:gd name="GluePoint5X" fmla="*/ 103 w 338"/>
              <a:gd name="GluePoint5Y" fmla="*/ 442 h 442"/>
            </a:gdLst>
            <a:ahLst/>
            <a:cxnLst/>
            <a:rect l="textAreaLeft" t="textAreaTop" r="textAreaRight" b="textAreaBottom"/>
            <a:pathLst>
              <a:path w="338" h="442">
                <a:moveTo>
                  <a:pt x="103" y="442"/>
                </a:moveTo>
                <a:lnTo>
                  <a:pt x="0" y="442"/>
                </a:lnTo>
                <a:lnTo>
                  <a:pt x="236" y="0"/>
                </a:lnTo>
                <a:lnTo>
                  <a:pt x="338" y="0"/>
                </a:lnTo>
                <a:lnTo>
                  <a:pt x="103" y="442"/>
                </a:lnTo>
                <a:close/>
              </a:path>
            </a:pathLst>
          </a:custGeom>
          <a:solidFill>
            <a:schemeClr val="accent1">
              <a:alpha val="73000"/>
            </a:schemeClr>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278" name="Freeform 1029"/>
          <p:cNvSpPr>
            <a:spLocks noGrp="1"/>
          </p:cNvSpPr>
          <p:nvPr/>
        </p:nvSpPr>
        <p:spPr>
          <a:xfrm>
            <a:off x="595440" y="327240"/>
            <a:ext cx="5800320" cy="440280"/>
          </a:xfrm>
          <a:prstGeom prst="parallelogram">
            <a:avLst>
              <a:gd name="adj" fmla="val 53329"/>
            </a:avLst>
          </a:prstGeom>
          <a:gradFill rotWithShape="0">
            <a:gsLst>
              <a:gs pos="0">
                <a:srgbClr val="ED6F00">
                  <a:alpha val="9000"/>
                </a:srgbClr>
              </a:gs>
              <a:gs pos="100000">
                <a:srgbClr val="ED6F00">
                  <a:alpha val="0"/>
                </a:srgbClr>
              </a:gs>
            </a:gsLst>
            <a:lin ang="2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279" name="Freeform 1030"/>
          <p:cNvSpPr>
            <a:spLocks noGrp="1"/>
          </p:cNvSpPr>
          <p:nvPr/>
        </p:nvSpPr>
        <p:spPr>
          <a:xfrm>
            <a:off x="585360" y="327240"/>
            <a:ext cx="336600" cy="440280"/>
          </a:xfrm>
          <a:custGeom>
            <a:avLst/>
            <a:gdLst>
              <a:gd name="textAreaLeft" fmla="*/ 0 w 336600"/>
              <a:gd name="textAreaRight" fmla="*/ 336960 w 336600"/>
              <a:gd name="textAreaTop" fmla="*/ 0 h 440280"/>
              <a:gd name="textAreaBottom" fmla="*/ 440640 h 440280"/>
              <a:gd name="GluePoint1X" fmla="*/ 161 w 539"/>
              <a:gd name="GluePoint1Y" fmla="*/ 705 h 705"/>
              <a:gd name="GluePoint2X" fmla="*/ 0 w 539"/>
              <a:gd name="GluePoint2Y" fmla="*/ 705 h 705"/>
              <a:gd name="GluePoint3X" fmla="*/ 377 w 539"/>
              <a:gd name="GluePoint3Y" fmla="*/ 0 h 705"/>
              <a:gd name="GluePoint4X" fmla="*/ 539 w 539"/>
              <a:gd name="GluePoint4Y" fmla="*/ 0 h 705"/>
              <a:gd name="GluePoint5X" fmla="*/ 161 w 539"/>
              <a:gd name="GluePoint5Y" fmla="*/ 705 h 705"/>
            </a:gdLst>
            <a:ahLst/>
            <a:cxnLst/>
            <a:rect l="textAreaLeft" t="textAreaTop" r="textAreaRight" b="textAreaBottom"/>
            <a:pathLst>
              <a:path w="539" h="705">
                <a:moveTo>
                  <a:pt x="161" y="705"/>
                </a:moveTo>
                <a:lnTo>
                  <a:pt x="0" y="705"/>
                </a:lnTo>
                <a:lnTo>
                  <a:pt x="377" y="0"/>
                </a:lnTo>
                <a:lnTo>
                  <a:pt x="539" y="0"/>
                </a:lnTo>
                <a:lnTo>
                  <a:pt x="161" y="705"/>
                </a:lnTo>
                <a:close/>
              </a:path>
            </a:pathLst>
          </a:custGeom>
          <a:gradFill rotWithShape="0">
            <a:gsLst>
              <a:gs pos="26000">
                <a:srgbClr val="ED6F00"/>
              </a:gs>
              <a:gs pos="100000">
                <a:srgbClr val="FFA85B"/>
              </a:gs>
            </a:gsLst>
            <a:lin ang="162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280" name="PlaceHolder 1"/>
          <p:cNvSpPr>
            <a:spLocks noGrp="1"/>
          </p:cNvSpPr>
          <p:nvPr>
            <p:ph type="title"/>
          </p:nvPr>
        </p:nvSpPr>
        <p:spPr>
          <a:xfrm>
            <a:off x="1003680" y="364320"/>
            <a:ext cx="6845040" cy="369000"/>
          </a:xfrm>
          <a:prstGeom prst="rect">
            <a:avLst/>
          </a:prstGeom>
          <a:noFill/>
          <a:ln w="0">
            <a:noFill/>
          </a:ln>
        </p:spPr>
        <p:txBody>
          <a:bodyPr lIns="90000" tIns="45000" rIns="90000" bIns="45000" anchor="t">
            <a:normAutofit fontScale="85000" lnSpcReduction="9999"/>
          </a:bodyPr>
          <a:lstStyle>
            <a:lvl1pPr indent="0" algn="l" defTabSz="914400">
              <a:lnSpc>
                <a:spcPct val="100000"/>
              </a:lnSpc>
              <a:buNone/>
              <a:tabLst>
                <a:tab pos="0" algn="l"/>
              </a:tabLst>
              <a:defRPr sz="2400" b="1" u="none" spc="99">
                <a:solidFill>
                  <a:schemeClr val="accent1"/>
                </a:solidFill>
                <a:latin typeface="思源黑体 CN Bold"/>
                <a:ea typeface="思源黑体 CN Bold"/>
                <a:cs typeface="思源黑体 CN Bold"/>
              </a:defRPr>
            </a:lvl1pPr>
          </a:lstStyle>
          <a:p>
            <a:pPr indent="0" algn="l" defTabSz="914400">
              <a:lnSpc>
                <a:spcPct val="100000"/>
              </a:lnSpc>
              <a:buNone/>
              <a:tabLst>
                <a:tab pos="0" algn="l"/>
              </a:tabLst>
            </a:pPr>
            <a:r>
              <a:rPr sz="2400" b="1" u="none" spc="99">
                <a:solidFill>
                  <a:schemeClr val="accent1"/>
                </a:solidFill>
                <a:latin typeface="思源黑体 CN Bold"/>
                <a:ea typeface="思源黑体 CN Bold"/>
                <a:cs typeface="思源黑体 CN Bold"/>
              </a:rPr>
              <a:t>单击此处编辑母版标题样式</a:t>
            </a:r>
            <a:endParaRPr sz="2400" b="1" u="none" spc="99">
              <a:solidFill>
                <a:schemeClr val="accent1"/>
              </a:solidFill>
              <a:latin typeface="思源黑体 CN Bold"/>
              <a:ea typeface="思源黑体 CN Bold"/>
              <a:cs typeface="思源黑体 CN Bold"/>
            </a:endParaRPr>
          </a:p>
        </p:txBody>
      </p:sp>
      <p:sp>
        <p:nvSpPr>
          <p:cNvPr id="281" name="任意多边形: 形状 9"/>
          <p:cNvSpPr>
            <a:spLocks noGrp="1"/>
          </p:cNvSpPr>
          <p:nvPr/>
        </p:nvSpPr>
        <p:spPr>
          <a:xfrm>
            <a:off x="0" y="6427800"/>
            <a:ext cx="12191760" cy="429840"/>
          </a:xfrm>
          <a:custGeom>
            <a:avLst/>
            <a:gdLst>
              <a:gd name="textAreaLeft" fmla="*/ 0 w 12191760"/>
              <a:gd name="textAreaRight" fmla="*/ 12192120 w 12191760"/>
              <a:gd name="textAreaTop" fmla="*/ 0 h 429840"/>
              <a:gd name="textAreaBottom" fmla="*/ 430200 h 429840"/>
              <a:gd name="GluePoint1X" fmla="*/ 0 w 12192000"/>
              <a:gd name="GluePoint1Y" fmla="*/ 0 h 381000"/>
              <a:gd name="GluePoint2X" fmla="*/ 12192000 w 12192000"/>
              <a:gd name="GluePoint2Y" fmla="*/ 0 h 381000"/>
              <a:gd name="GluePoint3X" fmla="*/ 12192000 w 12192000"/>
              <a:gd name="GluePoint3Y" fmla="*/ 381000 h 381000"/>
              <a:gd name="GluePoint4X" fmla="*/ 0 w 12192000"/>
              <a:gd name="GluePoint4Y" fmla="*/ 381000 h 381000"/>
            </a:gdLst>
            <a:ahLst/>
            <a:cxnLst/>
            <a:rect l="textAreaLeft" t="textAreaTop" r="textAreaRight" b="textAreaBottom"/>
            <a:pathLst>
              <a:path w="12192000" h="381000">
                <a:moveTo>
                  <a:pt x="0" y="0"/>
                </a:moveTo>
                <a:lnTo>
                  <a:pt x="12192000" y="0"/>
                </a:lnTo>
                <a:lnTo>
                  <a:pt x="12192000" y="381000"/>
                </a:lnTo>
                <a:lnTo>
                  <a:pt x="0" y="381000"/>
                </a:lnTo>
                <a:close/>
              </a:path>
            </a:pathLst>
          </a:custGeom>
          <a:solidFill>
            <a:srgbClr val="ED6F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284" name="任意多边形: 形状 33"/>
          <p:cNvSpPr>
            <a:spLocks noGrp="1"/>
          </p:cNvSpPr>
          <p:nvPr/>
        </p:nvSpPr>
        <p:spPr>
          <a:xfrm>
            <a:off x="10206000" y="6556680"/>
            <a:ext cx="88200" cy="100800"/>
          </a:xfrm>
          <a:custGeom>
            <a:avLst/>
            <a:gdLst>
              <a:gd name="textAreaLeft" fmla="*/ 0 w 88200"/>
              <a:gd name="textAreaRight" fmla="*/ 88560 w 88200"/>
              <a:gd name="textAreaTop" fmla="*/ 0 h 100800"/>
              <a:gd name="textAreaBottom" fmla="*/ 101160 h 100800"/>
              <a:gd name="GluePoint1X" fmla="*/ 21465 w 53300"/>
              <a:gd name="GluePoint1Y" fmla="*/ 19954 h 60737"/>
              <a:gd name="GluePoint2X" fmla="*/ 21465 w 53300"/>
              <a:gd name="GluePoint2Y" fmla="*/ 31321 h 60737"/>
              <a:gd name="GluePoint3X" fmla="*/ 8798 w 53300"/>
              <a:gd name="GluePoint3Y" fmla="*/ 31321 h 60737"/>
              <a:gd name="GluePoint4X" fmla="*/ 8798 w 53300"/>
              <a:gd name="GluePoint4Y" fmla="*/ 19954 h 60737"/>
              <a:gd name="GluePoint5X" fmla="*/ 21465 w 53300"/>
              <a:gd name="GluePoint5Y" fmla="*/ 19954 h 60737"/>
              <a:gd name="GluePoint6X" fmla="*/ 8798 w 53300"/>
              <a:gd name="GluePoint6Y" fmla="*/ 42961 h 60737"/>
              <a:gd name="GluePoint7X" fmla="*/ 8798 w 53300"/>
              <a:gd name="GluePoint7Y" fmla="*/ 38305 h 60737"/>
              <a:gd name="GluePoint8X" fmla="*/ 21465 w 53300"/>
              <a:gd name="GluePoint8Y" fmla="*/ 38305 h 60737"/>
              <a:gd name="GluePoint9X" fmla="*/ 21465 w 53300"/>
              <a:gd name="GluePoint9Y" fmla="*/ 60738 h 60737"/>
              <a:gd name="GluePoint10X" fmla="*/ 30777 w 53300"/>
              <a:gd name="GluePoint10Y" fmla="*/ 60738 h 60737"/>
              <a:gd name="GluePoint11X" fmla="*/ 30777 w 53300"/>
              <a:gd name="GluePoint11Y" fmla="*/ 38305 h 60737"/>
              <a:gd name="GluePoint12X" fmla="*/ 43717 w 53300"/>
              <a:gd name="GluePoint12Y" fmla="*/ 38305 h 60737"/>
              <a:gd name="GluePoint13X" fmla="*/ 43717 w 53300"/>
              <a:gd name="GluePoint13Y" fmla="*/ 42175 h 60737"/>
              <a:gd name="GluePoint14X" fmla="*/ 53300 w 53300"/>
              <a:gd name="GluePoint14Y" fmla="*/ 42175 h 60737"/>
              <a:gd name="GluePoint15X" fmla="*/ 53300 w 53300"/>
              <a:gd name="GluePoint15Y" fmla="*/ 12698 h 60737"/>
              <a:gd name="GluePoint16X" fmla="*/ 30807 w 53300"/>
              <a:gd name="GluePoint16Y" fmla="*/ 12698 h 60737"/>
              <a:gd name="GluePoint17X" fmla="*/ 30807 w 53300"/>
              <a:gd name="GluePoint17Y" fmla="*/ 6228 h 60737"/>
              <a:gd name="GluePoint18X" fmla="*/ 31684 w 53300"/>
              <a:gd name="GluePoint18Y" fmla="*/ 1270 h 60737"/>
              <a:gd name="GluePoint19X" fmla="*/ 31865 w 53300"/>
              <a:gd name="GluePoint19Y" fmla="*/ 514 h 60737"/>
              <a:gd name="GluePoint20X" fmla="*/ 30112 w 53300"/>
              <a:gd name="GluePoint20Y" fmla="*/ 60 h 60737"/>
              <a:gd name="GluePoint21X" fmla="*/ 27330 w 53300"/>
              <a:gd name="GluePoint21Y" fmla="*/ 0 h 60737"/>
              <a:gd name="GluePoint22X" fmla="*/ 21223 w 53300"/>
              <a:gd name="GluePoint22Y" fmla="*/ 0 h 60737"/>
              <a:gd name="GluePoint23X" fmla="*/ 21223 w 53300"/>
              <a:gd name="GluePoint23Y" fmla="*/ 12668 h 60737"/>
              <a:gd name="GluePoint24X" fmla="*/ 0 w 53300"/>
              <a:gd name="GluePoint24Y" fmla="*/ 12668 h 60737"/>
              <a:gd name="GluePoint25X" fmla="*/ 0 w 53300"/>
              <a:gd name="GluePoint25Y" fmla="*/ 42930 h 60737"/>
              <a:gd name="GluePoint26X" fmla="*/ 8798 w 53300"/>
              <a:gd name="GluePoint26Y" fmla="*/ 42930 h 60737"/>
              <a:gd name="GluePoint27X" fmla="*/ 30777 w 53300"/>
              <a:gd name="GluePoint27Y" fmla="*/ 31321 h 60737"/>
              <a:gd name="GluePoint28X" fmla="*/ 30777 w 53300"/>
              <a:gd name="GluePoint28Y" fmla="*/ 19954 h 60737"/>
              <a:gd name="GluePoint29X" fmla="*/ 43717 w 53300"/>
              <a:gd name="GluePoint29Y" fmla="*/ 19954 h 60737"/>
              <a:gd name="GluePoint30X" fmla="*/ 43717 w 53300"/>
              <a:gd name="GluePoint30Y" fmla="*/ 31321 h 60737"/>
              <a:gd name="GluePoint31X" fmla="*/ 30777 w 53300"/>
              <a:gd name="GluePoint31Y" fmla="*/ 31321 h 60737"/>
            </a:gdLst>
            <a:ahLst/>
            <a:cxnLst/>
            <a:rect l="textAreaLeft" t="textAreaTop" r="textAreaRight" b="textAreaBottom"/>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85" name="任意多边形: 形状 34"/>
          <p:cNvSpPr>
            <a:spLocks noGrp="1"/>
          </p:cNvSpPr>
          <p:nvPr/>
        </p:nvSpPr>
        <p:spPr>
          <a:xfrm>
            <a:off x="10353240" y="6559560"/>
            <a:ext cx="89640" cy="97560"/>
          </a:xfrm>
          <a:custGeom>
            <a:avLst/>
            <a:gdLst>
              <a:gd name="textAreaLeft" fmla="*/ 0 w 89640"/>
              <a:gd name="textAreaRight" fmla="*/ 90000 w 89640"/>
              <a:gd name="textAreaTop" fmla="*/ 0 h 97560"/>
              <a:gd name="textAreaBottom" fmla="*/ 97920 h 97560"/>
              <a:gd name="GluePoint1X" fmla="*/ 45531 w 54056"/>
              <a:gd name="GluePoint1Y" fmla="*/ 48614 h 58923"/>
              <a:gd name="GluePoint2X" fmla="*/ 8284 w 54056"/>
              <a:gd name="GluePoint2Y" fmla="*/ 48614 h 58923"/>
              <a:gd name="GluePoint3X" fmla="*/ 8284 w 54056"/>
              <a:gd name="GluePoint3Y" fmla="*/ 6984 h 58923"/>
              <a:gd name="GluePoint4X" fmla="*/ 45531 w 54056"/>
              <a:gd name="GluePoint4Y" fmla="*/ 6984 h 58923"/>
              <a:gd name="GluePoint5X" fmla="*/ 45531 w 54056"/>
              <a:gd name="GluePoint5Y" fmla="*/ 48614 h 58923"/>
              <a:gd name="GluePoint6X" fmla="*/ 8284 w 54056"/>
              <a:gd name="GluePoint6Y" fmla="*/ 58893 h 58923"/>
              <a:gd name="GluePoint7X" fmla="*/ 8284 w 54056"/>
              <a:gd name="GluePoint7Y" fmla="*/ 55538 h 58923"/>
              <a:gd name="GluePoint8X" fmla="*/ 45531 w 54056"/>
              <a:gd name="GluePoint8Y" fmla="*/ 55538 h 58923"/>
              <a:gd name="GluePoint9X" fmla="*/ 45531 w 54056"/>
              <a:gd name="GluePoint9Y" fmla="*/ 58379 h 58923"/>
              <a:gd name="GluePoint10X" fmla="*/ 54056 w 54056"/>
              <a:gd name="GluePoint10Y" fmla="*/ 58379 h 58923"/>
              <a:gd name="GluePoint11X" fmla="*/ 54056 w 54056"/>
              <a:gd name="GluePoint11Y" fmla="*/ 0 h 58923"/>
              <a:gd name="GluePoint12X" fmla="*/ 0 w 54056"/>
              <a:gd name="GluePoint12Y" fmla="*/ 0 h 58923"/>
              <a:gd name="GluePoint13X" fmla="*/ 0 w 54056"/>
              <a:gd name="GluePoint13Y" fmla="*/ 58924 h 58923"/>
              <a:gd name="GluePoint14X" fmla="*/ 8284 w 54056"/>
              <a:gd name="GluePoint14Y" fmla="*/ 58924 h 58923"/>
              <a:gd name="GluePoint15X" fmla="*/ 11640 w 54056"/>
              <a:gd name="GluePoint15Y" fmla="*/ 29477 h 58923"/>
              <a:gd name="GluePoint16X" fmla="*/ 22251 w 54056"/>
              <a:gd name="GluePoint16Y" fmla="*/ 29477 h 58923"/>
              <a:gd name="GluePoint17X" fmla="*/ 22251 w 54056"/>
              <a:gd name="GluePoint17Y" fmla="*/ 38003 h 58923"/>
              <a:gd name="GluePoint18X" fmla="*/ 10098 w 54056"/>
              <a:gd name="GluePoint18Y" fmla="*/ 38003 h 58923"/>
              <a:gd name="GluePoint19X" fmla="*/ 10098 w 54056"/>
              <a:gd name="GluePoint19Y" fmla="*/ 44714 h 58923"/>
              <a:gd name="GluePoint20X" fmla="*/ 43717 w 54056"/>
              <a:gd name="GluePoint20Y" fmla="*/ 44714 h 58923"/>
              <a:gd name="GluePoint21X" fmla="*/ 43717 w 54056"/>
              <a:gd name="GluePoint21Y" fmla="*/ 38003 h 58923"/>
              <a:gd name="GluePoint22X" fmla="*/ 38819 w 54056"/>
              <a:gd name="GluePoint22Y" fmla="*/ 38003 h 58923"/>
              <a:gd name="GluePoint23X" fmla="*/ 42689 w 54056"/>
              <a:gd name="GluePoint23Y" fmla="*/ 35403 h 58923"/>
              <a:gd name="GluePoint24X" fmla="*/ 39061 w 54056"/>
              <a:gd name="GluePoint24Y" fmla="*/ 29447 h 58923"/>
              <a:gd name="GluePoint25X" fmla="*/ 42144 w 54056"/>
              <a:gd name="GluePoint25Y" fmla="*/ 29447 h 58923"/>
              <a:gd name="GluePoint26X" fmla="*/ 42144 w 54056"/>
              <a:gd name="GluePoint26Y" fmla="*/ 22977 h 58923"/>
              <a:gd name="GluePoint27X" fmla="*/ 30505 w 54056"/>
              <a:gd name="GluePoint27Y" fmla="*/ 22977 h 58923"/>
              <a:gd name="GluePoint28X" fmla="*/ 30505 w 54056"/>
              <a:gd name="GluePoint28Y" fmla="*/ 17293 h 58923"/>
              <a:gd name="GluePoint29X" fmla="*/ 43172 w 54056"/>
              <a:gd name="GluePoint29Y" fmla="*/ 17293 h 58923"/>
              <a:gd name="GluePoint30X" fmla="*/ 43172 w 54056"/>
              <a:gd name="GluePoint30Y" fmla="*/ 10823 h 58923"/>
              <a:gd name="GluePoint31X" fmla="*/ 10581 w 54056"/>
              <a:gd name="GluePoint31Y" fmla="*/ 10823 h 58923"/>
              <a:gd name="GluePoint32X" fmla="*/ 10581 w 54056"/>
              <a:gd name="GluePoint32Y" fmla="*/ 17293 h 58923"/>
              <a:gd name="GluePoint33X" fmla="*/ 22221 w 54056"/>
              <a:gd name="GluePoint33Y" fmla="*/ 17293 h 58923"/>
              <a:gd name="GluePoint34X" fmla="*/ 22221 w 54056"/>
              <a:gd name="GluePoint34Y" fmla="*/ 22977 h 58923"/>
              <a:gd name="GluePoint35X" fmla="*/ 11609 w 54056"/>
              <a:gd name="GluePoint35Y" fmla="*/ 22977 h 58923"/>
              <a:gd name="GluePoint36X" fmla="*/ 11609 w 54056"/>
              <a:gd name="GluePoint36Y" fmla="*/ 29447 h 58923"/>
              <a:gd name="GluePoint37X" fmla="*/ 35705 w 54056"/>
              <a:gd name="GluePoint37Y" fmla="*/ 38003 h 58923"/>
              <a:gd name="GluePoint38X" fmla="*/ 30535 w 54056"/>
              <a:gd name="GluePoint38Y" fmla="*/ 38003 h 58923"/>
              <a:gd name="GluePoint39X" fmla="*/ 30535 w 54056"/>
              <a:gd name="GluePoint39Y" fmla="*/ 29477 h 58923"/>
              <a:gd name="GluePoint40X" fmla="*/ 35705 w 54056"/>
              <a:gd name="GluePoint40Y" fmla="*/ 29477 h 58923"/>
              <a:gd name="GluePoint41X" fmla="*/ 31835 w 54056"/>
              <a:gd name="GluePoint41Y" fmla="*/ 32077 h 58923"/>
              <a:gd name="GluePoint42X" fmla="*/ 35705 w 54056"/>
              <a:gd name="GluePoint42Y" fmla="*/ 38033 h 58923"/>
            </a:gdLst>
            <a:ahLst/>
            <a:cxnLst/>
            <a:rect l="textAreaLeft" t="textAreaTop" r="textAreaRight" b="textAreaBottom"/>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86" name="任意多边形: 形状 35"/>
          <p:cNvSpPr>
            <a:spLocks noGrp="1"/>
          </p:cNvSpPr>
          <p:nvPr/>
        </p:nvSpPr>
        <p:spPr>
          <a:xfrm>
            <a:off x="10494720" y="6557400"/>
            <a:ext cx="102240" cy="99360"/>
          </a:xfrm>
          <a:custGeom>
            <a:avLst/>
            <a:gdLst>
              <a:gd name="textAreaLeft" fmla="*/ 0 w 102240"/>
              <a:gd name="textAreaRight" fmla="*/ 102600 w 102240"/>
              <a:gd name="textAreaTop" fmla="*/ 0 h 99360"/>
              <a:gd name="textAreaBottom" fmla="*/ 99720 h 99360"/>
              <a:gd name="GluePoint1X" fmla="*/ 45017 w 61584"/>
              <a:gd name="GluePoint1Y" fmla="*/ 13998 h 59981"/>
              <a:gd name="GluePoint2X" fmla="*/ 39061 w 61584"/>
              <a:gd name="GluePoint2Y" fmla="*/ 18654 h 59981"/>
              <a:gd name="GluePoint3X" fmla="*/ 37640 w 61584"/>
              <a:gd name="GluePoint3Y" fmla="*/ 16779 h 59981"/>
              <a:gd name="GluePoint4X" fmla="*/ 31019 w 61584"/>
              <a:gd name="GluePoint4Y" fmla="*/ 8314 h 59981"/>
              <a:gd name="GluePoint5X" fmla="*/ 37489 w 61584"/>
              <a:gd name="GluePoint5Y" fmla="*/ 3658 h 59981"/>
              <a:gd name="GluePoint6X" fmla="*/ 44986 w 61584"/>
              <a:gd name="GluePoint6Y" fmla="*/ 13998 h 59981"/>
              <a:gd name="GluePoint7X" fmla="*/ 45803 w 61584"/>
              <a:gd name="GluePoint7Y" fmla="*/ 30 h 59981"/>
              <a:gd name="GluePoint8X" fmla="*/ 51244 w 61584"/>
              <a:gd name="GluePoint8Y" fmla="*/ 30 h 59981"/>
              <a:gd name="GluePoint9X" fmla="*/ 54600 w 61584"/>
              <a:gd name="GluePoint9Y" fmla="*/ 1058 h 59981"/>
              <a:gd name="GluePoint10X" fmla="*/ 54510 w 61584"/>
              <a:gd name="GluePoint10Y" fmla="*/ 1814 h 59981"/>
              <a:gd name="GluePoint11X" fmla="*/ 54086 w 61584"/>
              <a:gd name="GluePoint11Y" fmla="*/ 5986 h 59981"/>
              <a:gd name="GluePoint12X" fmla="*/ 54086 w 61584"/>
              <a:gd name="GluePoint12Y" fmla="*/ 34949 h 59981"/>
              <a:gd name="GluePoint13X" fmla="*/ 61070 w 61584"/>
              <a:gd name="GluePoint13Y" fmla="*/ 33921 h 59981"/>
              <a:gd name="GluePoint14X" fmla="*/ 61584 w 61584"/>
              <a:gd name="GluePoint14Y" fmla="*/ 40633 h 59981"/>
              <a:gd name="GluePoint15X" fmla="*/ 54086 w 61584"/>
              <a:gd name="GluePoint15Y" fmla="*/ 41933 h 59981"/>
              <a:gd name="GluePoint16X" fmla="*/ 54086 w 61584"/>
              <a:gd name="GluePoint16Y" fmla="*/ 59982 h 59981"/>
              <a:gd name="GluePoint17X" fmla="*/ 45803 w 61584"/>
              <a:gd name="GluePoint17Y" fmla="*/ 59982 h 59981"/>
              <a:gd name="GluePoint18X" fmla="*/ 45803 w 61584"/>
              <a:gd name="GluePoint18Y" fmla="*/ 43233 h 59981"/>
              <a:gd name="GluePoint19X" fmla="*/ 26937 w 61584"/>
              <a:gd name="GluePoint19Y" fmla="*/ 46075 h 59981"/>
              <a:gd name="GluePoint20X" fmla="*/ 26151 w 61584"/>
              <a:gd name="GluePoint20Y" fmla="*/ 40391 h 59981"/>
              <a:gd name="GluePoint21X" fmla="*/ 25123 w 61584"/>
              <a:gd name="GluePoint21Y" fmla="*/ 41177 h 59981"/>
              <a:gd name="GluePoint22X" fmla="*/ 24337 w 61584"/>
              <a:gd name="GluePoint22Y" fmla="*/ 40179 h 59981"/>
              <a:gd name="GluePoint23X" fmla="*/ 20195 w 61584"/>
              <a:gd name="GluePoint23Y" fmla="*/ 34707 h 59981"/>
              <a:gd name="GluePoint24X" fmla="*/ 20195 w 61584"/>
              <a:gd name="GluePoint24Y" fmla="*/ 59468 h 59981"/>
              <a:gd name="GluePoint25X" fmla="*/ 12426 w 61584"/>
              <a:gd name="GluePoint25Y" fmla="*/ 59468 h 59981"/>
              <a:gd name="GluePoint26X" fmla="*/ 12426 w 61584"/>
              <a:gd name="GluePoint26Y" fmla="*/ 37277 h 59981"/>
              <a:gd name="GluePoint27X" fmla="*/ 10642 w 61584"/>
              <a:gd name="GluePoint27Y" fmla="*/ 40512 h 59981"/>
              <a:gd name="GluePoint28X" fmla="*/ 5170 w 61584"/>
              <a:gd name="GluePoint28Y" fmla="*/ 49703 h 59981"/>
              <a:gd name="GluePoint29X" fmla="*/ 877 w 61584"/>
              <a:gd name="GluePoint29Y" fmla="*/ 44261 h 59981"/>
              <a:gd name="GluePoint30X" fmla="*/ 0 w 61584"/>
              <a:gd name="GluePoint30Y" fmla="*/ 43233 h 59981"/>
              <a:gd name="GluePoint31X" fmla="*/ 11126 w 61584"/>
              <a:gd name="GluePoint31Y" fmla="*/ 23823 h 59981"/>
              <a:gd name="GluePoint32X" fmla="*/ 1542 w 61584"/>
              <a:gd name="GluePoint32Y" fmla="*/ 23823 h 59981"/>
              <a:gd name="GluePoint33X" fmla="*/ 1542 w 61584"/>
              <a:gd name="GluePoint33Y" fmla="*/ 17112 h 59981"/>
              <a:gd name="GluePoint34X" fmla="*/ 12395 w 61584"/>
              <a:gd name="GluePoint34Y" fmla="*/ 17112 h 59981"/>
              <a:gd name="GluePoint35X" fmla="*/ 12395 w 61584"/>
              <a:gd name="GluePoint35Y" fmla="*/ 9856 h 59981"/>
              <a:gd name="GluePoint36X" fmla="*/ 4112 w 61584"/>
              <a:gd name="GluePoint36Y" fmla="*/ 10642 h 59981"/>
              <a:gd name="GluePoint37X" fmla="*/ 1270 w 61584"/>
              <a:gd name="GluePoint37Y" fmla="*/ 4172 h 59981"/>
              <a:gd name="GluePoint38X" fmla="*/ 25335 w 61584"/>
              <a:gd name="GluePoint38Y" fmla="*/ 544 h 59981"/>
              <a:gd name="GluePoint39X" fmla="*/ 26998 w 61584"/>
              <a:gd name="GluePoint39Y" fmla="*/ 3658 h 59981"/>
              <a:gd name="GluePoint40X" fmla="*/ 28691 w 61584"/>
              <a:gd name="GluePoint40Y" fmla="*/ 6772 h 59981"/>
              <a:gd name="GluePoint41X" fmla="*/ 28993 w 61584"/>
              <a:gd name="GluePoint41Y" fmla="*/ 7800 h 59981"/>
              <a:gd name="GluePoint42X" fmla="*/ 28691 w 61584"/>
              <a:gd name="GluePoint42Y" fmla="*/ 8314 h 59981"/>
              <a:gd name="GluePoint43X" fmla="*/ 20165 w 61584"/>
              <a:gd name="GluePoint43Y" fmla="*/ 9100 h 59981"/>
              <a:gd name="GluePoint44X" fmla="*/ 20165 w 61584"/>
              <a:gd name="GluePoint44Y" fmla="*/ 17112 h 59981"/>
              <a:gd name="GluePoint45X" fmla="*/ 28963 w 61584"/>
              <a:gd name="GluePoint45Y" fmla="*/ 17112 h 59981"/>
              <a:gd name="GluePoint46X" fmla="*/ 28963 w 61584"/>
              <a:gd name="GluePoint46Y" fmla="*/ 23823 h 59981"/>
              <a:gd name="GluePoint47X" fmla="*/ 20165 w 61584"/>
              <a:gd name="GluePoint47Y" fmla="*/ 23823 h 59981"/>
              <a:gd name="GluePoint48X" fmla="*/ 20165 w 61584"/>
              <a:gd name="GluePoint48Y" fmla="*/ 29779 h 59981"/>
              <a:gd name="GluePoint49X" fmla="*/ 23793 w 61584"/>
              <a:gd name="GluePoint49Y" fmla="*/ 27179 h 59981"/>
              <a:gd name="GluePoint50X" fmla="*/ 31291 w 61584"/>
              <a:gd name="GluePoint50Y" fmla="*/ 36491 h 59981"/>
              <a:gd name="GluePoint51X" fmla="*/ 28449 w 61584"/>
              <a:gd name="GluePoint51Y" fmla="*/ 38819 h 59981"/>
              <a:gd name="GluePoint52X" fmla="*/ 45772 w 61584"/>
              <a:gd name="GluePoint52Y" fmla="*/ 36219 h 59981"/>
              <a:gd name="GluePoint53X" fmla="*/ 45772 w 61584"/>
              <a:gd name="GluePoint53Y" fmla="*/ 0 h 59981"/>
              <a:gd name="GluePoint54X" fmla="*/ 43203 w 61584"/>
              <a:gd name="GluePoint54Y" fmla="*/ 31563 h 59981"/>
              <a:gd name="GluePoint55X" fmla="*/ 36219 w 61584"/>
              <a:gd name="GluePoint55Y" fmla="*/ 34919 h 59981"/>
              <a:gd name="GluePoint56X" fmla="*/ 29749 w 61584"/>
              <a:gd name="GluePoint56Y" fmla="*/ 23521 h 59981"/>
              <a:gd name="GluePoint57X" fmla="*/ 36733 w 61584"/>
              <a:gd name="GluePoint57Y" fmla="*/ 19379 h 59981"/>
              <a:gd name="GluePoint58X" fmla="*/ 43203 w 61584"/>
              <a:gd name="GluePoint58Y" fmla="*/ 31533 h 59981"/>
            </a:gdLst>
            <a:ahLst/>
            <a:cxnLst/>
            <a:rect l="textAreaLeft" t="textAreaTop" r="textAreaRight" b="textAreaBottom"/>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87" name="任意多边形: 形状 36"/>
          <p:cNvSpPr>
            <a:spLocks noGrp="1"/>
          </p:cNvSpPr>
          <p:nvPr/>
        </p:nvSpPr>
        <p:spPr>
          <a:xfrm>
            <a:off x="10646280" y="6555960"/>
            <a:ext cx="95040" cy="101880"/>
          </a:xfrm>
          <a:custGeom>
            <a:avLst/>
            <a:gdLst>
              <a:gd name="textAreaLeft" fmla="*/ 0 w 95040"/>
              <a:gd name="textAreaRight" fmla="*/ 95400 w 95040"/>
              <a:gd name="textAreaTop" fmla="*/ 0 h 101880"/>
              <a:gd name="textAreaBottom" fmla="*/ 102240 h 101880"/>
              <a:gd name="GluePoint1X" fmla="*/ 25637 w 57442"/>
              <a:gd name="GluePoint1Y" fmla="*/ 12154 h 61463"/>
              <a:gd name="GluePoint2X" fmla="*/ 22554 w 57442"/>
              <a:gd name="GluePoint2Y" fmla="*/ 1814 h 61463"/>
              <a:gd name="GluePoint3X" fmla="*/ 24458 w 57442"/>
              <a:gd name="GluePoint3Y" fmla="*/ 1512 h 61463"/>
              <a:gd name="GluePoint4X" fmla="*/ 32137 w 57442"/>
              <a:gd name="GluePoint4Y" fmla="*/ 514 h 61463"/>
              <a:gd name="GluePoint5X" fmla="*/ 32561 w 57442"/>
              <a:gd name="GluePoint5Y" fmla="*/ 2267 h 61463"/>
              <a:gd name="GluePoint6X" fmla="*/ 34193 w 57442"/>
              <a:gd name="GluePoint6Y" fmla="*/ 10854 h 61463"/>
              <a:gd name="GluePoint7X" fmla="*/ 25668 w 57442"/>
              <a:gd name="GluePoint7Y" fmla="*/ 12154 h 61463"/>
              <a:gd name="GluePoint8X" fmla="*/ 15812 w 57442"/>
              <a:gd name="GluePoint8Y" fmla="*/ 14481 h 61463"/>
              <a:gd name="GluePoint9X" fmla="*/ 34707 w 57442"/>
              <a:gd name="GluePoint9Y" fmla="*/ 14481 h 61463"/>
              <a:gd name="GluePoint10X" fmla="*/ 42991 w 57442"/>
              <a:gd name="GluePoint10Y" fmla="*/ 0 h 61463"/>
              <a:gd name="GluePoint11X" fmla="*/ 52817 w 57442"/>
              <a:gd name="GluePoint11Y" fmla="*/ 3870 h 61463"/>
              <a:gd name="GluePoint12X" fmla="*/ 51486 w 57442"/>
              <a:gd name="GluePoint12Y" fmla="*/ 5502 h 61463"/>
              <a:gd name="GluePoint13X" fmla="*/ 49975 w 57442"/>
              <a:gd name="GluePoint13Y" fmla="*/ 6984 h 61463"/>
              <a:gd name="GluePoint14X" fmla="*/ 47707 w 57442"/>
              <a:gd name="GluePoint14Y" fmla="*/ 9765 h 61463"/>
              <a:gd name="GluePoint15X" fmla="*/ 44019 w 57442"/>
              <a:gd name="GluePoint15Y" fmla="*/ 14209 h 61463"/>
              <a:gd name="GluePoint16X" fmla="*/ 56686 w 57442"/>
              <a:gd name="GluePoint16Y" fmla="*/ 14209 h 61463"/>
              <a:gd name="GluePoint17X" fmla="*/ 56686 w 57442"/>
              <a:gd name="GluePoint17Y" fmla="*/ 28177 h 61463"/>
              <a:gd name="GluePoint18X" fmla="*/ 47889 w 57442"/>
              <a:gd name="GluePoint18Y" fmla="*/ 28177 h 61463"/>
              <a:gd name="GluePoint19X" fmla="*/ 47889 w 57442"/>
              <a:gd name="GluePoint19Y" fmla="*/ 21465 h 61463"/>
              <a:gd name="GluePoint20X" fmla="*/ 8828 w 57442"/>
              <a:gd name="GluePoint20Y" fmla="*/ 21465 h 61463"/>
              <a:gd name="GluePoint21X" fmla="*/ 8828 w 57442"/>
              <a:gd name="GluePoint21Y" fmla="*/ 28177 h 61463"/>
              <a:gd name="GluePoint22X" fmla="*/ 544 w 57442"/>
              <a:gd name="GluePoint22Y" fmla="*/ 28177 h 61463"/>
              <a:gd name="GluePoint23X" fmla="*/ 544 w 57442"/>
              <a:gd name="GluePoint23Y" fmla="*/ 14451 h 61463"/>
              <a:gd name="GluePoint24X" fmla="*/ 13212 w 57442"/>
              <a:gd name="GluePoint24Y" fmla="*/ 14451 h 61463"/>
              <a:gd name="GluePoint25X" fmla="*/ 6500 w 57442"/>
              <a:gd name="GluePoint25Y" fmla="*/ 5926 h 61463"/>
              <a:gd name="GluePoint26X" fmla="*/ 15056 w 57442"/>
              <a:gd name="GluePoint26Y" fmla="*/ 1784 h 61463"/>
              <a:gd name="GluePoint27X" fmla="*/ 21526 w 57442"/>
              <a:gd name="GluePoint27Y" fmla="*/ 11095 h 61463"/>
              <a:gd name="GluePoint28X" fmla="*/ 17082 w 57442"/>
              <a:gd name="GluePoint28Y" fmla="*/ 13756 h 61463"/>
              <a:gd name="GluePoint29X" fmla="*/ 15812 w 57442"/>
              <a:gd name="GluePoint29Y" fmla="*/ 14481 h 61463"/>
              <a:gd name="GluePoint30X" fmla="*/ 31079 w 57442"/>
              <a:gd name="GluePoint30Y" fmla="*/ 32863 h 61463"/>
              <a:gd name="GluePoint31X" fmla="*/ 10642 w 57442"/>
              <a:gd name="GluePoint31Y" fmla="*/ 32863 h 61463"/>
              <a:gd name="GluePoint32X" fmla="*/ 10642 w 57442"/>
              <a:gd name="GluePoint32Y" fmla="*/ 25879 h 61463"/>
              <a:gd name="GluePoint33X" fmla="*/ 46075 w 57442"/>
              <a:gd name="GluePoint33Y" fmla="*/ 25879 h 61463"/>
              <a:gd name="GluePoint34X" fmla="*/ 34435 w 57442"/>
              <a:gd name="GluePoint34Y" fmla="*/ 38547 h 61463"/>
              <a:gd name="GluePoint35X" fmla="*/ 34435 w 57442"/>
              <a:gd name="GluePoint35Y" fmla="*/ 39061 h 61463"/>
              <a:gd name="GluePoint36X" fmla="*/ 57442 w 57442"/>
              <a:gd name="GluePoint36Y" fmla="*/ 39061 h 61463"/>
              <a:gd name="GluePoint37X" fmla="*/ 57442 w 57442"/>
              <a:gd name="GluePoint37Y" fmla="*/ 46286 h 61463"/>
              <a:gd name="GluePoint38X" fmla="*/ 34163 w 57442"/>
              <a:gd name="GluePoint38Y" fmla="*/ 46286 h 61463"/>
              <a:gd name="GluePoint39X" fmla="*/ 34163 w 57442"/>
              <a:gd name="GluePoint39Y" fmla="*/ 54751 h 61463"/>
              <a:gd name="GluePoint40X" fmla="*/ 31896 w 57442"/>
              <a:gd name="GluePoint40Y" fmla="*/ 60072 h 61463"/>
              <a:gd name="GluePoint41X" fmla="*/ 20195 w 57442"/>
              <a:gd name="GluePoint41Y" fmla="*/ 61463 h 61463"/>
              <a:gd name="GluePoint42X" fmla="*/ 17595 w 57442"/>
              <a:gd name="GluePoint42Y" fmla="*/ 52998 h 61463"/>
              <a:gd name="GluePoint43X" fmla="*/ 18744 w 57442"/>
              <a:gd name="GluePoint43Y" fmla="*/ 52847 h 61463"/>
              <a:gd name="GluePoint44X" fmla="*/ 25335 w 57442"/>
              <a:gd name="GluePoint44Y" fmla="*/ 50156 h 61463"/>
              <a:gd name="GluePoint45X" fmla="*/ 25335 w 57442"/>
              <a:gd name="GluePoint45Y" fmla="*/ 46286 h 61463"/>
              <a:gd name="GluePoint46X" fmla="*/ 0 w 57442"/>
              <a:gd name="GluePoint46Y" fmla="*/ 46286 h 61463"/>
              <a:gd name="GluePoint47X" fmla="*/ 0 w 57442"/>
              <a:gd name="GluePoint47Y" fmla="*/ 39061 h 61463"/>
              <a:gd name="GluePoint48X" fmla="*/ 25335 w 57442"/>
              <a:gd name="GluePoint48Y" fmla="*/ 39061 h 61463"/>
              <a:gd name="GluePoint49X" fmla="*/ 25335 w 57442"/>
              <a:gd name="GluePoint49Y" fmla="*/ 36975 h 61463"/>
              <a:gd name="GluePoint50X" fmla="*/ 26484 w 57442"/>
              <a:gd name="GluePoint50Y" fmla="*/ 35342 h 61463"/>
              <a:gd name="GluePoint51X" fmla="*/ 31049 w 57442"/>
              <a:gd name="GluePoint51Y" fmla="*/ 32863 h 61463"/>
            </a:gdLst>
            <a:ahLst/>
            <a:cxnLst/>
            <a:rect l="textAreaLeft" t="textAreaTop" r="textAreaRight" b="textAreaBottom"/>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88" name="任意多边形: 形状 37"/>
          <p:cNvSpPr>
            <a:spLocks noGrp="1"/>
          </p:cNvSpPr>
          <p:nvPr/>
        </p:nvSpPr>
        <p:spPr>
          <a:xfrm>
            <a:off x="10792800" y="6556320"/>
            <a:ext cx="97920" cy="100080"/>
          </a:xfrm>
          <a:custGeom>
            <a:avLst/>
            <a:gdLst>
              <a:gd name="textAreaLeft" fmla="*/ 0 w 97920"/>
              <a:gd name="textAreaRight" fmla="*/ 98280 w 97920"/>
              <a:gd name="textAreaTop" fmla="*/ 0 h 100080"/>
              <a:gd name="textAreaBottom" fmla="*/ 100440 h 100080"/>
              <a:gd name="GluePoint1X" fmla="*/ 7770 w 58984"/>
              <a:gd name="GluePoint1Y" fmla="*/ 25093 h 60465"/>
              <a:gd name="GluePoint2X" fmla="*/ 12668 w 58984"/>
              <a:gd name="GluePoint2Y" fmla="*/ 34919 h 60465"/>
              <a:gd name="GluePoint3X" fmla="*/ 7498 w 58984"/>
              <a:gd name="GluePoint3Y" fmla="*/ 40089 h 60465"/>
              <a:gd name="GluePoint4X" fmla="*/ 7498 w 58984"/>
              <a:gd name="GluePoint4Y" fmla="*/ 9584 h 60465"/>
              <a:gd name="GluePoint5X" fmla="*/ 11367 w 58984"/>
              <a:gd name="GluePoint5Y" fmla="*/ 9584 h 60465"/>
              <a:gd name="GluePoint6X" fmla="*/ 7740 w 58984"/>
              <a:gd name="GluePoint6Y" fmla="*/ 25093 h 60465"/>
              <a:gd name="GluePoint7X" fmla="*/ 20195 w 58984"/>
              <a:gd name="GluePoint7Y" fmla="*/ 20195 h 60465"/>
              <a:gd name="GluePoint8X" fmla="*/ 24065 w 58984"/>
              <a:gd name="GluePoint8Y" fmla="*/ 20195 h 60465"/>
              <a:gd name="GluePoint9X" fmla="*/ 24065 w 58984"/>
              <a:gd name="GluePoint9Y" fmla="*/ 25365 h 60465"/>
              <a:gd name="GluePoint10X" fmla="*/ 51728 w 58984"/>
              <a:gd name="GluePoint10Y" fmla="*/ 25365 h 60465"/>
              <a:gd name="GluePoint11X" fmla="*/ 51728 w 58984"/>
              <a:gd name="GluePoint11Y" fmla="*/ 20195 h 60465"/>
              <a:gd name="GluePoint12X" fmla="*/ 55870 w 58984"/>
              <a:gd name="GluePoint12Y" fmla="*/ 20195 h 60465"/>
              <a:gd name="GluePoint13X" fmla="*/ 55870 w 58984"/>
              <a:gd name="GluePoint13Y" fmla="*/ 7256 h 60465"/>
              <a:gd name="GluePoint14X" fmla="*/ 42689 w 58984"/>
              <a:gd name="GluePoint14Y" fmla="*/ 7256 h 60465"/>
              <a:gd name="GluePoint15X" fmla="*/ 40633 w 58984"/>
              <a:gd name="GluePoint15Y" fmla="*/ 0 h 60465"/>
              <a:gd name="GluePoint16X" fmla="*/ 32107 w 58984"/>
              <a:gd name="GluePoint16Y" fmla="*/ 786 h 60465"/>
              <a:gd name="GluePoint17X" fmla="*/ 32682 w 58984"/>
              <a:gd name="GluePoint17Y" fmla="*/ 2540 h 60465"/>
              <a:gd name="GluePoint18X" fmla="*/ 34405 w 58984"/>
              <a:gd name="GluePoint18Y" fmla="*/ 7256 h 60465"/>
              <a:gd name="GluePoint19X" fmla="*/ 20195 w 58984"/>
              <a:gd name="GluePoint19Y" fmla="*/ 7256 h 60465"/>
              <a:gd name="GluePoint20X" fmla="*/ 20195 w 58984"/>
              <a:gd name="GluePoint20Y" fmla="*/ 20195 h 60465"/>
              <a:gd name="GluePoint21X" fmla="*/ 0 w 58984"/>
              <a:gd name="GluePoint21Y" fmla="*/ 60465 h 60465"/>
              <a:gd name="GluePoint22X" fmla="*/ 7498 w 58984"/>
              <a:gd name="GluePoint22Y" fmla="*/ 60465 h 60465"/>
              <a:gd name="GluePoint23X" fmla="*/ 7498 w 58984"/>
              <a:gd name="GluePoint23Y" fmla="*/ 41903 h 60465"/>
              <a:gd name="GluePoint24X" fmla="*/ 9312 w 58984"/>
              <a:gd name="GluePoint24Y" fmla="*/ 47586 h 60465"/>
              <a:gd name="GluePoint25X" fmla="*/ 19409 w 58984"/>
              <a:gd name="GluePoint25Y" fmla="*/ 36975 h 60465"/>
              <a:gd name="GluePoint26X" fmla="*/ 28207 w 58984"/>
              <a:gd name="GluePoint26Y" fmla="*/ 36975 h 60465"/>
              <a:gd name="GluePoint27X" fmla="*/ 12940 w 58984"/>
              <a:gd name="GluePoint27Y" fmla="*/ 53965 h 60465"/>
              <a:gd name="GluePoint28X" fmla="*/ 18351 w 58984"/>
              <a:gd name="GluePoint28Y" fmla="*/ 60435 h 60465"/>
              <a:gd name="GluePoint29X" fmla="*/ 32228 w 58984"/>
              <a:gd name="GluePoint29Y" fmla="*/ 51124 h 60465"/>
              <a:gd name="GluePoint30X" fmla="*/ 35433 w 58984"/>
              <a:gd name="GluePoint30Y" fmla="*/ 36975 h 60465"/>
              <a:gd name="GluePoint31X" fmla="*/ 37761 w 58984"/>
              <a:gd name="GluePoint31Y" fmla="*/ 36975 h 60465"/>
              <a:gd name="GluePoint32X" fmla="*/ 37761 w 58984"/>
              <a:gd name="GluePoint32Y" fmla="*/ 55265 h 60465"/>
              <a:gd name="GluePoint33X" fmla="*/ 42930 w 58984"/>
              <a:gd name="GluePoint33Y" fmla="*/ 59407 h 60465"/>
              <a:gd name="GluePoint34X" fmla="*/ 50942 w 58984"/>
              <a:gd name="GluePoint34Y" fmla="*/ 59407 h 60465"/>
              <a:gd name="GluePoint35X" fmla="*/ 56868 w 58984"/>
              <a:gd name="GluePoint35Y" fmla="*/ 57261 h 60465"/>
              <a:gd name="GluePoint36X" fmla="*/ 58984 w 58984"/>
              <a:gd name="GluePoint36Y" fmla="*/ 48856 h 60465"/>
              <a:gd name="GluePoint37X" fmla="*/ 51728 w 58984"/>
              <a:gd name="GluePoint37Y" fmla="*/ 46014 h 60465"/>
              <a:gd name="GluePoint38X" fmla="*/ 49400 w 58984"/>
              <a:gd name="GluePoint38Y" fmla="*/ 52484 h 60465"/>
              <a:gd name="GluePoint39X" fmla="*/ 46830 w 58984"/>
              <a:gd name="GluePoint39Y" fmla="*/ 52484 h 60465"/>
              <a:gd name="GluePoint40X" fmla="*/ 45531 w 58984"/>
              <a:gd name="GluePoint40Y" fmla="*/ 50670 h 60465"/>
              <a:gd name="GluePoint41X" fmla="*/ 45531 w 58984"/>
              <a:gd name="GluePoint41Y" fmla="*/ 36975 h 60465"/>
              <a:gd name="GluePoint42X" fmla="*/ 56928 w 58984"/>
              <a:gd name="GluePoint42Y" fmla="*/ 36975 h 60465"/>
              <a:gd name="GluePoint43X" fmla="*/ 56928 w 58984"/>
              <a:gd name="GluePoint43Y" fmla="*/ 29991 h 60465"/>
              <a:gd name="GluePoint44X" fmla="*/ 19440 w 58984"/>
              <a:gd name="GluePoint44Y" fmla="*/ 29991 h 60465"/>
              <a:gd name="GluePoint45X" fmla="*/ 19440 w 58984"/>
              <a:gd name="GluePoint45Y" fmla="*/ 35161 h 60465"/>
              <a:gd name="GluePoint46X" fmla="*/ 15298 w 58984"/>
              <a:gd name="GluePoint46Y" fmla="*/ 23763 h 60465"/>
              <a:gd name="GluePoint47X" fmla="*/ 16507 w 58984"/>
              <a:gd name="GluePoint47Y" fmla="*/ 17323 h 60465"/>
              <a:gd name="GluePoint48X" fmla="*/ 19168 w 58984"/>
              <a:gd name="GluePoint48Y" fmla="*/ 3054 h 60465"/>
              <a:gd name="GluePoint49X" fmla="*/ 30 w 58984"/>
              <a:gd name="GluePoint49Y" fmla="*/ 3054 h 60465"/>
              <a:gd name="GluePoint50X" fmla="*/ 30 w 58984"/>
              <a:gd name="GluePoint50Y" fmla="*/ 60405 h 60465"/>
              <a:gd name="GluePoint51X" fmla="*/ 27935 w 58984"/>
              <a:gd name="GluePoint51Y" fmla="*/ 18895 h 60465"/>
              <a:gd name="GluePoint52X" fmla="*/ 27935 w 58984"/>
              <a:gd name="GluePoint52Y" fmla="*/ 13726 h 60465"/>
              <a:gd name="GluePoint53X" fmla="*/ 47344 w 58984"/>
              <a:gd name="GluePoint53Y" fmla="*/ 13726 h 60465"/>
              <a:gd name="GluePoint54X" fmla="*/ 47344 w 58984"/>
              <a:gd name="GluePoint54Y" fmla="*/ 18895 h 60465"/>
              <a:gd name="GluePoint55X" fmla="*/ 27935 w 58984"/>
              <a:gd name="GluePoint55Y" fmla="*/ 18895 h 60465"/>
            </a:gdLst>
            <a:ahLst/>
            <a:cxnLst/>
            <a:rect l="textAreaLeft" t="textAreaTop" r="textAreaRight" b="textAreaBottom"/>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89" name="任意多边形: 形状 38"/>
          <p:cNvSpPr>
            <a:spLocks noGrp="1"/>
          </p:cNvSpPr>
          <p:nvPr/>
        </p:nvSpPr>
        <p:spPr>
          <a:xfrm>
            <a:off x="10939320" y="6556320"/>
            <a:ext cx="100440" cy="101520"/>
          </a:xfrm>
          <a:custGeom>
            <a:avLst/>
            <a:gdLst>
              <a:gd name="textAreaLeft" fmla="*/ 0 w 100440"/>
              <a:gd name="textAreaRight" fmla="*/ 100800 w 100440"/>
              <a:gd name="textAreaTop" fmla="*/ 0 h 101520"/>
              <a:gd name="textAreaBottom" fmla="*/ 101880 h 101520"/>
              <a:gd name="GluePoint1X" fmla="*/ 242 w 60525"/>
              <a:gd name="GluePoint1Y" fmla="*/ 14754 h 61221"/>
              <a:gd name="GluePoint2X" fmla="*/ 242 w 60525"/>
              <a:gd name="GluePoint2Y" fmla="*/ 8284 h 61221"/>
              <a:gd name="GluePoint3X" fmla="*/ 8767 w 60525"/>
              <a:gd name="GluePoint3Y" fmla="*/ 8284 h 61221"/>
              <a:gd name="GluePoint4X" fmla="*/ 9040 w 60525"/>
              <a:gd name="GluePoint4Y" fmla="*/ 7407 h 61221"/>
              <a:gd name="GluePoint5X" fmla="*/ 11126 w 60525"/>
              <a:gd name="GluePoint5Y" fmla="*/ 0 h 61221"/>
              <a:gd name="GluePoint6X" fmla="*/ 19651 w 60525"/>
              <a:gd name="GluePoint6Y" fmla="*/ 2600 h 61221"/>
              <a:gd name="GluePoint7X" fmla="*/ 16809 w 60525"/>
              <a:gd name="GluePoint7Y" fmla="*/ 8284 h 61221"/>
              <a:gd name="GluePoint8X" fmla="*/ 28207 w 60525"/>
              <a:gd name="GluePoint8Y" fmla="*/ 8284 h 61221"/>
              <a:gd name="GluePoint9X" fmla="*/ 28207 w 60525"/>
              <a:gd name="GluePoint9Y" fmla="*/ 14754 h 61221"/>
              <a:gd name="GluePoint10X" fmla="*/ 14512 w 60525"/>
              <a:gd name="GluePoint10Y" fmla="*/ 14754 h 61221"/>
              <a:gd name="GluePoint11X" fmla="*/ 13061 w 60525"/>
              <a:gd name="GluePoint11Y" fmla="*/ 18382 h 61221"/>
              <a:gd name="GluePoint12X" fmla="*/ 9614 w 60525"/>
              <a:gd name="GluePoint12Y" fmla="*/ 27179 h 61221"/>
              <a:gd name="GluePoint13X" fmla="*/ 13756 w 60525"/>
              <a:gd name="GluePoint13Y" fmla="*/ 27179 h 61221"/>
              <a:gd name="GluePoint14X" fmla="*/ 13756 w 60525"/>
              <a:gd name="GluePoint14Y" fmla="*/ 17868 h 61221"/>
              <a:gd name="GluePoint15X" fmla="*/ 15298 w 60525"/>
              <a:gd name="GluePoint15Y" fmla="*/ 17868 h 61221"/>
              <a:gd name="GluePoint16X" fmla="*/ 19984 w 60525"/>
              <a:gd name="GluePoint16Y" fmla="*/ 18019 h 61221"/>
              <a:gd name="GluePoint17X" fmla="*/ 21495 w 60525"/>
              <a:gd name="GluePoint17Y" fmla="*/ 18623 h 61221"/>
              <a:gd name="GluePoint18X" fmla="*/ 21405 w 60525"/>
              <a:gd name="GluePoint18Y" fmla="*/ 19833 h 61221"/>
              <a:gd name="GluePoint19X" fmla="*/ 20981 w 60525"/>
              <a:gd name="GluePoint19Y" fmla="*/ 24065 h 61221"/>
              <a:gd name="GluePoint20X" fmla="*/ 20981 w 60525"/>
              <a:gd name="GluePoint20Y" fmla="*/ 27179 h 61221"/>
              <a:gd name="GluePoint21X" fmla="*/ 28479 w 60525"/>
              <a:gd name="GluePoint21Y" fmla="*/ 27179 h 61221"/>
              <a:gd name="GluePoint22X" fmla="*/ 28479 w 60525"/>
              <a:gd name="GluePoint22Y" fmla="*/ 33649 h 61221"/>
              <a:gd name="GluePoint23X" fmla="*/ 20981 w 60525"/>
              <a:gd name="GluePoint23Y" fmla="*/ 33649 h 61221"/>
              <a:gd name="GluePoint24X" fmla="*/ 20981 w 60525"/>
              <a:gd name="GluePoint24Y" fmla="*/ 39091 h 61221"/>
              <a:gd name="GluePoint25X" fmla="*/ 30535 w 60525"/>
              <a:gd name="GluePoint25Y" fmla="*/ 38063 h 61221"/>
              <a:gd name="GluePoint26X" fmla="*/ 30535 w 60525"/>
              <a:gd name="GluePoint26Y" fmla="*/ 44775 h 61221"/>
              <a:gd name="GluePoint27X" fmla="*/ 20981 w 60525"/>
              <a:gd name="GluePoint27Y" fmla="*/ 45803 h 61221"/>
              <a:gd name="GluePoint28X" fmla="*/ 20981 w 60525"/>
              <a:gd name="GluePoint28Y" fmla="*/ 59952 h 61221"/>
              <a:gd name="GluePoint29X" fmla="*/ 13726 w 60525"/>
              <a:gd name="GluePoint29Y" fmla="*/ 59952 h 61221"/>
              <a:gd name="GluePoint30X" fmla="*/ 13726 w 60525"/>
              <a:gd name="GluePoint30Y" fmla="*/ 47072 h 61221"/>
              <a:gd name="GluePoint31X" fmla="*/ 1814 w 60525"/>
              <a:gd name="GluePoint31Y" fmla="*/ 49672 h 61221"/>
              <a:gd name="GluePoint32X" fmla="*/ 0 w 60525"/>
              <a:gd name="GluePoint32Y" fmla="*/ 40875 h 61221"/>
              <a:gd name="GluePoint33X" fmla="*/ 13695 w 60525"/>
              <a:gd name="GluePoint33Y" fmla="*/ 39847 h 61221"/>
              <a:gd name="GluePoint34X" fmla="*/ 13695 w 60525"/>
              <a:gd name="GluePoint34Y" fmla="*/ 33921 h 61221"/>
              <a:gd name="GluePoint35X" fmla="*/ 13030 w 60525"/>
              <a:gd name="GluePoint35Y" fmla="*/ 33921 h 61221"/>
              <a:gd name="GluePoint36X" fmla="*/ 2600 w 60525"/>
              <a:gd name="GluePoint36Y" fmla="*/ 34919 h 61221"/>
              <a:gd name="GluePoint37X" fmla="*/ 514 w 60525"/>
              <a:gd name="GluePoint37Y" fmla="*/ 27421 h 61221"/>
              <a:gd name="GluePoint38X" fmla="*/ 1330 w 60525"/>
              <a:gd name="GluePoint38Y" fmla="*/ 26544 h 61221"/>
              <a:gd name="GluePoint39X" fmla="*/ 2086 w 60525"/>
              <a:gd name="GluePoint39Y" fmla="*/ 25879 h 61221"/>
              <a:gd name="GluePoint40X" fmla="*/ 5442 w 60525"/>
              <a:gd name="GluePoint40Y" fmla="*/ 18654 h 61221"/>
              <a:gd name="GluePoint41X" fmla="*/ 6742 w 60525"/>
              <a:gd name="GluePoint41Y" fmla="*/ 14754 h 61221"/>
              <a:gd name="GluePoint42X" fmla="*/ 272 w 60525"/>
              <a:gd name="GluePoint42Y" fmla="*/ 14754 h 61221"/>
              <a:gd name="GluePoint43X" fmla="*/ 37217 w 60525"/>
              <a:gd name="GluePoint43Y" fmla="*/ 28449 h 61221"/>
              <a:gd name="GluePoint44X" fmla="*/ 37217 w 60525"/>
              <a:gd name="GluePoint44Y" fmla="*/ 20437 h 61221"/>
              <a:gd name="GluePoint45X" fmla="*/ 41630 w 60525"/>
              <a:gd name="GluePoint45Y" fmla="*/ 20437 h 61221"/>
              <a:gd name="GluePoint46X" fmla="*/ 46286 w 60525"/>
              <a:gd name="GluePoint46Y" fmla="*/ 21737 h 61221"/>
              <a:gd name="GluePoint47X" fmla="*/ 46165 w 60525"/>
              <a:gd name="GluePoint47Y" fmla="*/ 22584 h 61221"/>
              <a:gd name="GluePoint48X" fmla="*/ 45772 w 60525"/>
              <a:gd name="GluePoint48Y" fmla="*/ 26907 h 61221"/>
              <a:gd name="GluePoint49X" fmla="*/ 45772 w 60525"/>
              <a:gd name="GluePoint49Y" fmla="*/ 28449 h 61221"/>
              <a:gd name="GluePoint50X" fmla="*/ 60526 w 60525"/>
              <a:gd name="GluePoint50Y" fmla="*/ 53300 h 61221"/>
              <a:gd name="GluePoint51X" fmla="*/ 53542 w 60525"/>
              <a:gd name="GluePoint51Y" fmla="*/ 60465 h 61221"/>
              <a:gd name="GluePoint52X" fmla="*/ 42417 w 60525"/>
              <a:gd name="GluePoint52Y" fmla="*/ 44744 h 61221"/>
              <a:gd name="GluePoint53X" fmla="*/ 29749 w 60525"/>
              <a:gd name="GluePoint53Y" fmla="*/ 61221 h 61221"/>
              <a:gd name="GluePoint54X" fmla="*/ 22765 w 60525"/>
              <a:gd name="GluePoint54Y" fmla="*/ 55538 h 61221"/>
              <a:gd name="GluePoint55X" fmla="*/ 37247 w 60525"/>
              <a:gd name="GluePoint55Y" fmla="*/ 28419 h 61221"/>
              <a:gd name="GluePoint56X" fmla="*/ 38758 w 60525"/>
              <a:gd name="GluePoint56Y" fmla="*/ 10884 h 61221"/>
              <a:gd name="GluePoint57X" fmla="*/ 59710 w 60525"/>
              <a:gd name="GluePoint57Y" fmla="*/ 10884 h 61221"/>
              <a:gd name="GluePoint58X" fmla="*/ 56596 w 60525"/>
              <a:gd name="GluePoint58Y" fmla="*/ 24851 h 61221"/>
              <a:gd name="GluePoint59X" fmla="*/ 48312 w 60525"/>
              <a:gd name="GluePoint59Y" fmla="*/ 24337 h 61221"/>
              <a:gd name="GluePoint60X" fmla="*/ 49854 w 60525"/>
              <a:gd name="GluePoint60Y" fmla="*/ 18140 h 61221"/>
              <a:gd name="GluePoint61X" fmla="*/ 36128 w 60525"/>
              <a:gd name="GluePoint61Y" fmla="*/ 18140 h 61221"/>
              <a:gd name="GluePoint62X" fmla="*/ 32258 w 60525"/>
              <a:gd name="GluePoint62Y" fmla="*/ 25879 h 61221"/>
              <a:gd name="GluePoint63X" fmla="*/ 24488 w 60525"/>
              <a:gd name="GluePoint63Y" fmla="*/ 23037 h 61221"/>
              <a:gd name="GluePoint64X" fmla="*/ 33286 w 60525"/>
              <a:gd name="GluePoint64Y" fmla="*/ 30 h 61221"/>
              <a:gd name="GluePoint65X" fmla="*/ 39877 w 60525"/>
              <a:gd name="GluePoint65Y" fmla="*/ 1905 h 61221"/>
              <a:gd name="GluePoint66X" fmla="*/ 43112 w 60525"/>
              <a:gd name="GluePoint66Y" fmla="*/ 2872 h 61221"/>
              <a:gd name="GluePoint67X" fmla="*/ 38698 w 60525"/>
              <a:gd name="GluePoint67Y" fmla="*/ 10884 h 61221"/>
            </a:gdLst>
            <a:ahLst/>
            <a:cxnLst/>
            <a:rect l="textAreaLeft" t="textAreaTop" r="textAreaRight" b="textAreaBottom"/>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90" name="任意多边形: 形状 39"/>
          <p:cNvSpPr>
            <a:spLocks noGrp="1"/>
          </p:cNvSpPr>
          <p:nvPr/>
        </p:nvSpPr>
        <p:spPr>
          <a:xfrm>
            <a:off x="11086200" y="6557040"/>
            <a:ext cx="101880" cy="100080"/>
          </a:xfrm>
          <a:custGeom>
            <a:avLst/>
            <a:gdLst>
              <a:gd name="textAreaLeft" fmla="*/ 0 w 101880"/>
              <a:gd name="textAreaRight" fmla="*/ 102240 w 101880"/>
              <a:gd name="textAreaTop" fmla="*/ 0 h 100080"/>
              <a:gd name="textAreaBottom" fmla="*/ 100440 h 100080"/>
              <a:gd name="GluePoint1X" fmla="*/ 17868 w 61553"/>
              <a:gd name="GluePoint1Y" fmla="*/ 16007 h 60479"/>
              <a:gd name="GluePoint2X" fmla="*/ 17868 w 61553"/>
              <a:gd name="GluePoint2Y" fmla="*/ 59663 h 60479"/>
              <a:gd name="GluePoint3X" fmla="*/ 9856 w 61553"/>
              <a:gd name="GluePoint3Y" fmla="*/ 59663 h 60479"/>
              <a:gd name="GluePoint4X" fmla="*/ 9856 w 61553"/>
              <a:gd name="GluePoint4Y" fmla="*/ 30761 h 60479"/>
              <a:gd name="GluePoint5X" fmla="*/ 5714 w 61553"/>
              <a:gd name="GluePoint5Y" fmla="*/ 36202 h 60479"/>
              <a:gd name="GluePoint6X" fmla="*/ 5654 w 61553"/>
              <a:gd name="GluePoint6Y" fmla="*/ 36323 h 60479"/>
              <a:gd name="GluePoint7X" fmla="*/ 5442 w 61553"/>
              <a:gd name="GluePoint7Y" fmla="*/ 36202 h 60479"/>
              <a:gd name="GluePoint8X" fmla="*/ 0 w 61553"/>
              <a:gd name="GluePoint8Y" fmla="*/ 31305 h 60479"/>
              <a:gd name="GluePoint9X" fmla="*/ 0 w 61553"/>
              <a:gd name="GluePoint9Y" fmla="*/ 31063 h 60479"/>
              <a:gd name="GluePoint10X" fmla="*/ 12668 w 61553"/>
              <a:gd name="GluePoint10Y" fmla="*/ 14 h 60479"/>
              <a:gd name="GluePoint11X" fmla="*/ 21465 w 61553"/>
              <a:gd name="GluePoint11Y" fmla="*/ 2100 h 60479"/>
              <a:gd name="GluePoint12X" fmla="*/ 22251 w 61553"/>
              <a:gd name="GluePoint12Y" fmla="*/ 3400 h 60479"/>
              <a:gd name="GluePoint13X" fmla="*/ 21647 w 61553"/>
              <a:gd name="GluePoint13Y" fmla="*/ 5123 h 60479"/>
              <a:gd name="GluePoint14X" fmla="*/ 17868 w 61553"/>
              <a:gd name="GluePoint14Y" fmla="*/ 16098 h 60479"/>
              <a:gd name="GluePoint15X" fmla="*/ 32077 w 61553"/>
              <a:gd name="GluePoint15Y" fmla="*/ 13437 h 60479"/>
              <a:gd name="GluePoint16X" fmla="*/ 37247 w 61553"/>
              <a:gd name="GluePoint16Y" fmla="*/ 13437 h 60479"/>
              <a:gd name="GluePoint17X" fmla="*/ 37247 w 61553"/>
              <a:gd name="GluePoint17Y" fmla="*/ 226 h 60479"/>
              <a:gd name="GluePoint18X" fmla="*/ 40089 w 61553"/>
              <a:gd name="GluePoint18Y" fmla="*/ 226 h 60479"/>
              <a:gd name="GluePoint19X" fmla="*/ 44956 w 61553"/>
              <a:gd name="GluePoint19Y" fmla="*/ 407 h 60479"/>
              <a:gd name="GluePoint20X" fmla="*/ 46317 w 61553"/>
              <a:gd name="GluePoint20Y" fmla="*/ 1253 h 60479"/>
              <a:gd name="GluePoint21X" fmla="*/ 46135 w 61553"/>
              <a:gd name="GluePoint21Y" fmla="*/ 2977 h 60479"/>
              <a:gd name="GluePoint22X" fmla="*/ 45531 w 61553"/>
              <a:gd name="GluePoint22Y" fmla="*/ 5667 h 60479"/>
              <a:gd name="GluePoint23X" fmla="*/ 45531 w 61553"/>
              <a:gd name="GluePoint23Y" fmla="*/ 13437 h 60479"/>
              <a:gd name="GluePoint24X" fmla="*/ 58198 w 61553"/>
              <a:gd name="GluePoint24Y" fmla="*/ 13437 h 60479"/>
              <a:gd name="GluePoint25X" fmla="*/ 58198 w 61553"/>
              <a:gd name="GluePoint25Y" fmla="*/ 20421 h 60479"/>
              <a:gd name="GluePoint26X" fmla="*/ 45531 w 61553"/>
              <a:gd name="GluePoint26Y" fmla="*/ 20421 h 60479"/>
              <a:gd name="GluePoint27X" fmla="*/ 45531 w 61553"/>
              <a:gd name="GluePoint27Y" fmla="*/ 31819 h 60479"/>
              <a:gd name="GluePoint28X" fmla="*/ 61554 w 61553"/>
              <a:gd name="GluePoint28Y" fmla="*/ 31819 h 60479"/>
              <a:gd name="GluePoint29X" fmla="*/ 61554 w 61553"/>
              <a:gd name="GluePoint29Y" fmla="*/ 39075 h 60479"/>
              <a:gd name="GluePoint30X" fmla="*/ 45531 w 61553"/>
              <a:gd name="GluePoint30Y" fmla="*/ 39075 h 60479"/>
              <a:gd name="GluePoint31X" fmla="*/ 45531 w 61553"/>
              <a:gd name="GluePoint31Y" fmla="*/ 60479 h 60479"/>
              <a:gd name="GluePoint32X" fmla="*/ 37519 w 61553"/>
              <a:gd name="GluePoint32Y" fmla="*/ 60479 h 60479"/>
              <a:gd name="GluePoint33X" fmla="*/ 37519 w 61553"/>
              <a:gd name="GluePoint33Y" fmla="*/ 39075 h 60479"/>
              <a:gd name="GluePoint34X" fmla="*/ 19923 w 61553"/>
              <a:gd name="GluePoint34Y" fmla="*/ 39075 h 60479"/>
              <a:gd name="GluePoint35X" fmla="*/ 19923 w 61553"/>
              <a:gd name="GluePoint35Y" fmla="*/ 31819 h 60479"/>
              <a:gd name="GluePoint36X" fmla="*/ 37519 w 61553"/>
              <a:gd name="GluePoint36Y" fmla="*/ 31819 h 60479"/>
              <a:gd name="GluePoint37X" fmla="*/ 37519 w 61553"/>
              <a:gd name="GluePoint37Y" fmla="*/ 20421 h 60479"/>
              <a:gd name="GluePoint38X" fmla="*/ 30293 w 61553"/>
              <a:gd name="GluePoint38Y" fmla="*/ 20421 h 60479"/>
              <a:gd name="GluePoint39X" fmla="*/ 26423 w 61553"/>
              <a:gd name="GluePoint39Y" fmla="*/ 29733 h 60479"/>
              <a:gd name="GluePoint40X" fmla="*/ 19682 w 61553"/>
              <a:gd name="GluePoint40Y" fmla="*/ 27163 h 60479"/>
              <a:gd name="GluePoint41X" fmla="*/ 25879 w 61553"/>
              <a:gd name="GluePoint41Y" fmla="*/ 5426 h 60479"/>
              <a:gd name="GluePoint42X" fmla="*/ 33105 w 61553"/>
              <a:gd name="GluePoint42Y" fmla="*/ 6967 h 60479"/>
              <a:gd name="GluePoint43X" fmla="*/ 33861 w 61553"/>
              <a:gd name="GluePoint43Y" fmla="*/ 7270 h 60479"/>
              <a:gd name="GluePoint44X" fmla="*/ 33649 w 61553"/>
              <a:gd name="GluePoint44Y" fmla="*/ 8267 h 60479"/>
              <a:gd name="GluePoint45X" fmla="*/ 32954 w 61553"/>
              <a:gd name="GluePoint45Y" fmla="*/ 10565 h 60479"/>
              <a:gd name="GluePoint46X" fmla="*/ 32077 w 61553"/>
              <a:gd name="GluePoint46Y" fmla="*/ 13437 h 60479"/>
            </a:gdLst>
            <a:ahLst/>
            <a:cxnLst/>
            <a:rect l="textAreaLeft" t="textAreaTop" r="textAreaRight" b="textAreaBottom"/>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91" name="任意多边形: 形状 40"/>
          <p:cNvSpPr>
            <a:spLocks noGrp="1"/>
          </p:cNvSpPr>
          <p:nvPr/>
        </p:nvSpPr>
        <p:spPr>
          <a:xfrm>
            <a:off x="11233800" y="6560640"/>
            <a:ext cx="102960" cy="96480"/>
          </a:xfrm>
          <a:custGeom>
            <a:avLst/>
            <a:gdLst>
              <a:gd name="textAreaLeft" fmla="*/ 0 w 102960"/>
              <a:gd name="textAreaRight" fmla="*/ 103320 w 102960"/>
              <a:gd name="textAreaTop" fmla="*/ 0 h 96480"/>
              <a:gd name="textAreaBottom" fmla="*/ 96840 h 96480"/>
              <a:gd name="GluePoint1X" fmla="*/ 41389 w 62067"/>
              <a:gd name="GluePoint1Y" fmla="*/ 23037 h 58137"/>
              <a:gd name="GluePoint2X" fmla="*/ 41389 w 62067"/>
              <a:gd name="GluePoint2Y" fmla="*/ 6742 h 58137"/>
              <a:gd name="GluePoint3X" fmla="*/ 46558 w 62067"/>
              <a:gd name="GluePoint3Y" fmla="*/ 6742 h 58137"/>
              <a:gd name="GluePoint4X" fmla="*/ 46558 w 62067"/>
              <a:gd name="GluePoint4Y" fmla="*/ 23037 h 58137"/>
              <a:gd name="GluePoint5X" fmla="*/ 41389 w 62067"/>
              <a:gd name="GluePoint5Y" fmla="*/ 23037 h 58137"/>
              <a:gd name="GluePoint6X" fmla="*/ 1300 w 62067"/>
              <a:gd name="GluePoint6Y" fmla="*/ 8526 h 58137"/>
              <a:gd name="GluePoint7X" fmla="*/ 9312 w 62067"/>
              <a:gd name="GluePoint7Y" fmla="*/ 8526 h 58137"/>
              <a:gd name="GluePoint8X" fmla="*/ 0 w 62067"/>
              <a:gd name="GluePoint8Y" fmla="*/ 30505 h 58137"/>
              <a:gd name="GluePoint9X" fmla="*/ 2419 w 62067"/>
              <a:gd name="GluePoint9Y" fmla="*/ 34133 h 58137"/>
              <a:gd name="GluePoint10X" fmla="*/ 4656 w 62067"/>
              <a:gd name="GluePoint10Y" fmla="*/ 37489 h 58137"/>
              <a:gd name="GluePoint11X" fmla="*/ 6984 w 62067"/>
              <a:gd name="GluePoint11Y" fmla="*/ 34889 h 58137"/>
              <a:gd name="GluePoint12X" fmla="*/ 6984 w 62067"/>
              <a:gd name="GluePoint12Y" fmla="*/ 51396 h 58137"/>
              <a:gd name="GluePoint13X" fmla="*/ 14240 w 62067"/>
              <a:gd name="GluePoint13Y" fmla="*/ 51396 h 58137"/>
              <a:gd name="GluePoint14X" fmla="*/ 14240 w 62067"/>
              <a:gd name="GluePoint14Y" fmla="*/ 45500 h 58137"/>
              <a:gd name="GluePoint15X" fmla="*/ 19137 w 62067"/>
              <a:gd name="GluePoint15Y" fmla="*/ 45500 h 58137"/>
              <a:gd name="GluePoint16X" fmla="*/ 19137 w 62067"/>
              <a:gd name="GluePoint16Y" fmla="*/ 47586 h 58137"/>
              <a:gd name="GluePoint17X" fmla="*/ 26877 w 62067"/>
              <a:gd name="GluePoint17Y" fmla="*/ 47586 h 58137"/>
              <a:gd name="GluePoint18X" fmla="*/ 26877 w 62067"/>
              <a:gd name="GluePoint18Y" fmla="*/ 29991 h 58137"/>
              <a:gd name="GluePoint19X" fmla="*/ 33347 w 62067"/>
              <a:gd name="GluePoint19Y" fmla="*/ 29991 h 58137"/>
              <a:gd name="GluePoint20X" fmla="*/ 33347 w 62067"/>
              <a:gd name="GluePoint20Y" fmla="*/ 31533 h 58137"/>
              <a:gd name="GluePoint21X" fmla="*/ 22221 w 62067"/>
              <a:gd name="GluePoint21Y" fmla="*/ 52696 h 58137"/>
              <a:gd name="GluePoint22X" fmla="*/ 29961 w 62067"/>
              <a:gd name="GluePoint22Y" fmla="*/ 58138 h 58137"/>
              <a:gd name="GluePoint23X" fmla="*/ 41086 w 62067"/>
              <a:gd name="GluePoint23Y" fmla="*/ 31049 h 58137"/>
              <a:gd name="GluePoint24X" fmla="*/ 41086 w 62067"/>
              <a:gd name="GluePoint24Y" fmla="*/ 30021 h 58137"/>
              <a:gd name="GluePoint25X" fmla="*/ 46528 w 62067"/>
              <a:gd name="GluePoint25Y" fmla="*/ 30021 h 58137"/>
              <a:gd name="GluePoint26X" fmla="*/ 46528 w 62067"/>
              <a:gd name="GluePoint26Y" fmla="*/ 57896 h 58137"/>
              <a:gd name="GluePoint27X" fmla="*/ 54812 w 62067"/>
              <a:gd name="GluePoint27Y" fmla="*/ 57896 h 58137"/>
              <a:gd name="GluePoint28X" fmla="*/ 54812 w 62067"/>
              <a:gd name="GluePoint28Y" fmla="*/ 30021 h 58137"/>
              <a:gd name="GluePoint29X" fmla="*/ 62068 w 62067"/>
              <a:gd name="GluePoint29Y" fmla="*/ 30021 h 58137"/>
              <a:gd name="GluePoint30X" fmla="*/ 62068 w 62067"/>
              <a:gd name="GluePoint30Y" fmla="*/ 22765 h 58137"/>
              <a:gd name="GluePoint31X" fmla="*/ 54812 w 62067"/>
              <a:gd name="GluePoint31Y" fmla="*/ 22765 h 58137"/>
              <a:gd name="GluePoint32X" fmla="*/ 54812 w 62067"/>
              <a:gd name="GluePoint32Y" fmla="*/ 6984 h 58137"/>
              <a:gd name="GluePoint33X" fmla="*/ 59740 w 62067"/>
              <a:gd name="GluePoint33Y" fmla="*/ 6984 h 58137"/>
              <a:gd name="GluePoint34X" fmla="*/ 59740 w 62067"/>
              <a:gd name="GluePoint34Y" fmla="*/ 0 h 58137"/>
              <a:gd name="GluePoint35X" fmla="*/ 27663 w 62067"/>
              <a:gd name="GluePoint35Y" fmla="*/ 0 h 58137"/>
              <a:gd name="GluePoint36X" fmla="*/ 27663 w 62067"/>
              <a:gd name="GluePoint36Y" fmla="*/ 1542 h 58137"/>
              <a:gd name="GluePoint37X" fmla="*/ 1270 w 62067"/>
              <a:gd name="GluePoint37Y" fmla="*/ 1542 h 58137"/>
              <a:gd name="GluePoint38X" fmla="*/ 1270 w 62067"/>
              <a:gd name="GluePoint38Y" fmla="*/ 8526 h 58137"/>
              <a:gd name="GluePoint39X" fmla="*/ 17081 w 62067"/>
              <a:gd name="GluePoint39Y" fmla="*/ 10914 h 58137"/>
              <a:gd name="GluePoint40X" fmla="*/ 17595 w 62067"/>
              <a:gd name="GluePoint40Y" fmla="*/ 8526 h 58137"/>
              <a:gd name="GluePoint41X" fmla="*/ 28207 w 62067"/>
              <a:gd name="GluePoint41Y" fmla="*/ 8526 h 58137"/>
              <a:gd name="GluePoint42X" fmla="*/ 28207 w 62067"/>
              <a:gd name="GluePoint42Y" fmla="*/ 6984 h 58137"/>
              <a:gd name="GluePoint43X" fmla="*/ 33377 w 62067"/>
              <a:gd name="GluePoint43Y" fmla="*/ 6984 h 58137"/>
              <a:gd name="GluePoint44X" fmla="*/ 33377 w 62067"/>
              <a:gd name="GluePoint44Y" fmla="*/ 23007 h 58137"/>
              <a:gd name="GluePoint45X" fmla="*/ 26907 w 62067"/>
              <a:gd name="GluePoint45Y" fmla="*/ 23007 h 58137"/>
              <a:gd name="GluePoint46X" fmla="*/ 26907 w 62067"/>
              <a:gd name="GluePoint46Y" fmla="*/ 18351 h 58137"/>
              <a:gd name="GluePoint47X" fmla="*/ 15026 w 62067"/>
              <a:gd name="GluePoint47Y" fmla="*/ 18351 h 58137"/>
              <a:gd name="GluePoint48X" fmla="*/ 17081 w 62067"/>
              <a:gd name="GluePoint48Y" fmla="*/ 10914 h 58137"/>
              <a:gd name="GluePoint49X" fmla="*/ 19168 w 62067"/>
              <a:gd name="GluePoint49Y" fmla="*/ 25093 h 58137"/>
              <a:gd name="GluePoint50X" fmla="*/ 19168 w 62067"/>
              <a:gd name="GluePoint50Y" fmla="*/ 39333 h 58137"/>
              <a:gd name="GluePoint51X" fmla="*/ 14270 w 62067"/>
              <a:gd name="GluePoint51Y" fmla="*/ 39333 h 58137"/>
              <a:gd name="GluePoint52X" fmla="*/ 14270 w 62067"/>
              <a:gd name="GluePoint52Y" fmla="*/ 25093 h 58137"/>
              <a:gd name="GluePoint53X" fmla="*/ 19168 w 62067"/>
              <a:gd name="GluePoint53Y" fmla="*/ 25093 h 58137"/>
            </a:gdLst>
            <a:ahLst/>
            <a:cxnLst/>
            <a:rect l="textAreaLeft" t="textAreaTop" r="textAreaRight" b="textAreaBottom"/>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92" name="任意多边形: 形状 41"/>
          <p:cNvSpPr>
            <a:spLocks noGrp="1"/>
          </p:cNvSpPr>
          <p:nvPr/>
        </p:nvSpPr>
        <p:spPr>
          <a:xfrm>
            <a:off x="11384280" y="6557040"/>
            <a:ext cx="97560" cy="100440"/>
          </a:xfrm>
          <a:custGeom>
            <a:avLst/>
            <a:gdLst>
              <a:gd name="textAreaLeft" fmla="*/ 0 w 97560"/>
              <a:gd name="textAreaRight" fmla="*/ 97920 w 97560"/>
              <a:gd name="textAreaTop" fmla="*/ 0 h 100440"/>
              <a:gd name="textAreaBottom" fmla="*/ 100800 h 100440"/>
              <a:gd name="GluePoint1X" fmla="*/ 33347 w 58953"/>
              <a:gd name="GluePoint1Y" fmla="*/ 6845 h 60598"/>
              <a:gd name="GluePoint2X" fmla="*/ 55084 w 58953"/>
              <a:gd name="GluePoint2Y" fmla="*/ 6845 h 60598"/>
              <a:gd name="GluePoint3X" fmla="*/ 55084 w 58953"/>
              <a:gd name="GluePoint3Y" fmla="*/ 19271 h 60598"/>
              <a:gd name="GluePoint4X" fmla="*/ 46800 w 58953"/>
              <a:gd name="GluePoint4Y" fmla="*/ 19271 h 60598"/>
              <a:gd name="GluePoint5X" fmla="*/ 46800 w 58953"/>
              <a:gd name="GluePoint5Y" fmla="*/ 13829 h 60598"/>
              <a:gd name="GluePoint6X" fmla="*/ 10340 w 58953"/>
              <a:gd name="GluePoint6Y" fmla="*/ 13829 h 60598"/>
              <a:gd name="GluePoint7X" fmla="*/ 10340 w 58953"/>
              <a:gd name="GluePoint7Y" fmla="*/ 19785 h 60598"/>
              <a:gd name="GluePoint8X" fmla="*/ 2328 w 58953"/>
              <a:gd name="GluePoint8Y" fmla="*/ 19785 h 60598"/>
              <a:gd name="GluePoint9X" fmla="*/ 2328 w 58953"/>
              <a:gd name="GluePoint9Y" fmla="*/ 6845 h 60598"/>
              <a:gd name="GluePoint10X" fmla="*/ 24579 w 58953"/>
              <a:gd name="GluePoint10Y" fmla="*/ 6845 h 60598"/>
              <a:gd name="GluePoint11X" fmla="*/ 22765 w 58953"/>
              <a:gd name="GluePoint11Y" fmla="*/ 375 h 60598"/>
              <a:gd name="GluePoint12X" fmla="*/ 27814 w 58953"/>
              <a:gd name="GluePoint12Y" fmla="*/ 43 h 60598"/>
              <a:gd name="GluePoint13X" fmla="*/ 31472 w 58953"/>
              <a:gd name="GluePoint13Y" fmla="*/ 13 h 60598"/>
              <a:gd name="GluePoint14X" fmla="*/ 32863 w 58953"/>
              <a:gd name="GluePoint14Y" fmla="*/ 103 h 60598"/>
              <a:gd name="GluePoint15X" fmla="*/ 33044 w 58953"/>
              <a:gd name="GluePoint15Y" fmla="*/ 2220 h 60598"/>
              <a:gd name="GluePoint16X" fmla="*/ 33347 w 58953"/>
              <a:gd name="GluePoint16Y" fmla="*/ 6845 h 60598"/>
              <a:gd name="GluePoint17X" fmla="*/ 8284 w 58953"/>
              <a:gd name="GluePoint17Y" fmla="*/ 31666 h 60598"/>
              <a:gd name="GluePoint18X" fmla="*/ 2086 w 58953"/>
              <a:gd name="GluePoint18Y" fmla="*/ 26496 h 60598"/>
              <a:gd name="GluePoint19X" fmla="*/ 19168 w 58953"/>
              <a:gd name="GluePoint19Y" fmla="*/ 14343 h 60598"/>
              <a:gd name="GluePoint20X" fmla="*/ 26393 w 58953"/>
              <a:gd name="GluePoint20Y" fmla="*/ 18757 h 60598"/>
              <a:gd name="GluePoint21X" fmla="*/ 25879 w 58953"/>
              <a:gd name="GluePoint21Y" fmla="*/ 20208 h 60598"/>
              <a:gd name="GluePoint22X" fmla="*/ 25365 w 58953"/>
              <a:gd name="GluePoint22Y" fmla="*/ 20571 h 60598"/>
              <a:gd name="GluePoint23X" fmla="*/ 8284 w 58953"/>
              <a:gd name="GluePoint23Y" fmla="*/ 31696 h 60598"/>
              <a:gd name="GluePoint24X" fmla="*/ 54056 w 58953"/>
              <a:gd name="GluePoint24Y" fmla="*/ 26496 h 60598"/>
              <a:gd name="GluePoint25X" fmla="*/ 47858 w 58953"/>
              <a:gd name="GluePoint25Y" fmla="*/ 32694 h 60598"/>
              <a:gd name="GluePoint26X" fmla="*/ 32379 w 58953"/>
              <a:gd name="GluePoint26Y" fmla="*/ 21629 h 60598"/>
              <a:gd name="GluePoint27X" fmla="*/ 30263 w 58953"/>
              <a:gd name="GluePoint27Y" fmla="*/ 20268 h 60598"/>
              <a:gd name="GluePoint28X" fmla="*/ 36219 w 58953"/>
              <a:gd name="GluePoint28Y" fmla="*/ 15099 h 60598"/>
              <a:gd name="GluePoint29X" fmla="*/ 54056 w 58953"/>
              <a:gd name="GluePoint29Y" fmla="*/ 26466 h 60598"/>
              <a:gd name="GluePoint30X" fmla="*/ 29749 w 58953"/>
              <a:gd name="GluePoint30Y" fmla="*/ 31908 h 60598"/>
              <a:gd name="GluePoint31X" fmla="*/ 43444 w 58953"/>
              <a:gd name="GluePoint31Y" fmla="*/ 31908 h 60598"/>
              <a:gd name="GluePoint32X" fmla="*/ 43444 w 58953"/>
              <a:gd name="GluePoint32Y" fmla="*/ 49262 h 60598"/>
              <a:gd name="GluePoint33X" fmla="*/ 43717 w 58953"/>
              <a:gd name="GluePoint33Y" fmla="*/ 51166 h 60598"/>
              <a:gd name="GluePoint34X" fmla="*/ 44744 w 58953"/>
              <a:gd name="GluePoint34Y" fmla="*/ 51590 h 60598"/>
              <a:gd name="GluePoint35X" fmla="*/ 47344 w 58953"/>
              <a:gd name="GluePoint35Y" fmla="*/ 51590 h 60598"/>
              <a:gd name="GluePoint36X" fmla="*/ 49763 w 58953"/>
              <a:gd name="GluePoint36Y" fmla="*/ 50592 h 60598"/>
              <a:gd name="GluePoint37X" fmla="*/ 50428 w 58953"/>
              <a:gd name="GluePoint37Y" fmla="*/ 45120 h 60598"/>
              <a:gd name="GluePoint38X" fmla="*/ 58954 w 58953"/>
              <a:gd name="GluePoint38Y" fmla="*/ 47720 h 60598"/>
              <a:gd name="GluePoint39X" fmla="*/ 57170 w 58953"/>
              <a:gd name="GluePoint39Y" fmla="*/ 56971 h 60598"/>
              <a:gd name="GluePoint40X" fmla="*/ 51456 w 58953"/>
              <a:gd name="GluePoint40Y" fmla="*/ 59027 h 60598"/>
              <a:gd name="GluePoint41X" fmla="*/ 42144 w 58953"/>
              <a:gd name="GluePoint41Y" fmla="*/ 59027 h 60598"/>
              <a:gd name="GluePoint42X" fmla="*/ 36310 w 58953"/>
              <a:gd name="GluePoint42Y" fmla="*/ 58120 h 60598"/>
              <a:gd name="GluePoint43X" fmla="*/ 35372 w 58953"/>
              <a:gd name="GluePoint43Y" fmla="*/ 56820 h 60598"/>
              <a:gd name="GluePoint44X" fmla="*/ 35161 w 58953"/>
              <a:gd name="GluePoint44Y" fmla="*/ 54371 h 60598"/>
              <a:gd name="GluePoint45X" fmla="*/ 35161 w 58953"/>
              <a:gd name="GluePoint45Y" fmla="*/ 38922 h 60598"/>
              <a:gd name="GluePoint46X" fmla="*/ 28449 w 58953"/>
              <a:gd name="GluePoint46Y" fmla="*/ 38922 h 60598"/>
              <a:gd name="GluePoint47X" fmla="*/ 5412 w 58953"/>
              <a:gd name="GluePoint47Y" fmla="*/ 60599 h 60598"/>
              <a:gd name="GluePoint48X" fmla="*/ 0 w 58953"/>
              <a:gd name="GluePoint48Y" fmla="*/ 52890 h 60598"/>
              <a:gd name="GluePoint49X" fmla="*/ 19651 w 58953"/>
              <a:gd name="GluePoint49Y" fmla="*/ 39194 h 60598"/>
              <a:gd name="GluePoint50X" fmla="*/ 5170 w 58953"/>
              <a:gd name="GluePoint50Y" fmla="*/ 39194 h 60598"/>
              <a:gd name="GluePoint51X" fmla="*/ 5170 w 58953"/>
              <a:gd name="GluePoint51Y" fmla="*/ 32210 h 60598"/>
              <a:gd name="GluePoint52X" fmla="*/ 20951 w 58953"/>
              <a:gd name="GluePoint52Y" fmla="*/ 32210 h 60598"/>
              <a:gd name="GluePoint53X" fmla="*/ 21344 w 58953"/>
              <a:gd name="GluePoint53Y" fmla="*/ 28068 h 60598"/>
              <a:gd name="GluePoint54X" fmla="*/ 21737 w 58953"/>
              <a:gd name="GluePoint54Y" fmla="*/ 23927 h 60598"/>
              <a:gd name="GluePoint55X" fmla="*/ 31563 w 58953"/>
              <a:gd name="GluePoint55Y" fmla="*/ 24713 h 60598"/>
              <a:gd name="GluePoint56X" fmla="*/ 31140 w 58953"/>
              <a:gd name="GluePoint56Y" fmla="*/ 26375 h 60598"/>
              <a:gd name="GluePoint57X" fmla="*/ 29749 w 58953"/>
              <a:gd name="GluePoint57Y" fmla="*/ 31969 h 60598"/>
            </a:gdLst>
            <a:ahLst/>
            <a:cxnLst/>
            <a:rect l="textAreaLeft" t="textAreaTop" r="textAreaRight" b="textAreaBottom"/>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93" name="任意多边形: 形状 42"/>
          <p:cNvSpPr>
            <a:spLocks noGrp="1"/>
          </p:cNvSpPr>
          <p:nvPr/>
        </p:nvSpPr>
        <p:spPr>
          <a:xfrm>
            <a:off x="11530440" y="6557040"/>
            <a:ext cx="100800" cy="99720"/>
          </a:xfrm>
          <a:custGeom>
            <a:avLst/>
            <a:gdLst>
              <a:gd name="textAreaLeft" fmla="*/ 0 w 100800"/>
              <a:gd name="textAreaRight" fmla="*/ 101160 w 100800"/>
              <a:gd name="textAreaTop" fmla="*/ 0 h 99720"/>
              <a:gd name="textAreaBottom" fmla="*/ 100080 h 99720"/>
              <a:gd name="GluePoint1X" fmla="*/ 20165 w 60798"/>
              <a:gd name="GluePoint1Y" fmla="*/ 23793 h 60193"/>
              <a:gd name="GluePoint2X" fmla="*/ 20165 w 60798"/>
              <a:gd name="GluePoint2Y" fmla="*/ 33105 h 60193"/>
              <a:gd name="GluePoint3X" fmla="*/ 13181 w 60798"/>
              <a:gd name="GluePoint3Y" fmla="*/ 33105 h 60193"/>
              <a:gd name="GluePoint4X" fmla="*/ 13181 w 60798"/>
              <a:gd name="GluePoint4Y" fmla="*/ 23793 h 60193"/>
              <a:gd name="GluePoint5X" fmla="*/ 20165 w 60798"/>
              <a:gd name="GluePoint5Y" fmla="*/ 23793 h 60193"/>
              <a:gd name="GluePoint6X" fmla="*/ 30505 w 60798"/>
              <a:gd name="GluePoint6Y" fmla="*/ 8526 h 60193"/>
              <a:gd name="GluePoint7X" fmla="*/ 26756 w 60798"/>
              <a:gd name="GluePoint7Y" fmla="*/ 1935 h 60193"/>
              <a:gd name="GluePoint8X" fmla="*/ 25607 w 60798"/>
              <a:gd name="GluePoint8Y" fmla="*/ 0 h 60193"/>
              <a:gd name="GluePoint9X" fmla="*/ 5170 w 60798"/>
              <a:gd name="GluePoint9Y" fmla="*/ 4656 h 60193"/>
              <a:gd name="GluePoint10X" fmla="*/ 5170 w 60798"/>
              <a:gd name="GluePoint10Y" fmla="*/ 35433 h 60193"/>
              <a:gd name="GluePoint11X" fmla="*/ 4112 w 60798"/>
              <a:gd name="GluePoint11Y" fmla="*/ 45047 h 60193"/>
              <a:gd name="GluePoint12X" fmla="*/ 0 w 60798"/>
              <a:gd name="GluePoint12Y" fmla="*/ 55296 h 60193"/>
              <a:gd name="GluePoint13X" fmla="*/ 6470 w 60798"/>
              <a:gd name="GluePoint13Y" fmla="*/ 60193 h 60193"/>
              <a:gd name="GluePoint14X" fmla="*/ 12940 w 60798"/>
              <a:gd name="GluePoint14Y" fmla="*/ 39575 h 60193"/>
              <a:gd name="GluePoint15X" fmla="*/ 20195 w 60798"/>
              <a:gd name="GluePoint15Y" fmla="*/ 39575 h 60193"/>
              <a:gd name="GluePoint16X" fmla="*/ 20195 w 60798"/>
              <a:gd name="GluePoint16Y" fmla="*/ 41903 h 60193"/>
              <a:gd name="GluePoint17X" fmla="*/ 28479 w 60798"/>
              <a:gd name="GluePoint17Y" fmla="*/ 41903 h 60193"/>
              <a:gd name="GluePoint18X" fmla="*/ 28479 w 60798"/>
              <a:gd name="GluePoint18Y" fmla="*/ 16809 h 60193"/>
              <a:gd name="GluePoint19X" fmla="*/ 13212 w 60798"/>
              <a:gd name="GluePoint19Y" fmla="*/ 16809 h 60193"/>
              <a:gd name="GluePoint20X" fmla="*/ 13212 w 60798"/>
              <a:gd name="GluePoint20Y" fmla="*/ 10612 h 60193"/>
              <a:gd name="GluePoint21X" fmla="*/ 30535 w 60798"/>
              <a:gd name="GluePoint21Y" fmla="*/ 8526 h 60193"/>
              <a:gd name="GluePoint22X" fmla="*/ 52877 w 60798"/>
              <a:gd name="GluePoint22Y" fmla="*/ 9705 h 60193"/>
              <a:gd name="GluePoint23X" fmla="*/ 60254 w 60798"/>
              <a:gd name="GluePoint23Y" fmla="*/ 9312 h 60193"/>
              <a:gd name="GluePoint24X" fmla="*/ 55084 w 60798"/>
              <a:gd name="GluePoint24Y" fmla="*/ 514 h 60193"/>
              <a:gd name="GluePoint25X" fmla="*/ 32319 w 60798"/>
              <a:gd name="GluePoint25Y" fmla="*/ 4142 h 60193"/>
              <a:gd name="GluePoint26X" fmla="*/ 32319 w 60798"/>
              <a:gd name="GluePoint26Y" fmla="*/ 28963 h 60193"/>
              <a:gd name="GluePoint27X" fmla="*/ 29719 w 60798"/>
              <a:gd name="GluePoint27Y" fmla="*/ 43898 h 60193"/>
              <a:gd name="GluePoint28X" fmla="*/ 20437 w 60798"/>
              <a:gd name="GluePoint28Y" fmla="*/ 55296 h 60193"/>
              <a:gd name="GluePoint29X" fmla="*/ 28721 w 60798"/>
              <a:gd name="GluePoint29Y" fmla="*/ 59710 h 60193"/>
              <a:gd name="GluePoint30X" fmla="*/ 40361 w 60798"/>
              <a:gd name="GluePoint30Y" fmla="*/ 33135 h 60193"/>
              <a:gd name="GluePoint31X" fmla="*/ 40361 w 60798"/>
              <a:gd name="GluePoint31Y" fmla="*/ 26665 h 60193"/>
              <a:gd name="GluePoint32X" fmla="*/ 45803 w 60798"/>
              <a:gd name="GluePoint32Y" fmla="*/ 26665 h 60193"/>
              <a:gd name="GluePoint33X" fmla="*/ 45803 w 60798"/>
              <a:gd name="GluePoint33Y" fmla="*/ 59710 h 60193"/>
              <a:gd name="GluePoint34X" fmla="*/ 54328 w 60798"/>
              <a:gd name="GluePoint34Y" fmla="*/ 59710 h 60193"/>
              <a:gd name="GluePoint35X" fmla="*/ 54328 w 60798"/>
              <a:gd name="GluePoint35Y" fmla="*/ 26665 h 60193"/>
              <a:gd name="GluePoint36X" fmla="*/ 60798 w 60798"/>
              <a:gd name="GluePoint36Y" fmla="*/ 26665 h 60193"/>
              <a:gd name="GluePoint37X" fmla="*/ 60798 w 60798"/>
              <a:gd name="GluePoint37Y" fmla="*/ 19440 h 60193"/>
              <a:gd name="GluePoint38X" fmla="*/ 40603 w 60798"/>
              <a:gd name="GluePoint38Y" fmla="*/ 19440 h 60193"/>
              <a:gd name="GluePoint39X" fmla="*/ 40603 w 60798"/>
              <a:gd name="GluePoint39Y" fmla="*/ 10400 h 60193"/>
              <a:gd name="GluePoint40X" fmla="*/ 52907 w 60798"/>
              <a:gd name="GluePoint40Y" fmla="*/ 9765 h 60193"/>
            </a:gdLst>
            <a:ahLst/>
            <a:cxnLst/>
            <a:rect l="textAreaLeft" t="textAreaTop" r="textAreaRight" b="textAreaBottom"/>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95" name="任意多边形: 形状 44"/>
          <p:cNvSpPr>
            <a:spLocks noGrp="1"/>
          </p:cNvSpPr>
          <p:nvPr/>
        </p:nvSpPr>
        <p:spPr>
          <a:xfrm>
            <a:off x="10208160" y="6684120"/>
            <a:ext cx="7920" cy="44280"/>
          </a:xfrm>
          <a:custGeom>
            <a:avLst/>
            <a:gdLst>
              <a:gd name="textAreaLeft" fmla="*/ 0 w 7920"/>
              <a:gd name="textAreaRight" fmla="*/ 8280 w 7920"/>
              <a:gd name="textAreaTop" fmla="*/ 0 h 44280"/>
              <a:gd name="textAreaBottom" fmla="*/ 44640 h 44280"/>
              <a:gd name="GluePoint1X" fmla="*/ 4898 w 4897"/>
              <a:gd name="GluePoint1Y" fmla="*/ 0 h 26816"/>
              <a:gd name="GluePoint2X" fmla="*/ 4898 w 4897"/>
              <a:gd name="GluePoint2Y" fmla="*/ 26816 h 26816"/>
              <a:gd name="GluePoint3X" fmla="*/ 0 w 4897"/>
              <a:gd name="GluePoint3Y" fmla="*/ 26816 h 26816"/>
              <a:gd name="GluePoint4X" fmla="*/ 0 w 4897"/>
              <a:gd name="GluePoint4Y" fmla="*/ 0 h 26816"/>
              <a:gd name="GluePoint5X" fmla="*/ 4898 w 4897"/>
              <a:gd name="GluePoint5Y" fmla="*/ 0 h 26816"/>
            </a:gdLst>
            <a:ahLst/>
            <a:cxnLst/>
            <a:rect l="textAreaLeft" t="textAreaTop" r="textAreaRight" b="textAreaBottom"/>
            <a:pathLst>
              <a:path w="4897" h="26816">
                <a:moveTo>
                  <a:pt x="4898" y="0"/>
                </a:moveTo>
                <a:lnTo>
                  <a:pt x="4898" y="26816"/>
                </a:lnTo>
                <a:lnTo>
                  <a:pt x="0" y="26816"/>
                </a:lnTo>
                <a:lnTo>
                  <a:pt x="0" y="0"/>
                </a:lnTo>
                <a:lnTo>
                  <a:pt x="489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96" name="任意多边形: 形状 45"/>
          <p:cNvSpPr>
            <a:spLocks noGrp="1"/>
          </p:cNvSpPr>
          <p:nvPr/>
        </p:nvSpPr>
        <p:spPr>
          <a:xfrm>
            <a:off x="1022508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97" name="任意多边形: 形状 46"/>
          <p:cNvSpPr>
            <a:spLocks noGrp="1"/>
          </p:cNvSpPr>
          <p:nvPr/>
        </p:nvSpPr>
        <p:spPr>
          <a:xfrm>
            <a:off x="10261080" y="6695640"/>
            <a:ext cx="22680" cy="33120"/>
          </a:xfrm>
          <a:custGeom>
            <a:avLst/>
            <a:gdLst>
              <a:gd name="textAreaLeft" fmla="*/ 0 w 22680"/>
              <a:gd name="textAreaRight" fmla="*/ 23040 w 22680"/>
              <a:gd name="textAreaTop" fmla="*/ 0 h 33120"/>
              <a:gd name="textAreaBottom" fmla="*/ 33480 h 33120"/>
              <a:gd name="GluePoint1X" fmla="*/ 96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98" name="任意多边形: 形状 47"/>
          <p:cNvSpPr>
            <a:spLocks noGrp="1"/>
          </p:cNvSpPr>
          <p:nvPr/>
        </p:nvSpPr>
        <p:spPr>
          <a:xfrm>
            <a:off x="1028772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5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299" name="任意多边形: 形状 48"/>
          <p:cNvSpPr>
            <a:spLocks noGrp="1"/>
          </p:cNvSpPr>
          <p:nvPr/>
        </p:nvSpPr>
        <p:spPr>
          <a:xfrm>
            <a:off x="1031328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87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00" name="任意多边形: 形状 49"/>
          <p:cNvSpPr>
            <a:spLocks noGrp="1"/>
          </p:cNvSpPr>
          <p:nvPr/>
        </p:nvSpPr>
        <p:spPr>
          <a:xfrm>
            <a:off x="1032768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8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01" name="任意多边形: 形状 50"/>
          <p:cNvSpPr>
            <a:spLocks noGrp="1"/>
          </p:cNvSpPr>
          <p:nvPr/>
        </p:nvSpPr>
        <p:spPr>
          <a:xfrm>
            <a:off x="10353960" y="6696360"/>
            <a:ext cx="28800" cy="32400"/>
          </a:xfrm>
          <a:custGeom>
            <a:avLst/>
            <a:gdLst>
              <a:gd name="textAreaLeft" fmla="*/ 0 w 28800"/>
              <a:gd name="textAreaRight" fmla="*/ 29160 w 28800"/>
              <a:gd name="textAreaTop" fmla="*/ 0 h 32400"/>
              <a:gd name="textAreaBottom" fmla="*/ 32760 h 32400"/>
              <a:gd name="GluePoint1X" fmla="*/ 17444 w 17595"/>
              <a:gd name="GluePoint1Y" fmla="*/ 13544 h 19772"/>
              <a:gd name="GluePoint2X" fmla="*/ 17595 w 17595"/>
              <a:gd name="GluePoint2Y" fmla="*/ 19349 h 19772"/>
              <a:gd name="GluePoint3X" fmla="*/ 13302 w 17595"/>
              <a:gd name="GluePoint3Y" fmla="*/ 19349 h 19772"/>
              <a:gd name="GluePoint4X" fmla="*/ 13061 w 17595"/>
              <a:gd name="GluePoint4Y" fmla="*/ 16416 h 19772"/>
              <a:gd name="GluePoint5X" fmla="*/ 12940 w 17595"/>
              <a:gd name="GluePoint5Y" fmla="*/ 16416 h 19772"/>
              <a:gd name="GluePoint6X" fmla="*/ 6742 w 17595"/>
              <a:gd name="GluePoint6Y" fmla="*/ 19772 h 19772"/>
              <a:gd name="GluePoint7X" fmla="*/ 0 w 17595"/>
              <a:gd name="GluePoint7Y" fmla="*/ 11337 h 19772"/>
              <a:gd name="GluePoint8X" fmla="*/ 0 w 17595"/>
              <a:gd name="GluePoint8Y" fmla="*/ 0 h 19772"/>
              <a:gd name="GluePoint9X" fmla="*/ 4898 w 17595"/>
              <a:gd name="GluePoint9Y" fmla="*/ 0 h 19772"/>
              <a:gd name="GluePoint10X" fmla="*/ 4898 w 17595"/>
              <a:gd name="GluePoint10Y" fmla="*/ 10551 h 19772"/>
              <a:gd name="GluePoint11X" fmla="*/ 8526 w 17595"/>
              <a:gd name="GluePoint11Y" fmla="*/ 15842 h 19772"/>
              <a:gd name="GluePoint12X" fmla="*/ 12274 w 17595"/>
              <a:gd name="GluePoint12Y" fmla="*/ 13212 h 19772"/>
              <a:gd name="GluePoint13X" fmla="*/ 12547 w 17595"/>
              <a:gd name="GluePoint13Y" fmla="*/ 11700 h 19772"/>
              <a:gd name="GluePoint14X" fmla="*/ 12547 w 17595"/>
              <a:gd name="GluePoint14Y" fmla="*/ 0 h 19772"/>
              <a:gd name="GluePoint15X" fmla="*/ 17444 w 17595"/>
              <a:gd name="GluePoint15Y" fmla="*/ 0 h 19772"/>
              <a:gd name="GluePoint16X" fmla="*/ 17444 w 17595"/>
              <a:gd name="GluePoint16Y" fmla="*/ 13575 h 19772"/>
            </a:gdLst>
            <a:ahLst/>
            <a:cxnLst/>
            <a:rect l="textAreaLeft" t="textAreaTop" r="textAreaRight" b="textAreaBottom"/>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02" name="任意多边形: 形状 51"/>
          <p:cNvSpPr>
            <a:spLocks noGrp="1"/>
          </p:cNvSpPr>
          <p:nvPr/>
        </p:nvSpPr>
        <p:spPr>
          <a:xfrm>
            <a:off x="1038852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03" name="任意多边形: 形状 52"/>
          <p:cNvSpPr>
            <a:spLocks noGrp="1"/>
          </p:cNvSpPr>
          <p:nvPr/>
        </p:nvSpPr>
        <p:spPr>
          <a:xfrm>
            <a:off x="1041264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04" name="任意多边形: 形状 53"/>
          <p:cNvSpPr>
            <a:spLocks noGrp="1"/>
          </p:cNvSpPr>
          <p:nvPr/>
        </p:nvSpPr>
        <p:spPr>
          <a:xfrm>
            <a:off x="10460520" y="6695640"/>
            <a:ext cx="32400" cy="33480"/>
          </a:xfrm>
          <a:custGeom>
            <a:avLst/>
            <a:gdLst>
              <a:gd name="textAreaLeft" fmla="*/ 0 w 32400"/>
              <a:gd name="textAreaRight" fmla="*/ 32760 w 32400"/>
              <a:gd name="textAreaTop" fmla="*/ 0 h 33480"/>
              <a:gd name="textAreaBottom" fmla="*/ 33840 h 33480"/>
              <a:gd name="GluePoint1X" fmla="*/ 9765 w 19621"/>
              <a:gd name="GluePoint1Y" fmla="*/ 16688 h 20255"/>
              <a:gd name="GluePoint2X" fmla="*/ 498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674 w 19621"/>
              <a:gd name="GluePoint11Y" fmla="*/ 20256 h 20255"/>
              <a:gd name="GluePoint12X" fmla="*/ 9705 w 19621"/>
              <a:gd name="GluePoint12Y" fmla="*/ 20256 h 20255"/>
            </a:gdLst>
            <a:ahLst/>
            <a:cxnLst/>
            <a:rect l="textAreaLeft" t="textAreaTop" r="textAreaRight" b="textAreaBottom"/>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05" name="任意多边形: 形状 54"/>
          <p:cNvSpPr>
            <a:spLocks noGrp="1"/>
          </p:cNvSpPr>
          <p:nvPr/>
        </p:nvSpPr>
        <p:spPr>
          <a:xfrm>
            <a:off x="1049652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06" name="任意多边形: 形状 55"/>
          <p:cNvSpPr>
            <a:spLocks noGrp="1"/>
          </p:cNvSpPr>
          <p:nvPr/>
        </p:nvSpPr>
        <p:spPr>
          <a:xfrm>
            <a:off x="1053324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295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07" name="任意多边形: 形状 56"/>
          <p:cNvSpPr>
            <a:spLocks noGrp="1"/>
          </p:cNvSpPr>
          <p:nvPr/>
        </p:nvSpPr>
        <p:spPr>
          <a:xfrm>
            <a:off x="1056708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795 w 19621"/>
              <a:gd name="GluePoint3Y" fmla="*/ 3567 h 20255"/>
              <a:gd name="GluePoint4X" fmla="*/ 14512 w 19621"/>
              <a:gd name="GluePoint4Y" fmla="*/ 10098 h 20255"/>
              <a:gd name="GluePoint5X" fmla="*/ 9765 w 19621"/>
              <a:gd name="GluePoint5Y" fmla="*/ 16688 h 20255"/>
              <a:gd name="GluePoint6X" fmla="*/ 973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08" name="任意多边形: 形状 57"/>
          <p:cNvSpPr>
            <a:spLocks noGrp="1"/>
          </p:cNvSpPr>
          <p:nvPr/>
        </p:nvSpPr>
        <p:spPr>
          <a:xfrm>
            <a:off x="1060308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09" name="任意多边形: 形状 58"/>
          <p:cNvSpPr>
            <a:spLocks noGrp="1"/>
          </p:cNvSpPr>
          <p:nvPr/>
        </p:nvSpPr>
        <p:spPr>
          <a:xfrm>
            <a:off x="1062540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10" name="任意多边形: 形状 59"/>
          <p:cNvSpPr>
            <a:spLocks noGrp="1"/>
          </p:cNvSpPr>
          <p:nvPr/>
        </p:nvSpPr>
        <p:spPr>
          <a:xfrm>
            <a:off x="10648440" y="6696360"/>
            <a:ext cx="47520" cy="32040"/>
          </a:xfrm>
          <a:custGeom>
            <a:avLst/>
            <a:gdLst>
              <a:gd name="textAreaLeft" fmla="*/ 0 w 47520"/>
              <a:gd name="textAreaRight" fmla="*/ 47880 w 47520"/>
              <a:gd name="textAreaTop" fmla="*/ 0 h 32040"/>
              <a:gd name="textAreaBottom" fmla="*/ 32400 h 32040"/>
              <a:gd name="GluePoint1X" fmla="*/ 5019 w 28751"/>
              <a:gd name="GluePoint1Y" fmla="*/ 0 h 19409"/>
              <a:gd name="GluePoint2X" fmla="*/ 7044 w 28751"/>
              <a:gd name="GluePoint2Y" fmla="*/ 8798 h 19409"/>
              <a:gd name="GluePoint3X" fmla="*/ 8284 w 28751"/>
              <a:gd name="GluePoint3Y" fmla="*/ 15086 h 19409"/>
              <a:gd name="GluePoint4X" fmla="*/ 8374 w 28751"/>
              <a:gd name="GluePoint4Y" fmla="*/ 15086 h 19409"/>
              <a:gd name="GluePoint5X" fmla="*/ 9947 w 28751"/>
              <a:gd name="GluePoint5Y" fmla="*/ 8858 h 19409"/>
              <a:gd name="GluePoint6X" fmla="*/ 12486 w 28751"/>
              <a:gd name="GluePoint6Y" fmla="*/ 30 h 19409"/>
              <a:gd name="GluePoint7X" fmla="*/ 16447 w 28751"/>
              <a:gd name="GluePoint7Y" fmla="*/ 30 h 19409"/>
              <a:gd name="GluePoint8X" fmla="*/ 18865 w 28751"/>
              <a:gd name="GluePoint8Y" fmla="*/ 8616 h 19409"/>
              <a:gd name="GluePoint9X" fmla="*/ 20407 w 28751"/>
              <a:gd name="GluePoint9Y" fmla="*/ 15086 h 19409"/>
              <a:gd name="GluePoint10X" fmla="*/ 20498 w 28751"/>
              <a:gd name="GluePoint10Y" fmla="*/ 15086 h 19409"/>
              <a:gd name="GluePoint11X" fmla="*/ 21798 w 28751"/>
              <a:gd name="GluePoint11Y" fmla="*/ 8616 h 19409"/>
              <a:gd name="GluePoint12X" fmla="*/ 23944 w 28751"/>
              <a:gd name="GluePoint12Y" fmla="*/ 30 h 19409"/>
              <a:gd name="GluePoint13X" fmla="*/ 28751 w 28751"/>
              <a:gd name="GluePoint13Y" fmla="*/ 30 h 19409"/>
              <a:gd name="GluePoint14X" fmla="*/ 22675 w 28751"/>
              <a:gd name="GluePoint14Y" fmla="*/ 19409 h 19409"/>
              <a:gd name="GluePoint15X" fmla="*/ 18109 w 28751"/>
              <a:gd name="GluePoint15Y" fmla="*/ 19409 h 19409"/>
              <a:gd name="GluePoint16X" fmla="*/ 15781 w 28751"/>
              <a:gd name="GluePoint16Y" fmla="*/ 11519 h 19409"/>
              <a:gd name="GluePoint17X" fmla="*/ 14330 w 28751"/>
              <a:gd name="GluePoint17Y" fmla="*/ 5321 h 19409"/>
              <a:gd name="GluePoint18X" fmla="*/ 14240 w 28751"/>
              <a:gd name="GluePoint18Y" fmla="*/ 5321 h 19409"/>
              <a:gd name="GluePoint19X" fmla="*/ 12758 w 28751"/>
              <a:gd name="GluePoint19Y" fmla="*/ 11519 h 19409"/>
              <a:gd name="GluePoint20X" fmla="*/ 10279 w 28751"/>
              <a:gd name="GluePoint20Y" fmla="*/ 19409 h 19409"/>
              <a:gd name="GluePoint21X" fmla="*/ 5714 w 28751"/>
              <a:gd name="GluePoint21Y" fmla="*/ 19409 h 19409"/>
              <a:gd name="GluePoint22X" fmla="*/ 0 w 28751"/>
              <a:gd name="GluePoint22Y" fmla="*/ 30 h 19409"/>
              <a:gd name="GluePoint23X" fmla="*/ 4988 w 28751"/>
              <a:gd name="GluePoint23Y" fmla="*/ 30 h 19409"/>
            </a:gdLst>
            <a:ahLst/>
            <a:cxnLst/>
            <a:rect l="textAreaLeft" t="textAreaTop" r="textAreaRight" b="textAreaBottom"/>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600" rIns="90000" bIns="-12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11" name="任意多边形: 形状 60"/>
          <p:cNvSpPr>
            <a:spLocks noGrp="1"/>
          </p:cNvSpPr>
          <p:nvPr/>
        </p:nvSpPr>
        <p:spPr>
          <a:xfrm>
            <a:off x="1069884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88 w 16688"/>
              <a:gd name="GluePoint2Y" fmla="*/ 14058 h 20255"/>
              <a:gd name="GluePoint3X" fmla="*/ 7649 w 16688"/>
              <a:gd name="GluePoint3Y" fmla="*/ 16719 h 20255"/>
              <a:gd name="GluePoint4X" fmla="*/ 4867 w 16688"/>
              <a:gd name="GluePoint4Y" fmla="*/ 13937 h 20255"/>
              <a:gd name="GluePoint5X" fmla="*/ 11609 w 16688"/>
              <a:gd name="GluePoint5Y" fmla="*/ 10309 h 20255"/>
              <a:gd name="GluePoint6X" fmla="*/ 1160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12" name="任意多边形: 形状 61"/>
          <p:cNvSpPr>
            <a:spLocks noGrp="1"/>
          </p:cNvSpPr>
          <p:nvPr/>
        </p:nvSpPr>
        <p:spPr>
          <a:xfrm>
            <a:off x="10734480" y="6695640"/>
            <a:ext cx="18000" cy="32760"/>
          </a:xfrm>
          <a:custGeom>
            <a:avLst/>
            <a:gdLst>
              <a:gd name="textAreaLeft" fmla="*/ 0 w 18000"/>
              <a:gd name="textAreaRight" fmla="*/ 18360 w 18000"/>
              <a:gd name="textAreaTop" fmla="*/ 0 h 32760"/>
              <a:gd name="textAreaBottom" fmla="*/ 33120 h 32760"/>
              <a:gd name="GluePoint1X" fmla="*/ 151 w 11004"/>
              <a:gd name="GluePoint1Y" fmla="*/ 6651 h 19832"/>
              <a:gd name="GluePoint2X" fmla="*/ 0 w 11004"/>
              <a:gd name="GluePoint2Y" fmla="*/ 423 h 19832"/>
              <a:gd name="GluePoint3X" fmla="*/ 4233 w 11004"/>
              <a:gd name="GluePoint3Y" fmla="*/ 423 h 19832"/>
              <a:gd name="GluePoint4X" fmla="*/ 4414 w 11004"/>
              <a:gd name="GluePoint4Y" fmla="*/ 4112 h 19832"/>
              <a:gd name="GluePoint5X" fmla="*/ 4535 w 11004"/>
              <a:gd name="GluePoint5Y" fmla="*/ 4112 h 19832"/>
              <a:gd name="GluePoint6X" fmla="*/ 9856 w 11004"/>
              <a:gd name="GluePoint6Y" fmla="*/ 0 h 19832"/>
              <a:gd name="GluePoint7X" fmla="*/ 11005 w 11004"/>
              <a:gd name="GluePoint7Y" fmla="*/ 121 h 19832"/>
              <a:gd name="GluePoint8X" fmla="*/ 11005 w 11004"/>
              <a:gd name="GluePoint8Y" fmla="*/ 4716 h 19832"/>
              <a:gd name="GluePoint9X" fmla="*/ 9584 w 11004"/>
              <a:gd name="GluePoint9Y" fmla="*/ 4595 h 19832"/>
              <a:gd name="GluePoint10X" fmla="*/ 5200 w 11004"/>
              <a:gd name="GluePoint10Y" fmla="*/ 8314 h 19832"/>
              <a:gd name="GluePoint11X" fmla="*/ 5079 w 11004"/>
              <a:gd name="GluePoint11Y" fmla="*/ 9795 h 19832"/>
              <a:gd name="GluePoint12X" fmla="*/ 5079 w 11004"/>
              <a:gd name="GluePoint12Y" fmla="*/ 19833 h 19832"/>
              <a:gd name="GluePoint13X" fmla="*/ 181 w 11004"/>
              <a:gd name="GluePoint13Y" fmla="*/ 19833 h 19832"/>
              <a:gd name="GluePoint14X" fmla="*/ 181 w 11004"/>
              <a:gd name="GluePoint14Y" fmla="*/ 6681 h 19832"/>
            </a:gdLst>
            <a:ahLst/>
            <a:cxnLst/>
            <a:rect l="textAreaLeft" t="textAreaTop" r="textAreaRight" b="textAreaBottom"/>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880" rIns="90000" bIns="-11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13" name="任意多边形: 形状 62"/>
          <p:cNvSpPr>
            <a:spLocks noGrp="1"/>
          </p:cNvSpPr>
          <p:nvPr/>
        </p:nvSpPr>
        <p:spPr>
          <a:xfrm>
            <a:off x="10755720" y="6695640"/>
            <a:ext cx="29160" cy="33120"/>
          </a:xfrm>
          <a:custGeom>
            <a:avLst/>
            <a:gdLst>
              <a:gd name="textAreaLeft" fmla="*/ 0 w 29160"/>
              <a:gd name="textAreaRight" fmla="*/ 29520 w 29160"/>
              <a:gd name="textAreaTop" fmla="*/ 0 h 33120"/>
              <a:gd name="textAreaBottom" fmla="*/ 33480 h 33120"/>
              <a:gd name="GluePoint1X" fmla="*/ 4686 w 17807"/>
              <a:gd name="GluePoint1Y" fmla="*/ 8072 h 20225"/>
              <a:gd name="GluePoint2X" fmla="*/ 9161 w 17807"/>
              <a:gd name="GluePoint2Y" fmla="*/ 3356 h 20225"/>
              <a:gd name="GluePoint3X" fmla="*/ 13212 w 17807"/>
              <a:gd name="GluePoint3Y" fmla="*/ 8072 h 20225"/>
              <a:gd name="GluePoint4X" fmla="*/ 468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14" name="任意多边形: 形状 63"/>
          <p:cNvSpPr>
            <a:spLocks noGrp="1"/>
          </p:cNvSpPr>
          <p:nvPr/>
        </p:nvSpPr>
        <p:spPr>
          <a:xfrm>
            <a:off x="10803600" y="6683400"/>
            <a:ext cx="34200" cy="45720"/>
          </a:xfrm>
          <a:custGeom>
            <a:avLst/>
            <a:gdLst>
              <a:gd name="textAreaLeft" fmla="*/ 0 w 34200"/>
              <a:gd name="textAreaRight" fmla="*/ 34560 w 34200"/>
              <a:gd name="textAreaTop" fmla="*/ 0 h 45720"/>
              <a:gd name="textAreaBottom" fmla="*/ 46080 h 45720"/>
              <a:gd name="GluePoint1X" fmla="*/ 20649 w 20860"/>
              <a:gd name="GluePoint1Y" fmla="*/ 26454 h 27662"/>
              <a:gd name="GluePoint2X" fmla="*/ 13695 w 20860"/>
              <a:gd name="GluePoint2Y" fmla="*/ 27663 h 27662"/>
              <a:gd name="GluePoint3X" fmla="*/ 0 w 20860"/>
              <a:gd name="GluePoint3Y" fmla="*/ 14149 h 27662"/>
              <a:gd name="GluePoint4X" fmla="*/ 14361 w 20860"/>
              <a:gd name="GluePoint4Y" fmla="*/ 0 h 27662"/>
              <a:gd name="GluePoint5X" fmla="*/ 20861 w 20860"/>
              <a:gd name="GluePoint5Y" fmla="*/ 1179 h 27662"/>
              <a:gd name="GluePoint6X" fmla="*/ 19802 w 20860"/>
              <a:gd name="GluePoint6Y" fmla="*/ 5079 h 27662"/>
              <a:gd name="GluePoint7X" fmla="*/ 14572 w 20860"/>
              <a:gd name="GluePoint7Y" fmla="*/ 4021 h 27662"/>
              <a:gd name="GluePoint8X" fmla="*/ 5170 w 20860"/>
              <a:gd name="GluePoint8Y" fmla="*/ 13877 h 27662"/>
              <a:gd name="GluePoint9X" fmla="*/ 14512 w 20860"/>
              <a:gd name="GluePoint9Y" fmla="*/ 23521 h 27662"/>
              <a:gd name="GluePoint10X" fmla="*/ 19863 w 20860"/>
              <a:gd name="GluePoint10Y" fmla="*/ 22554 h 27662"/>
              <a:gd name="GluePoint11X" fmla="*/ 20679 w 20860"/>
              <a:gd name="GluePoint11Y" fmla="*/ 26423 h 27662"/>
            </a:gdLst>
            <a:ahLst/>
            <a:cxnLst/>
            <a:rect l="textAreaLeft" t="textAreaTop" r="textAreaRight" b="textAreaBottom"/>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15" name="任意多边形: 形状 64"/>
          <p:cNvSpPr>
            <a:spLocks noGrp="1"/>
          </p:cNvSpPr>
          <p:nvPr/>
        </p:nvSpPr>
        <p:spPr>
          <a:xfrm>
            <a:off x="10844640" y="6681600"/>
            <a:ext cx="28800" cy="46800"/>
          </a:xfrm>
          <a:custGeom>
            <a:avLst/>
            <a:gdLst>
              <a:gd name="textAreaLeft" fmla="*/ 0 w 28800"/>
              <a:gd name="textAreaRight" fmla="*/ 29160 w 28800"/>
              <a:gd name="textAreaTop" fmla="*/ 0 h 46800"/>
              <a:gd name="textAreaBottom" fmla="*/ 47160 h 46800"/>
              <a:gd name="GluePoint1X" fmla="*/ 0 w 17535"/>
              <a:gd name="GluePoint1Y" fmla="*/ 30 h 28297"/>
              <a:gd name="GluePoint2X" fmla="*/ 4898 w 17535"/>
              <a:gd name="GluePoint2Y" fmla="*/ 30 h 28297"/>
              <a:gd name="GluePoint3X" fmla="*/ 4898 w 17535"/>
              <a:gd name="GluePoint3Y" fmla="*/ 11549 h 28297"/>
              <a:gd name="GluePoint4X" fmla="*/ 4988 w 17535"/>
              <a:gd name="GluePoint4Y" fmla="*/ 11549 h 28297"/>
              <a:gd name="GluePoint5X" fmla="*/ 7407 w 17535"/>
              <a:gd name="GluePoint5Y" fmla="*/ 9342 h 28297"/>
              <a:gd name="GluePoint6X" fmla="*/ 10763 w 17535"/>
              <a:gd name="GluePoint6Y" fmla="*/ 8465 h 28297"/>
              <a:gd name="GluePoint7X" fmla="*/ 17535 w 17535"/>
              <a:gd name="GluePoint7Y" fmla="*/ 16870 h 28297"/>
              <a:gd name="GluePoint8X" fmla="*/ 17535 w 17535"/>
              <a:gd name="GluePoint8Y" fmla="*/ 28298 h 28297"/>
              <a:gd name="GluePoint9X" fmla="*/ 12637 w 17535"/>
              <a:gd name="GluePoint9Y" fmla="*/ 28298 h 28297"/>
              <a:gd name="GluePoint10X" fmla="*/ 12637 w 17535"/>
              <a:gd name="GluePoint10Y" fmla="*/ 17414 h 28297"/>
              <a:gd name="GluePoint11X" fmla="*/ 8919 w 17535"/>
              <a:gd name="GluePoint11Y" fmla="*/ 12456 h 28297"/>
              <a:gd name="GluePoint12X" fmla="*/ 5140 w 17535"/>
              <a:gd name="GluePoint12Y" fmla="*/ 15207 h 28297"/>
              <a:gd name="GluePoint13X" fmla="*/ 4928 w 17535"/>
              <a:gd name="GluePoint13Y" fmla="*/ 16688 h 28297"/>
              <a:gd name="GluePoint14X" fmla="*/ 4928 w 17535"/>
              <a:gd name="GluePoint14Y" fmla="*/ 28268 h 28297"/>
              <a:gd name="GluePoint15X" fmla="*/ 30 w 17535"/>
              <a:gd name="GluePoint15Y" fmla="*/ 28268 h 28297"/>
              <a:gd name="GluePoint16X" fmla="*/ 30 w 17535"/>
              <a:gd name="GluePoint16Y" fmla="*/ 0 h 28297"/>
            </a:gdLst>
            <a:ahLst/>
            <a:cxnLst/>
            <a:rect l="textAreaLeft" t="textAreaTop" r="textAreaRight" b="textAreaBottom"/>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160" rIns="90000" bIns="2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16" name="任意多边形: 形状 65"/>
          <p:cNvSpPr>
            <a:spLocks noGrp="1"/>
          </p:cNvSpPr>
          <p:nvPr/>
        </p:nvSpPr>
        <p:spPr>
          <a:xfrm>
            <a:off x="1088172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17" name="任意多边形: 形状 66"/>
          <p:cNvSpPr>
            <a:spLocks noGrp="1"/>
          </p:cNvSpPr>
          <p:nvPr/>
        </p:nvSpPr>
        <p:spPr>
          <a:xfrm>
            <a:off x="108990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109 w 17716"/>
              <a:gd name="GluePoint13Y" fmla="*/ 8405 h 19802"/>
              <a:gd name="GluePoint14X" fmla="*/ 5109 w 17716"/>
              <a:gd name="GluePoint14Y" fmla="*/ 19802 h 19802"/>
              <a:gd name="GluePoint15X" fmla="*/ 212 w 17716"/>
              <a:gd name="GluePoint15Y" fmla="*/ 19802 h 19802"/>
              <a:gd name="GluePoint16X" fmla="*/ 212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18" name="任意多边形: 形状 67"/>
          <p:cNvSpPr>
            <a:spLocks noGrp="1"/>
          </p:cNvSpPr>
          <p:nvPr/>
        </p:nvSpPr>
        <p:spPr>
          <a:xfrm>
            <a:off x="109350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61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19" name="任意多边形: 形状 68"/>
          <p:cNvSpPr>
            <a:spLocks noGrp="1"/>
          </p:cNvSpPr>
          <p:nvPr/>
        </p:nvSpPr>
        <p:spPr>
          <a:xfrm>
            <a:off x="10969200" y="6695640"/>
            <a:ext cx="22680" cy="33120"/>
          </a:xfrm>
          <a:custGeom>
            <a:avLst/>
            <a:gdLst>
              <a:gd name="textAreaLeft" fmla="*/ 0 w 22680"/>
              <a:gd name="textAreaRight" fmla="*/ 23040 w 22680"/>
              <a:gd name="textAreaTop" fmla="*/ 0 h 33120"/>
              <a:gd name="textAreaBottom" fmla="*/ 33480 h 33120"/>
              <a:gd name="GluePoint1X" fmla="*/ 998 w 13755"/>
              <a:gd name="GluePoint1Y" fmla="*/ 15298 h 20225"/>
              <a:gd name="GluePoint2X" fmla="*/ 5926 w 13755"/>
              <a:gd name="GluePoint2Y" fmla="*/ 16719 h 20225"/>
              <a:gd name="GluePoint3X" fmla="*/ 9040 w 13755"/>
              <a:gd name="GluePoint3Y" fmla="*/ 14542 h 20225"/>
              <a:gd name="GluePoint4X" fmla="*/ 5865 w 13755"/>
              <a:gd name="GluePoint4Y" fmla="*/ 11700 h 20225"/>
              <a:gd name="GluePoint5X" fmla="*/ 514 w 13755"/>
              <a:gd name="GluePoint5Y" fmla="*/ 6047 h 20225"/>
              <a:gd name="GluePoint6X" fmla="*/ 7860 w 13755"/>
              <a:gd name="GluePoint6Y" fmla="*/ 0 h 20225"/>
              <a:gd name="GluePoint7X" fmla="*/ 13000 w 13755"/>
              <a:gd name="GluePoint7Y" fmla="*/ 1149 h 20225"/>
              <a:gd name="GluePoint8X" fmla="*/ 12033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20" name="任意多边形: 形状 69"/>
          <p:cNvSpPr>
            <a:spLocks noGrp="1"/>
          </p:cNvSpPr>
          <p:nvPr/>
        </p:nvSpPr>
        <p:spPr>
          <a:xfrm>
            <a:off x="1099692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21" name="任意多边形: 形状 70"/>
          <p:cNvSpPr>
            <a:spLocks noGrp="1"/>
          </p:cNvSpPr>
          <p:nvPr/>
        </p:nvSpPr>
        <p:spPr>
          <a:xfrm>
            <a:off x="11043720" y="6684120"/>
            <a:ext cx="38880" cy="44280"/>
          </a:xfrm>
          <a:custGeom>
            <a:avLst/>
            <a:gdLst>
              <a:gd name="textAreaLeft" fmla="*/ 0 w 38880"/>
              <a:gd name="textAreaRight" fmla="*/ 39240 w 38880"/>
              <a:gd name="textAreaTop" fmla="*/ 0 h 44280"/>
              <a:gd name="textAreaBottom" fmla="*/ 44640 h 44280"/>
              <a:gd name="GluePoint1X" fmla="*/ 8163 w 23551"/>
              <a:gd name="GluePoint1Y" fmla="*/ 15509 h 26816"/>
              <a:gd name="GluePoint2X" fmla="*/ 10249 w 23551"/>
              <a:gd name="GluePoint2Y" fmla="*/ 8888 h 26816"/>
              <a:gd name="GluePoint3X" fmla="*/ 11519 w 23551"/>
              <a:gd name="GluePoint3Y" fmla="*/ 3870 h 26816"/>
              <a:gd name="GluePoint4X" fmla="*/ 11609 w 23551"/>
              <a:gd name="GluePoint4Y" fmla="*/ 3870 h 26816"/>
              <a:gd name="GluePoint5X" fmla="*/ 12970 w 23551"/>
              <a:gd name="GluePoint5Y" fmla="*/ 8919 h 26816"/>
              <a:gd name="GluePoint6X" fmla="*/ 15086 w 23551"/>
              <a:gd name="GluePoint6Y" fmla="*/ 15509 h 26816"/>
              <a:gd name="GluePoint7X" fmla="*/ 8163 w 23551"/>
              <a:gd name="GluePoint7Y" fmla="*/ 15509 h 26816"/>
              <a:gd name="GluePoint8X" fmla="*/ 15872 w 23551"/>
              <a:gd name="GluePoint8Y" fmla="*/ 19228 h 26816"/>
              <a:gd name="GluePoint9X" fmla="*/ 18291 w 23551"/>
              <a:gd name="GluePoint9Y" fmla="*/ 26816 h 26816"/>
              <a:gd name="GluePoint10X" fmla="*/ 23551 w 23551"/>
              <a:gd name="GluePoint10Y" fmla="*/ 26816 h 26816"/>
              <a:gd name="GluePoint11X" fmla="*/ 14844 w 23551"/>
              <a:gd name="GluePoint11Y" fmla="*/ 0 h 26816"/>
              <a:gd name="GluePoint12X" fmla="*/ 8616 w 23551"/>
              <a:gd name="GluePoint12Y" fmla="*/ 0 h 26816"/>
              <a:gd name="GluePoint13X" fmla="*/ 0 w 23551"/>
              <a:gd name="GluePoint13Y" fmla="*/ 26816 h 26816"/>
              <a:gd name="GluePoint14X" fmla="*/ 5079 w 23551"/>
              <a:gd name="GluePoint14Y" fmla="*/ 26816 h 26816"/>
              <a:gd name="GluePoint15X" fmla="*/ 7377 w 23551"/>
              <a:gd name="GluePoint15Y" fmla="*/ 19228 h 26816"/>
              <a:gd name="GluePoint16X" fmla="*/ 15902 w 23551"/>
              <a:gd name="GluePoint16Y" fmla="*/ 19228 h 26816"/>
            </a:gdLst>
            <a:ahLst/>
            <a:cxnLst/>
            <a:rect l="textAreaLeft" t="textAreaTop" r="textAreaRight" b="textAreaBottom"/>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22" name="任意多边形: 形状 71"/>
          <p:cNvSpPr>
            <a:spLocks noGrp="1"/>
          </p:cNvSpPr>
          <p:nvPr/>
        </p:nvSpPr>
        <p:spPr>
          <a:xfrm>
            <a:off x="1108584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884 w 15479"/>
              <a:gd name="GluePoint7Y" fmla="*/ 3809 h 20225"/>
              <a:gd name="GluePoint8X" fmla="*/ 4958 w 15479"/>
              <a:gd name="GluePoint8Y" fmla="*/ 10098 h 20225"/>
              <a:gd name="GluePoint9X" fmla="*/ 1091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23" name="任意多边形: 形状 72"/>
          <p:cNvSpPr>
            <a:spLocks noGrp="1"/>
          </p:cNvSpPr>
          <p:nvPr/>
        </p:nvSpPr>
        <p:spPr>
          <a:xfrm>
            <a:off x="1111536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58 w 16688"/>
              <a:gd name="GluePoint2Y" fmla="*/ 14058 h 20255"/>
              <a:gd name="GluePoint3X" fmla="*/ 7619 w 16688"/>
              <a:gd name="GluePoint3Y" fmla="*/ 16719 h 20255"/>
              <a:gd name="GluePoint4X" fmla="*/ 4807 w 16688"/>
              <a:gd name="GluePoint4Y" fmla="*/ 13937 h 20255"/>
              <a:gd name="GluePoint5X" fmla="*/ 11579 w 16688"/>
              <a:gd name="GluePoint5Y" fmla="*/ 10309 h 20255"/>
              <a:gd name="GluePoint6X" fmla="*/ 1157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24" name="任意多边形: 形状 73"/>
          <p:cNvSpPr>
            <a:spLocks noGrp="1"/>
          </p:cNvSpPr>
          <p:nvPr/>
        </p:nvSpPr>
        <p:spPr>
          <a:xfrm>
            <a:off x="11149200" y="6681600"/>
            <a:ext cx="31680" cy="47520"/>
          </a:xfrm>
          <a:custGeom>
            <a:avLst/>
            <a:gdLst>
              <a:gd name="textAreaLeft" fmla="*/ 0 w 31680"/>
              <a:gd name="textAreaRight" fmla="*/ 32040 w 31680"/>
              <a:gd name="textAreaTop" fmla="*/ 0 h 47520"/>
              <a:gd name="textAreaBottom" fmla="*/ 47880 h 47520"/>
              <a:gd name="GluePoint1X" fmla="*/ 14179 w 19228"/>
              <a:gd name="GluePoint1Y" fmla="*/ 19863 h 28690"/>
              <a:gd name="GluePoint2X" fmla="*/ 14028 w 19228"/>
              <a:gd name="GluePoint2Y" fmla="*/ 21284 h 28690"/>
              <a:gd name="GluePoint3X" fmla="*/ 9796 w 19228"/>
              <a:gd name="GluePoint3Y" fmla="*/ 24761 h 28690"/>
              <a:gd name="GluePoint4X" fmla="*/ 4958 w 19228"/>
              <a:gd name="GluePoint4Y" fmla="*/ 18593 h 28690"/>
              <a:gd name="GluePoint5X" fmla="*/ 9856 w 19228"/>
              <a:gd name="GluePoint5Y" fmla="*/ 12214 h 28690"/>
              <a:gd name="GluePoint6X" fmla="*/ 14058 w 19228"/>
              <a:gd name="GluePoint6Y" fmla="*/ 15661 h 28690"/>
              <a:gd name="GluePoint7X" fmla="*/ 14179 w 19228"/>
              <a:gd name="GluePoint7Y" fmla="*/ 16930 h 28690"/>
              <a:gd name="GluePoint8X" fmla="*/ 14179 w 19228"/>
              <a:gd name="GluePoint8Y" fmla="*/ 19833 h 28690"/>
              <a:gd name="GluePoint9X" fmla="*/ 14179 w 19228"/>
              <a:gd name="GluePoint9Y" fmla="*/ 0 h 28690"/>
              <a:gd name="GluePoint10X" fmla="*/ 14179 w 19228"/>
              <a:gd name="GluePoint10Y" fmla="*/ 10974 h 28690"/>
              <a:gd name="GluePoint11X" fmla="*/ 14089 w 19228"/>
              <a:gd name="GluePoint11Y" fmla="*/ 10974 h 28690"/>
              <a:gd name="GluePoint12X" fmla="*/ 8677 w 19228"/>
              <a:gd name="GluePoint12Y" fmla="*/ 8465 h 28690"/>
              <a:gd name="GluePoint13X" fmla="*/ 0 w 19228"/>
              <a:gd name="GluePoint13Y" fmla="*/ 18805 h 28690"/>
              <a:gd name="GluePoint14X" fmla="*/ 8284 w 19228"/>
              <a:gd name="GluePoint14Y" fmla="*/ 28691 h 28690"/>
              <a:gd name="GluePoint15X" fmla="*/ 14572 w 19228"/>
              <a:gd name="GluePoint15Y" fmla="*/ 25184 h 28690"/>
              <a:gd name="GluePoint16X" fmla="*/ 14663 w 19228"/>
              <a:gd name="GluePoint16Y" fmla="*/ 25184 h 28690"/>
              <a:gd name="GluePoint17X" fmla="*/ 14875 w 19228"/>
              <a:gd name="GluePoint17Y" fmla="*/ 28268 h 28690"/>
              <a:gd name="GluePoint18X" fmla="*/ 19228 w 19228"/>
              <a:gd name="GluePoint18Y" fmla="*/ 28268 h 28690"/>
              <a:gd name="GluePoint19X" fmla="*/ 19077 w 19228"/>
              <a:gd name="GluePoint19Y" fmla="*/ 22826 h 28690"/>
              <a:gd name="GluePoint20X" fmla="*/ 19077 w 19228"/>
              <a:gd name="GluePoint20Y" fmla="*/ 0 h 28690"/>
              <a:gd name="GluePoint21X" fmla="*/ 14179 w 19228"/>
              <a:gd name="GluePoint21Y" fmla="*/ 0 h 28690"/>
            </a:gdLst>
            <a:ahLst/>
            <a:cxnLst/>
            <a:rect l="textAreaLeft" t="textAreaTop" r="textAreaRight" b="textAreaBottom"/>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25" name="任意多边形: 形状 74"/>
          <p:cNvSpPr>
            <a:spLocks noGrp="1"/>
          </p:cNvSpPr>
          <p:nvPr/>
        </p:nvSpPr>
        <p:spPr>
          <a:xfrm>
            <a:off x="11187720" y="6695640"/>
            <a:ext cx="29160" cy="33120"/>
          </a:xfrm>
          <a:custGeom>
            <a:avLst/>
            <a:gdLst>
              <a:gd name="textAreaLeft" fmla="*/ 0 w 29160"/>
              <a:gd name="textAreaRight" fmla="*/ 29520 w 29160"/>
              <a:gd name="textAreaTop" fmla="*/ 0 h 33120"/>
              <a:gd name="textAreaBottom" fmla="*/ 33480 h 33120"/>
              <a:gd name="GluePoint1X" fmla="*/ 4686 w 17837"/>
              <a:gd name="GluePoint1Y" fmla="*/ 8072 h 20225"/>
              <a:gd name="GluePoint2X" fmla="*/ 9161 w 17837"/>
              <a:gd name="GluePoint2Y" fmla="*/ 3356 h 20225"/>
              <a:gd name="GluePoint3X" fmla="*/ 13212 w 17837"/>
              <a:gd name="GluePoint3Y" fmla="*/ 8072 h 20225"/>
              <a:gd name="GluePoint4X" fmla="*/ 4686 w 17837"/>
              <a:gd name="GluePoint4Y" fmla="*/ 8072 h 20225"/>
              <a:gd name="GluePoint5X" fmla="*/ 17656 w 17837"/>
              <a:gd name="GluePoint5Y" fmla="*/ 11488 h 20225"/>
              <a:gd name="GluePoint6X" fmla="*/ 17837 w 17837"/>
              <a:gd name="GluePoint6Y" fmla="*/ 9433 h 20225"/>
              <a:gd name="GluePoint7X" fmla="*/ 9493 w 17837"/>
              <a:gd name="GluePoint7Y" fmla="*/ 0 h 20225"/>
              <a:gd name="GluePoint8X" fmla="*/ 0 w 17837"/>
              <a:gd name="GluePoint8Y" fmla="*/ 10400 h 20225"/>
              <a:gd name="GluePoint9X" fmla="*/ 9977 w 17837"/>
              <a:gd name="GluePoint9Y" fmla="*/ 20226 h 20225"/>
              <a:gd name="GluePoint10X" fmla="*/ 16749 w 17837"/>
              <a:gd name="GluePoint10Y" fmla="*/ 18986 h 20225"/>
              <a:gd name="GluePoint11X" fmla="*/ 16023 w 17837"/>
              <a:gd name="GluePoint11Y" fmla="*/ 15600 h 20225"/>
              <a:gd name="GluePoint12X" fmla="*/ 10672 w 17837"/>
              <a:gd name="GluePoint12Y" fmla="*/ 16507 h 20225"/>
              <a:gd name="GluePoint13X" fmla="*/ 4686 w 17837"/>
              <a:gd name="GluePoint13Y" fmla="*/ 11458 h 20225"/>
              <a:gd name="GluePoint14X" fmla="*/ 17656 w 17837"/>
              <a:gd name="GluePoint14Y" fmla="*/ 11458 h 20225"/>
            </a:gdLst>
            <a:ahLst/>
            <a:cxnLst/>
            <a:rect l="textAreaLeft" t="textAreaTop" r="textAreaRight" b="textAreaBottom"/>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26" name="任意多边形: 形状 75"/>
          <p:cNvSpPr>
            <a:spLocks noGrp="1"/>
          </p:cNvSpPr>
          <p:nvPr/>
        </p:nvSpPr>
        <p:spPr>
          <a:xfrm>
            <a:off x="11223720" y="6695640"/>
            <a:ext cx="47520" cy="32400"/>
          </a:xfrm>
          <a:custGeom>
            <a:avLst/>
            <a:gdLst>
              <a:gd name="textAreaLeft" fmla="*/ 0 w 47520"/>
              <a:gd name="textAreaRight" fmla="*/ 47880 w 47520"/>
              <a:gd name="textAreaTop" fmla="*/ 0 h 32400"/>
              <a:gd name="textAreaBottom" fmla="*/ 32760 h 32400"/>
              <a:gd name="GluePoint1X" fmla="*/ 151 w 28721"/>
              <a:gd name="GluePoint1Y" fmla="*/ 6258 h 19802"/>
              <a:gd name="GluePoint2X" fmla="*/ 0 w 28721"/>
              <a:gd name="GluePoint2Y" fmla="*/ 484 h 19802"/>
              <a:gd name="GluePoint3X" fmla="*/ 4172 w 28721"/>
              <a:gd name="GluePoint3Y" fmla="*/ 484 h 19802"/>
              <a:gd name="GluePoint4X" fmla="*/ 4384 w 28721"/>
              <a:gd name="GluePoint4Y" fmla="*/ 3326 h 19802"/>
              <a:gd name="GluePoint5X" fmla="*/ 4505 w 28721"/>
              <a:gd name="GluePoint5Y" fmla="*/ 3326 h 19802"/>
              <a:gd name="GluePoint6X" fmla="*/ 10461 w 28721"/>
              <a:gd name="GluePoint6Y" fmla="*/ 30 h 19802"/>
              <a:gd name="GluePoint7X" fmla="*/ 15842 w 28721"/>
              <a:gd name="GluePoint7Y" fmla="*/ 3598 h 19802"/>
              <a:gd name="GluePoint8X" fmla="*/ 15933 w 28721"/>
              <a:gd name="GluePoint8Y" fmla="*/ 3598 h 19802"/>
              <a:gd name="GluePoint9X" fmla="*/ 18321 w 28721"/>
              <a:gd name="GluePoint9Y" fmla="*/ 1149 h 19802"/>
              <a:gd name="GluePoint10X" fmla="*/ 22251 w 28721"/>
              <a:gd name="GluePoint10Y" fmla="*/ 0 h 19802"/>
              <a:gd name="GluePoint11X" fmla="*/ 28721 w 28721"/>
              <a:gd name="GluePoint11Y" fmla="*/ 8405 h 19802"/>
              <a:gd name="GluePoint12X" fmla="*/ 28721 w 28721"/>
              <a:gd name="GluePoint12Y" fmla="*/ 19802 h 19802"/>
              <a:gd name="GluePoint13X" fmla="*/ 23944 w 28721"/>
              <a:gd name="GluePoint13Y" fmla="*/ 19802 h 19802"/>
              <a:gd name="GluePoint14X" fmla="*/ 23944 w 28721"/>
              <a:gd name="GluePoint14Y" fmla="*/ 9070 h 19802"/>
              <a:gd name="GluePoint15X" fmla="*/ 20498 w 28721"/>
              <a:gd name="GluePoint15Y" fmla="*/ 3960 h 19802"/>
              <a:gd name="GluePoint16X" fmla="*/ 17112 w 28721"/>
              <a:gd name="GluePoint16Y" fmla="*/ 6530 h 19802"/>
              <a:gd name="GluePoint17X" fmla="*/ 16870 w 28721"/>
              <a:gd name="GluePoint17Y" fmla="*/ 8163 h 19802"/>
              <a:gd name="GluePoint18X" fmla="*/ 16870 w 28721"/>
              <a:gd name="GluePoint18Y" fmla="*/ 19802 h 19802"/>
              <a:gd name="GluePoint19X" fmla="*/ 12093 w 28721"/>
              <a:gd name="GluePoint19Y" fmla="*/ 19802 h 19802"/>
              <a:gd name="GluePoint20X" fmla="*/ 12093 w 28721"/>
              <a:gd name="GluePoint20Y" fmla="*/ 8586 h 19802"/>
              <a:gd name="GluePoint21X" fmla="*/ 8767 w 28721"/>
              <a:gd name="GluePoint21Y" fmla="*/ 3960 h 19802"/>
              <a:gd name="GluePoint22X" fmla="*/ 5230 w 28721"/>
              <a:gd name="GluePoint22Y" fmla="*/ 6742 h 19802"/>
              <a:gd name="GluePoint23X" fmla="*/ 4988 w 28721"/>
              <a:gd name="GluePoint23Y" fmla="*/ 8344 h 19802"/>
              <a:gd name="GluePoint24X" fmla="*/ 4988 w 28721"/>
              <a:gd name="GluePoint24Y" fmla="*/ 19802 h 19802"/>
              <a:gd name="GluePoint25X" fmla="*/ 212 w 28721"/>
              <a:gd name="GluePoint25Y" fmla="*/ 19802 h 19802"/>
              <a:gd name="GluePoint26X" fmla="*/ 212 w 28721"/>
              <a:gd name="GluePoint26Y" fmla="*/ 6198 h 19802"/>
            </a:gdLst>
            <a:ahLst/>
            <a:cxnLst/>
            <a:rect l="textAreaLeft" t="textAreaTop" r="textAreaRight" b="textAreaBottom"/>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27" name="任意多边形: 形状 76"/>
          <p:cNvSpPr>
            <a:spLocks noGrp="1"/>
          </p:cNvSpPr>
          <p:nvPr/>
        </p:nvSpPr>
        <p:spPr>
          <a:xfrm>
            <a:off x="11275200" y="6696360"/>
            <a:ext cx="32040" cy="46440"/>
          </a:xfrm>
          <a:custGeom>
            <a:avLst/>
            <a:gdLst>
              <a:gd name="textAreaLeft" fmla="*/ 0 w 32040"/>
              <a:gd name="textAreaRight" fmla="*/ 32400 w 32040"/>
              <a:gd name="textAreaTop" fmla="*/ 0 h 46440"/>
              <a:gd name="textAreaBottom" fmla="*/ 46800 h 46440"/>
              <a:gd name="GluePoint1X" fmla="*/ 5381 w 19379"/>
              <a:gd name="GluePoint1Y" fmla="*/ 30 h 28146"/>
              <a:gd name="GluePoint2X" fmla="*/ 8858 w 19379"/>
              <a:gd name="GluePoint2Y" fmla="*/ 10400 h 28146"/>
              <a:gd name="GluePoint3X" fmla="*/ 9947 w 19379"/>
              <a:gd name="GluePoint3Y" fmla="*/ 14149 h 28146"/>
              <a:gd name="GluePoint4X" fmla="*/ 10068 w 19379"/>
              <a:gd name="GluePoint4Y" fmla="*/ 14149 h 28146"/>
              <a:gd name="GluePoint5X" fmla="*/ 11095 w 19379"/>
              <a:gd name="GluePoint5Y" fmla="*/ 10340 h 28146"/>
              <a:gd name="GluePoint6X" fmla="*/ 14149 w 19379"/>
              <a:gd name="GluePoint6Y" fmla="*/ 0 h 28146"/>
              <a:gd name="GluePoint7X" fmla="*/ 19379 w 19379"/>
              <a:gd name="GluePoint7Y" fmla="*/ 0 h 28146"/>
              <a:gd name="GluePoint8X" fmla="*/ 14542 w 19379"/>
              <a:gd name="GluePoint8Y" fmla="*/ 13212 h 28146"/>
              <a:gd name="GluePoint9X" fmla="*/ 7800 w 19379"/>
              <a:gd name="GluePoint9Y" fmla="*/ 25668 h 28146"/>
              <a:gd name="GluePoint10X" fmla="*/ 2660 w 19379"/>
              <a:gd name="GluePoint10Y" fmla="*/ 28147 h 28146"/>
              <a:gd name="GluePoint11X" fmla="*/ 1542 w 19379"/>
              <a:gd name="GluePoint11Y" fmla="*/ 24035 h 28146"/>
              <a:gd name="GluePoint12X" fmla="*/ 4384 w 19379"/>
              <a:gd name="GluePoint12Y" fmla="*/ 22705 h 28146"/>
              <a:gd name="GluePoint13X" fmla="*/ 7074 w 19379"/>
              <a:gd name="GluePoint13Y" fmla="*/ 19621 h 28146"/>
              <a:gd name="GluePoint14X" fmla="*/ 7377 w 19379"/>
              <a:gd name="GluePoint14Y" fmla="*/ 18775 h 28146"/>
              <a:gd name="GluePoint15X" fmla="*/ 7105 w 19379"/>
              <a:gd name="GluePoint15Y" fmla="*/ 17807 h 28146"/>
              <a:gd name="GluePoint16X" fmla="*/ 0 w 19379"/>
              <a:gd name="GluePoint16Y" fmla="*/ 30 h 28146"/>
              <a:gd name="GluePoint17X" fmla="*/ 5412 w 19379"/>
              <a:gd name="GluePoint17Y" fmla="*/ 30 h 28146"/>
            </a:gdLst>
            <a:ahLst/>
            <a:cxnLst/>
            <a:rect l="textAreaLeft" t="textAreaTop" r="textAreaRight" b="textAreaBottom"/>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28" name="任意多边形: 形状 77"/>
          <p:cNvSpPr>
            <a:spLocks noGrp="1"/>
          </p:cNvSpPr>
          <p:nvPr/>
        </p:nvSpPr>
        <p:spPr>
          <a:xfrm>
            <a:off x="1132380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29" name="任意多边形: 形状 78"/>
          <p:cNvSpPr>
            <a:spLocks noGrp="1"/>
          </p:cNvSpPr>
          <p:nvPr/>
        </p:nvSpPr>
        <p:spPr>
          <a:xfrm>
            <a:off x="1135944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30" name="任意多边形: 形状 79"/>
          <p:cNvSpPr>
            <a:spLocks noGrp="1"/>
          </p:cNvSpPr>
          <p:nvPr/>
        </p:nvSpPr>
        <p:spPr>
          <a:xfrm>
            <a:off x="1139616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326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31" name="任意多边形: 形状 80"/>
          <p:cNvSpPr>
            <a:spLocks noGrp="1"/>
          </p:cNvSpPr>
          <p:nvPr/>
        </p:nvSpPr>
        <p:spPr>
          <a:xfrm>
            <a:off x="1143000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914 w 15479"/>
              <a:gd name="GluePoint7Y" fmla="*/ 3809 h 20225"/>
              <a:gd name="GluePoint8X" fmla="*/ 4988 w 15479"/>
              <a:gd name="GluePoint8Y" fmla="*/ 10098 h 20225"/>
              <a:gd name="GluePoint9X" fmla="*/ 1094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32" name="任意多边形: 形状 81"/>
          <p:cNvSpPr>
            <a:spLocks noGrp="1"/>
          </p:cNvSpPr>
          <p:nvPr/>
        </p:nvSpPr>
        <p:spPr>
          <a:xfrm>
            <a:off x="11461320" y="6682320"/>
            <a:ext cx="9360" cy="46080"/>
          </a:xfrm>
          <a:custGeom>
            <a:avLst/>
            <a:gdLst>
              <a:gd name="textAreaLeft" fmla="*/ 0 w 9360"/>
              <a:gd name="textAreaRight" fmla="*/ 9720 w 9360"/>
              <a:gd name="textAreaTop" fmla="*/ 0 h 46080"/>
              <a:gd name="textAreaBottom" fmla="*/ 46440 h 46080"/>
              <a:gd name="GluePoint1X" fmla="*/ 454 w 5774"/>
              <a:gd name="GluePoint1Y" fmla="*/ 27935 h 27935"/>
              <a:gd name="GluePoint2X" fmla="*/ 454 w 5774"/>
              <a:gd name="GluePoint2Y" fmla="*/ 8556 h 27935"/>
              <a:gd name="GluePoint3X" fmla="*/ 5351 w 5774"/>
              <a:gd name="GluePoint3Y" fmla="*/ 8556 h 27935"/>
              <a:gd name="GluePoint4X" fmla="*/ 5351 w 5774"/>
              <a:gd name="GluePoint4Y" fmla="*/ 27935 h 27935"/>
              <a:gd name="GluePoint5X" fmla="*/ 454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12 w 5774"/>
              <a:gd name="GluePoint11Y" fmla="*/ 5593 h 27935"/>
            </a:gdLst>
            <a:ahLst/>
            <a:cxnLst/>
            <a:rect l="textAreaLeft" t="textAreaTop" r="textAreaRight" b="textAreaBottom"/>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33" name="任意多边形: 形状 82"/>
          <p:cNvSpPr>
            <a:spLocks noGrp="1"/>
          </p:cNvSpPr>
          <p:nvPr/>
        </p:nvSpPr>
        <p:spPr>
          <a:xfrm>
            <a:off x="114768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34" name="任意多边形: 形状 83"/>
          <p:cNvSpPr>
            <a:spLocks noGrp="1"/>
          </p:cNvSpPr>
          <p:nvPr/>
        </p:nvSpPr>
        <p:spPr>
          <a:xfrm>
            <a:off x="115128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35" name="任意多边形: 形状 84"/>
          <p:cNvSpPr>
            <a:spLocks noGrp="1"/>
          </p:cNvSpPr>
          <p:nvPr/>
        </p:nvSpPr>
        <p:spPr>
          <a:xfrm>
            <a:off x="11548800" y="6695640"/>
            <a:ext cx="25560" cy="33120"/>
          </a:xfrm>
          <a:custGeom>
            <a:avLst/>
            <a:gdLst>
              <a:gd name="textAreaLeft" fmla="*/ 0 w 25560"/>
              <a:gd name="textAreaRight" fmla="*/ 25920 w 25560"/>
              <a:gd name="textAreaTop" fmla="*/ 0 h 33120"/>
              <a:gd name="textAreaBottom" fmla="*/ 33480 h 33120"/>
              <a:gd name="GluePoint1X" fmla="*/ 15449 w 15509"/>
              <a:gd name="GluePoint1Y" fmla="*/ 19228 h 20225"/>
              <a:gd name="GluePoint2X" fmla="*/ 9977 w 15509"/>
              <a:gd name="GluePoint2Y" fmla="*/ 20226 h 20225"/>
              <a:gd name="GluePoint3X" fmla="*/ 0 w 15509"/>
              <a:gd name="GluePoint3Y" fmla="*/ 10309 h 20225"/>
              <a:gd name="GluePoint4X" fmla="*/ 10763 w 15509"/>
              <a:gd name="GluePoint4Y" fmla="*/ 0 h 20225"/>
              <a:gd name="GluePoint5X" fmla="*/ 15509 w 15509"/>
              <a:gd name="GluePoint5Y" fmla="*/ 877 h 20225"/>
              <a:gd name="GluePoint6X" fmla="*/ 14633 w 15509"/>
              <a:gd name="GluePoint6Y" fmla="*/ 4565 h 20225"/>
              <a:gd name="GluePoint7X" fmla="*/ 10944 w 15509"/>
              <a:gd name="GluePoint7Y" fmla="*/ 3809 h 20225"/>
              <a:gd name="GluePoint8X" fmla="*/ 5019 w 15509"/>
              <a:gd name="GluePoint8Y" fmla="*/ 10098 h 20225"/>
              <a:gd name="GluePoint9X" fmla="*/ 10975 w 15509"/>
              <a:gd name="GluePoint9Y" fmla="*/ 16356 h 20225"/>
              <a:gd name="GluePoint10X" fmla="*/ 14814 w 15509"/>
              <a:gd name="GluePoint10Y" fmla="*/ 15600 h 20225"/>
              <a:gd name="GluePoint11X" fmla="*/ 15479 w 15509"/>
              <a:gd name="GluePoint11Y" fmla="*/ 19228 h 20225"/>
            </a:gdLst>
            <a:ahLst/>
            <a:cxnLst/>
            <a:rect l="textAreaLeft" t="textAreaTop" r="textAreaRight" b="textAreaBottom"/>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36" name="任意多边形: 形状 85"/>
          <p:cNvSpPr>
            <a:spLocks noGrp="1"/>
          </p:cNvSpPr>
          <p:nvPr/>
        </p:nvSpPr>
        <p:spPr>
          <a:xfrm>
            <a:off x="1157796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2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37" name="任意多边形: 形状 86"/>
          <p:cNvSpPr>
            <a:spLocks noGrp="1"/>
          </p:cNvSpPr>
          <p:nvPr/>
        </p:nvSpPr>
        <p:spPr>
          <a:xfrm>
            <a:off x="11612160" y="6695640"/>
            <a:ext cx="22680" cy="33120"/>
          </a:xfrm>
          <a:custGeom>
            <a:avLst/>
            <a:gdLst>
              <a:gd name="textAreaLeft" fmla="*/ 0 w 22680"/>
              <a:gd name="textAreaRight" fmla="*/ 23040 w 22680"/>
              <a:gd name="textAreaTop" fmla="*/ 0 h 33120"/>
              <a:gd name="textAreaBottom" fmla="*/ 33480 h 33120"/>
              <a:gd name="GluePoint1X" fmla="*/ 93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339" name="任意多边形: 形状 13"/>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340" name="任意多边形: 形状 94"/>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41" name="任意多边形: 形状 122"/>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42" name="任意多边形: 形状 123"/>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43" name="任意多边形: 形状 124"/>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345" name="任意多边形: 形状 126"/>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46" name="任意多边形: 形状 127"/>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347" name="任意多边形: 形状 128"/>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348" name="任意多边形: 形状 129"/>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49" name="任意多边形: 形状 130"/>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50" name="任意多边形: 形状 132"/>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51" name="PlaceHolder 2"/>
          <p:cNvSpPr>
            <a:spLocks noGrp="1"/>
          </p:cNvSpPr>
          <p:nvPr>
            <p:ph type="body" idx="10" hasCustomPrompt="1"/>
          </p:nvPr>
        </p:nvSpPr>
        <p:spPr>
          <a:xfrm>
            <a:off x="1114560" y="3952080"/>
            <a:ext cx="2286720" cy="293760"/>
          </a:xfrm>
          <a:prstGeom prst="rect">
            <a:avLst/>
          </a:prstGeom>
          <a:noFill/>
          <a:ln w="0">
            <a:noFill/>
          </a:ln>
        </p:spPr>
        <p:txBody>
          <a:bodyPr lIns="64080" tIns="32040" rIns="64080" bIns="32040" anchor="ctr">
            <a:noAutofit/>
          </a:bodyPr>
          <a:lstStyle>
            <a:lvl1pPr indent="0" algn="r" defTabSz="914400">
              <a:lnSpc>
                <a:spcPct val="100000"/>
              </a:lnSpc>
              <a:buNone/>
              <a:tabLst>
                <a:tab pos="0" algn="l"/>
              </a:tabLst>
              <a:defRPr sz="1600" b="1" u="none">
                <a:solidFill>
                  <a:srgbClr val="000000"/>
                </a:solidFill>
                <a:latin typeface="Arial" panose="020B0604020202090204"/>
                <a:ea typeface="Arial" panose="020B0604020202090204"/>
                <a:cs typeface="Arial" panose="020B0604020202090204"/>
              </a:defRPr>
            </a:lvl1pPr>
          </a:lstStyle>
          <a:p>
            <a:pPr indent="0" algn="r" defTabSz="914400">
              <a:lnSpc>
                <a:spcPct val="100000"/>
              </a:lnSpc>
              <a:buNone/>
              <a:tabLst>
                <a:tab pos="0" algn="l"/>
              </a:tabLst>
            </a:pPr>
            <a:endParaRPr sz="1600" b="1" u="none">
              <a:solidFill>
                <a:srgbClr val="000000"/>
              </a:solidFill>
              <a:latin typeface="Arial" panose="020B0604020202090204"/>
              <a:ea typeface="Arial" panose="020B0604020202090204"/>
              <a:cs typeface="Arial" panose="020B0604020202090204"/>
            </a:endParaRPr>
          </a:p>
        </p:txBody>
      </p:sp>
      <p:sp>
        <p:nvSpPr>
          <p:cNvPr id="352" name="PlaceHolder 3"/>
          <p:cNvSpPr>
            <a:spLocks noGrp="1"/>
          </p:cNvSpPr>
          <p:nvPr>
            <p:ph type="body" idx="20" hasCustomPrompt="1"/>
          </p:nvPr>
        </p:nvSpPr>
        <p:spPr>
          <a:xfrm>
            <a:off x="991440" y="4309200"/>
            <a:ext cx="2409480" cy="1380240"/>
          </a:xfrm>
          <a:prstGeom prst="rect">
            <a:avLst/>
          </a:prstGeom>
          <a:noFill/>
          <a:ln w="0">
            <a:noFill/>
          </a:ln>
        </p:spPr>
        <p:txBody>
          <a:bodyPr lIns="64080" tIns="32040" rIns="64080" bIns="32040" anchor="t">
            <a:noAutofit/>
          </a:bodyPr>
          <a:lstStyle>
            <a:lvl1pPr indent="0" algn="just" defTabSz="914400">
              <a:lnSpc>
                <a:spcPct val="140000"/>
              </a:lnSpc>
              <a:spcAft>
                <a:spcPts val="1200"/>
              </a:spcAft>
              <a:buNone/>
              <a:tabLst>
                <a:tab pos="0" algn="l"/>
              </a:tabLst>
              <a:defRPr sz="1200" b="0" u="none" spc="119">
                <a:solidFill>
                  <a:srgbClr val="404040"/>
                </a:solidFill>
                <a:latin typeface="Arial" panose="020B0604020202090204"/>
                <a:ea typeface="Arial" panose="020B0604020202090204"/>
                <a:cs typeface="Arial" panose="020B0604020202090204"/>
              </a:defRPr>
            </a:lvl1pPr>
          </a:lstStyle>
          <a:p>
            <a:pPr indent="0" algn="just" defTabSz="914400">
              <a:lnSpc>
                <a:spcPct val="140000"/>
              </a:lnSpc>
              <a:spcAft>
                <a:spcPts val="1200"/>
              </a:spcAft>
              <a:buNone/>
              <a:tabLst>
                <a:tab pos="0" algn="l"/>
              </a:tabLst>
            </a:pPr>
            <a:endParaRPr sz="1200" b="1" u="none">
              <a:solidFill>
                <a:srgbClr val="000000"/>
              </a:solidFill>
              <a:latin typeface="Arial" panose="020B0604020202090204"/>
              <a:ea typeface="Arial" panose="020B0604020202090204"/>
              <a:cs typeface="Arial" panose="020B0604020202090204"/>
            </a:endParaRPr>
          </a:p>
        </p:txBody>
      </p:sp>
      <p:sp>
        <p:nvSpPr>
          <p:cNvPr id="353" name="PlaceHolder 4"/>
          <p:cNvSpPr>
            <a:spLocks noGrp="1"/>
          </p:cNvSpPr>
          <p:nvPr>
            <p:ph type="body" idx="30" hasCustomPrompt="1"/>
          </p:nvPr>
        </p:nvSpPr>
        <p:spPr>
          <a:xfrm>
            <a:off x="965880" y="2133000"/>
            <a:ext cx="2435400" cy="1374840"/>
          </a:xfrm>
          <a:prstGeom prst="rect">
            <a:avLst/>
          </a:prstGeom>
          <a:noFill/>
          <a:ln w="0">
            <a:noFill/>
          </a:ln>
        </p:spPr>
        <p:txBody>
          <a:bodyPr lIns="64080" tIns="32040" rIns="64080" bIns="32040" anchor="t">
            <a:noAutofit/>
          </a:bodyPr>
          <a:lstStyle>
            <a:lvl1pPr indent="0" algn="just" defTabSz="914400">
              <a:lnSpc>
                <a:spcPct val="140000"/>
              </a:lnSpc>
              <a:spcAft>
                <a:spcPts val="1200"/>
              </a:spcAft>
              <a:buNone/>
              <a:tabLst>
                <a:tab pos="0" algn="l"/>
              </a:tabLst>
              <a:defRPr sz="1200" b="0" u="none" spc="119">
                <a:solidFill>
                  <a:srgbClr val="595959"/>
                </a:solidFill>
                <a:latin typeface="Arial" panose="020B0604020202090204"/>
                <a:ea typeface="Arial" panose="020B0604020202090204"/>
                <a:cs typeface="Arial" panose="020B0604020202090204"/>
              </a:defRPr>
            </a:lvl1pPr>
          </a:lstStyle>
          <a:p>
            <a:pPr indent="0" algn="just" defTabSz="914400">
              <a:lnSpc>
                <a:spcPct val="140000"/>
              </a:lnSpc>
              <a:spcAft>
                <a:spcPts val="1200"/>
              </a:spcAft>
              <a:buNone/>
              <a:tabLst>
                <a:tab pos="0" algn="l"/>
              </a:tabLst>
            </a:pPr>
            <a:endParaRPr sz="1200" b="1" u="none">
              <a:solidFill>
                <a:srgbClr val="000000"/>
              </a:solidFill>
              <a:latin typeface="Arial" panose="020B0604020202090204"/>
              <a:ea typeface="Arial" panose="020B0604020202090204"/>
              <a:cs typeface="Arial" panose="020B0604020202090204"/>
            </a:endParaRPr>
          </a:p>
        </p:txBody>
      </p:sp>
      <p:sp>
        <p:nvSpPr>
          <p:cNvPr id="354" name="PlaceHolder 5"/>
          <p:cNvSpPr>
            <a:spLocks noGrp="1"/>
          </p:cNvSpPr>
          <p:nvPr>
            <p:ph type="body" idx="40" hasCustomPrompt="1"/>
          </p:nvPr>
        </p:nvSpPr>
        <p:spPr>
          <a:xfrm>
            <a:off x="1114560" y="1768320"/>
            <a:ext cx="2286720" cy="293760"/>
          </a:xfrm>
          <a:prstGeom prst="rect">
            <a:avLst/>
          </a:prstGeom>
          <a:noFill/>
          <a:ln w="0">
            <a:noFill/>
          </a:ln>
        </p:spPr>
        <p:txBody>
          <a:bodyPr lIns="64080" tIns="32040" rIns="64080" bIns="32040" anchor="ctr">
            <a:noAutofit/>
          </a:bodyPr>
          <a:lstStyle>
            <a:lvl1pPr indent="0" algn="r" defTabSz="914400">
              <a:lnSpc>
                <a:spcPct val="100000"/>
              </a:lnSpc>
              <a:buNone/>
              <a:tabLst>
                <a:tab pos="0" algn="l"/>
              </a:tabLst>
              <a:defRPr sz="1600" b="1" u="none">
                <a:solidFill>
                  <a:srgbClr val="000000"/>
                </a:solidFill>
                <a:latin typeface="Arial" panose="020B0604020202090204"/>
                <a:ea typeface="Arial" panose="020B0604020202090204"/>
                <a:cs typeface="Arial" panose="020B0604020202090204"/>
              </a:defRPr>
            </a:lvl1pPr>
          </a:lstStyle>
          <a:p>
            <a:pPr indent="0" algn="r" defTabSz="914400">
              <a:lnSpc>
                <a:spcPct val="100000"/>
              </a:lnSpc>
              <a:buNone/>
              <a:tabLst>
                <a:tab pos="0" algn="l"/>
              </a:tabLst>
            </a:pPr>
            <a:endParaRPr sz="1600" b="1" u="none">
              <a:solidFill>
                <a:srgbClr val="000000"/>
              </a:solidFill>
              <a:latin typeface="Arial" panose="020B0604020202090204"/>
              <a:ea typeface="Arial" panose="020B0604020202090204"/>
              <a:cs typeface="Arial" panose="020B0604020202090204"/>
            </a:endParaRPr>
          </a:p>
        </p:txBody>
      </p:sp>
      <p:sp>
        <p:nvSpPr>
          <p:cNvPr id="355" name="PlaceHolder 6"/>
          <p:cNvSpPr>
            <a:spLocks noGrp="1"/>
          </p:cNvSpPr>
          <p:nvPr>
            <p:ph type="body" idx="50" hasCustomPrompt="1"/>
          </p:nvPr>
        </p:nvSpPr>
        <p:spPr>
          <a:xfrm>
            <a:off x="9003960" y="3952080"/>
            <a:ext cx="2286720" cy="293760"/>
          </a:xfrm>
          <a:prstGeom prst="rect">
            <a:avLst/>
          </a:prstGeom>
          <a:noFill/>
          <a:ln w="0">
            <a:noFill/>
          </a:ln>
        </p:spPr>
        <p:txBody>
          <a:bodyPr lIns="64080" tIns="32040" rIns="64080" bIns="32040" anchor="ctr">
            <a:noAutofit/>
          </a:bodyPr>
          <a:lstStyle>
            <a:lvl1pPr indent="0" algn="l" defTabSz="914400">
              <a:lnSpc>
                <a:spcPct val="100000"/>
              </a:lnSpc>
              <a:buNone/>
              <a:tabLst>
                <a:tab pos="0" algn="l"/>
              </a:tabLst>
              <a:defRPr sz="1600" b="1" u="none">
                <a:solidFill>
                  <a:srgbClr val="000000"/>
                </a:solidFill>
                <a:latin typeface="Arial" panose="020B0604020202090204"/>
                <a:ea typeface="Arial" panose="020B0604020202090204"/>
                <a:cs typeface="Arial" panose="020B0604020202090204"/>
              </a:defRPr>
            </a:lvl1pPr>
          </a:lstStyle>
          <a:p>
            <a:pPr indent="0" algn="l" defTabSz="914400">
              <a:lnSpc>
                <a:spcPct val="100000"/>
              </a:lnSpc>
              <a:buNone/>
              <a:tabLst>
                <a:tab pos="0" algn="l"/>
              </a:tabLst>
            </a:pPr>
            <a:endParaRPr sz="1600" b="1" u="none">
              <a:solidFill>
                <a:srgbClr val="000000"/>
              </a:solidFill>
              <a:latin typeface="Arial" panose="020B0604020202090204"/>
              <a:ea typeface="Arial" panose="020B0604020202090204"/>
              <a:cs typeface="Arial" panose="020B0604020202090204"/>
            </a:endParaRPr>
          </a:p>
        </p:txBody>
      </p:sp>
      <p:sp>
        <p:nvSpPr>
          <p:cNvPr id="356" name="PlaceHolder 7"/>
          <p:cNvSpPr>
            <a:spLocks noGrp="1"/>
          </p:cNvSpPr>
          <p:nvPr>
            <p:ph type="body" idx="60" hasCustomPrompt="1"/>
          </p:nvPr>
        </p:nvSpPr>
        <p:spPr>
          <a:xfrm>
            <a:off x="9019080" y="4309200"/>
            <a:ext cx="2435400" cy="1380240"/>
          </a:xfrm>
          <a:prstGeom prst="rect">
            <a:avLst/>
          </a:prstGeom>
          <a:noFill/>
          <a:ln w="0">
            <a:noFill/>
          </a:ln>
        </p:spPr>
        <p:txBody>
          <a:bodyPr lIns="64080" tIns="32040" rIns="64080" bIns="32040" anchor="t">
            <a:noAutofit/>
          </a:bodyPr>
          <a:lstStyle>
            <a:lvl1pPr indent="0" algn="just" defTabSz="914400">
              <a:lnSpc>
                <a:spcPct val="140000"/>
              </a:lnSpc>
              <a:spcAft>
                <a:spcPts val="1200"/>
              </a:spcAft>
              <a:buNone/>
              <a:tabLst>
                <a:tab pos="0" algn="l"/>
              </a:tabLst>
              <a:defRPr sz="1200" b="0" u="none" spc="119">
                <a:solidFill>
                  <a:srgbClr val="404040"/>
                </a:solidFill>
                <a:latin typeface="Arial" panose="020B0604020202090204"/>
                <a:ea typeface="Arial" panose="020B0604020202090204"/>
                <a:cs typeface="Arial" panose="020B0604020202090204"/>
              </a:defRPr>
            </a:lvl1pPr>
          </a:lstStyle>
          <a:p>
            <a:pPr indent="0" algn="just" defTabSz="914400">
              <a:lnSpc>
                <a:spcPct val="140000"/>
              </a:lnSpc>
              <a:spcAft>
                <a:spcPts val="1200"/>
              </a:spcAft>
              <a:buNone/>
              <a:tabLst>
                <a:tab pos="0" algn="l"/>
              </a:tabLst>
            </a:pPr>
            <a:endParaRPr sz="1200" b="1" u="none">
              <a:solidFill>
                <a:srgbClr val="000000"/>
              </a:solidFill>
              <a:latin typeface="Arial" panose="020B0604020202090204"/>
              <a:ea typeface="Arial" panose="020B0604020202090204"/>
              <a:cs typeface="Arial" panose="020B0604020202090204"/>
            </a:endParaRPr>
          </a:p>
        </p:txBody>
      </p:sp>
      <p:sp>
        <p:nvSpPr>
          <p:cNvPr id="357" name="PlaceHolder 8"/>
          <p:cNvSpPr>
            <a:spLocks noGrp="1"/>
          </p:cNvSpPr>
          <p:nvPr>
            <p:ph type="body" idx="70" hasCustomPrompt="1"/>
          </p:nvPr>
        </p:nvSpPr>
        <p:spPr>
          <a:xfrm>
            <a:off x="5068440" y="3504240"/>
            <a:ext cx="2286720" cy="293760"/>
          </a:xfrm>
          <a:prstGeom prst="rect">
            <a:avLst/>
          </a:prstGeom>
          <a:noFill/>
          <a:ln w="0">
            <a:noFill/>
          </a:ln>
        </p:spPr>
        <p:txBody>
          <a:bodyPr lIns="64080" tIns="32040" rIns="64080" bIns="32040" anchor="ctr">
            <a:noAutofit/>
          </a:bodyPr>
          <a:lstStyle>
            <a:lvl1pPr marL="228600" indent="-228600" algn="ctr" defTabSz="913765">
              <a:lnSpc>
                <a:spcPct val="100000"/>
              </a:lnSpc>
              <a:buNone/>
              <a:tabLst>
                <a:tab pos="0" algn="l"/>
              </a:tabLst>
              <a:defRPr sz="1800" b="0" u="none">
                <a:solidFill>
                  <a:schemeClr val="lt1"/>
                </a:solidFill>
                <a:latin typeface="Arial" panose="020B0604020202090204"/>
                <a:ea typeface="Arial" panose="020B0604020202090204"/>
                <a:cs typeface="Arial" panose="020B0604020202090204"/>
              </a:defRPr>
            </a:lvl1pPr>
          </a:lstStyle>
          <a:p>
            <a:pPr marL="228600" indent="-228600" algn="ctr" defTabSz="913765">
              <a:lnSpc>
                <a:spcPct val="100000"/>
              </a:lnSpc>
              <a:buNone/>
              <a:tabLst>
                <a:tab pos="0" algn="l"/>
              </a:tabLst>
            </a:pPr>
            <a:endParaRPr sz="1800" b="1" u="none">
              <a:solidFill>
                <a:srgbClr val="000000"/>
              </a:solidFill>
              <a:latin typeface="Arial" panose="020B0604020202090204"/>
              <a:ea typeface="Arial" panose="020B0604020202090204"/>
              <a:cs typeface="Arial" panose="020B0604020202090204"/>
            </a:endParaRPr>
          </a:p>
        </p:txBody>
      </p:sp>
      <p:sp>
        <p:nvSpPr>
          <p:cNvPr id="358" name="PlaceHolder 9"/>
          <p:cNvSpPr>
            <a:spLocks noGrp="1"/>
          </p:cNvSpPr>
          <p:nvPr>
            <p:ph type="body" idx="80" hasCustomPrompt="1"/>
          </p:nvPr>
        </p:nvSpPr>
        <p:spPr>
          <a:xfrm>
            <a:off x="5068440" y="3798360"/>
            <a:ext cx="2286720" cy="219600"/>
          </a:xfrm>
          <a:prstGeom prst="rect">
            <a:avLst/>
          </a:prstGeom>
          <a:noFill/>
          <a:ln w="0">
            <a:noFill/>
          </a:ln>
        </p:spPr>
        <p:txBody>
          <a:bodyPr lIns="64080" tIns="32040" rIns="64080" bIns="32040" anchor="ctr">
            <a:noAutofit/>
          </a:bodyPr>
          <a:lstStyle>
            <a:lvl1pPr indent="0" algn="ctr" defTabSz="914400">
              <a:lnSpc>
                <a:spcPct val="100000"/>
              </a:lnSpc>
              <a:buNone/>
              <a:tabLst>
                <a:tab pos="0" algn="l"/>
              </a:tabLst>
              <a:defRPr sz="800" b="0" u="none">
                <a:solidFill>
                  <a:srgbClr val="FFFFFF"/>
                </a:solidFill>
                <a:latin typeface="Arial" panose="020B0604020202090204"/>
                <a:ea typeface="Arial" panose="020B0604020202090204"/>
                <a:cs typeface="Arial" panose="020B0604020202090204"/>
              </a:defRPr>
            </a:lvl1pPr>
          </a:lstStyle>
          <a:p>
            <a:pPr indent="0" algn="ctr" defTabSz="914400">
              <a:lnSpc>
                <a:spcPct val="100000"/>
              </a:lnSpc>
              <a:buNone/>
              <a:tabLst>
                <a:tab pos="0" algn="l"/>
              </a:tabLst>
            </a:pPr>
            <a:endParaRPr sz="800" b="1" u="none">
              <a:solidFill>
                <a:srgbClr val="000000"/>
              </a:solidFill>
              <a:latin typeface="Arial" panose="020B0604020202090204"/>
              <a:ea typeface="Arial" panose="020B0604020202090204"/>
              <a:cs typeface="Arial" panose="020B0604020202090204"/>
            </a:endParaRPr>
          </a:p>
        </p:txBody>
      </p:sp>
      <p:sp>
        <p:nvSpPr>
          <p:cNvPr id="359" name="PlaceHolder 10"/>
          <p:cNvSpPr>
            <a:spLocks noGrp="1"/>
          </p:cNvSpPr>
          <p:nvPr>
            <p:ph type="body" idx="90" hasCustomPrompt="1"/>
          </p:nvPr>
        </p:nvSpPr>
        <p:spPr>
          <a:xfrm>
            <a:off x="8979480" y="2133000"/>
            <a:ext cx="2435400" cy="1417680"/>
          </a:xfrm>
          <a:prstGeom prst="rect">
            <a:avLst/>
          </a:prstGeom>
          <a:noFill/>
          <a:ln w="0">
            <a:noFill/>
          </a:ln>
        </p:spPr>
        <p:txBody>
          <a:bodyPr lIns="64080" tIns="32040" rIns="64080" bIns="32040" anchor="t">
            <a:noAutofit/>
          </a:bodyPr>
          <a:lstStyle>
            <a:lvl1pPr indent="0" algn="just" defTabSz="914400">
              <a:lnSpc>
                <a:spcPct val="120000"/>
              </a:lnSpc>
              <a:buNone/>
              <a:tabLst>
                <a:tab pos="0" algn="l"/>
              </a:tabLst>
              <a:defRPr sz="1200" b="0" u="none" spc="119">
                <a:solidFill>
                  <a:srgbClr val="595959"/>
                </a:solidFill>
                <a:latin typeface="Arial" panose="020B0604020202090204"/>
                <a:ea typeface="Arial" panose="020B0604020202090204"/>
                <a:cs typeface="Arial" panose="020B0604020202090204"/>
              </a:defRPr>
            </a:lvl1pPr>
          </a:lstStyle>
          <a:p>
            <a:pPr indent="0" algn="just" defTabSz="914400">
              <a:lnSpc>
                <a:spcPct val="120000"/>
              </a:lnSpc>
              <a:buNone/>
              <a:tabLst>
                <a:tab pos="0" algn="l"/>
              </a:tabLst>
            </a:pPr>
            <a:endParaRPr sz="1200" b="1" u="none">
              <a:solidFill>
                <a:srgbClr val="000000"/>
              </a:solidFill>
              <a:latin typeface="Arial" panose="020B0604020202090204"/>
              <a:ea typeface="Arial" panose="020B0604020202090204"/>
              <a:cs typeface="Arial" panose="020B0604020202090204"/>
            </a:endParaRPr>
          </a:p>
        </p:txBody>
      </p:sp>
      <p:sp>
        <p:nvSpPr>
          <p:cNvPr id="360" name="PlaceHolder 11"/>
          <p:cNvSpPr>
            <a:spLocks noGrp="1"/>
          </p:cNvSpPr>
          <p:nvPr>
            <p:ph type="body" idx="100" hasCustomPrompt="1"/>
          </p:nvPr>
        </p:nvSpPr>
        <p:spPr>
          <a:xfrm>
            <a:off x="8964360" y="1760760"/>
            <a:ext cx="2286720" cy="308160"/>
          </a:xfrm>
          <a:prstGeom prst="rect">
            <a:avLst/>
          </a:prstGeom>
          <a:noFill/>
          <a:ln w="0">
            <a:noFill/>
          </a:ln>
        </p:spPr>
        <p:txBody>
          <a:bodyPr lIns="64080" tIns="32040" rIns="64080" bIns="32040" anchor="ctr">
            <a:spAutoFit/>
          </a:bodyPr>
          <a:lstStyle>
            <a:lvl1pPr indent="0" algn="l" defTabSz="914400">
              <a:lnSpc>
                <a:spcPct val="100000"/>
              </a:lnSpc>
              <a:buNone/>
              <a:tabLst>
                <a:tab pos="0" algn="l"/>
              </a:tabLst>
              <a:defRPr sz="1600" b="1" u="none">
                <a:solidFill>
                  <a:srgbClr val="000000"/>
                </a:solidFill>
                <a:latin typeface="Arial" panose="020B0604020202090204"/>
                <a:ea typeface="Arial" panose="020B0604020202090204"/>
                <a:cs typeface="Arial" panose="020B0604020202090204"/>
              </a:defRPr>
            </a:lvl1pPr>
          </a:lstStyle>
          <a:p>
            <a:pPr indent="0" algn="l" defTabSz="914400">
              <a:lnSpc>
                <a:spcPct val="100000"/>
              </a:lnSpc>
              <a:buNone/>
              <a:tabLst>
                <a:tab pos="0" algn="l"/>
              </a:tabLst>
            </a:pPr>
            <a:endParaRPr sz="1600" b="1" u="none">
              <a:solidFill>
                <a:srgbClr val="000000"/>
              </a:solidFill>
              <a:latin typeface="Arial" panose="020B0604020202090204"/>
              <a:ea typeface="Arial" panose="020B0604020202090204"/>
              <a:cs typeface="Arial" panose="020B0604020202090204"/>
            </a:endParaRPr>
          </a:p>
        </p:txBody>
      </p:sp>
      <p:sp>
        <p:nvSpPr>
          <p:cNvPr id="361" name="TextBox 8"/>
          <p:cNvSpPr>
            <a:spLocks noGrp="1"/>
          </p:cNvSpPr>
          <p:nvPr/>
        </p:nvSpPr>
        <p:spPr>
          <a:xfrm>
            <a:off x="499680" y="6525720"/>
            <a:ext cx="1873800" cy="216360"/>
          </a:xfrm>
          <a:custGeom>
            <a:avLst/>
            <a:gdLst>
              <a:gd name="textAreaLeft" fmla="*/ 0 w 1873800"/>
              <a:gd name="textAreaRight" fmla="*/ 1874160 w 1873800"/>
              <a:gd name="textAreaTop" fmla="*/ 0 h 216360"/>
              <a:gd name="textAreaBottom" fmla="*/ 216720 h 216360"/>
            </a:gdLst>
            <a:ahLst/>
            <a:cxnLst/>
            <a:rect l="textAreaLeft" t="textAreaTop" r="textAreaRight" b="textAreaBottom"/>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lt1"/>
              </a:solidFill>
              <a:latin typeface="钟齐志莽行书"/>
              <a:ea typeface="钟齐志莽行书"/>
              <a:cs typeface="钟齐志莽行书"/>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内容页9">
    <p:bg>
      <p:bgPr>
        <a:solidFill>
          <a:srgbClr val="FFFFFF"/>
        </a:solidFill>
        <a:effectLst/>
      </p:bgPr>
    </p:bg>
    <p:spTree>
      <p:nvGrpSpPr>
        <p:cNvPr id="1" name=""/>
        <p:cNvGrpSpPr/>
        <p:nvPr/>
      </p:nvGrpSpPr>
      <p:grpSpPr/>
      <p:pic>
        <p:nvPicPr>
          <p:cNvPr id="508"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410"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411"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412"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413"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414"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416"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417"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418"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419"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420"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421"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520" name="图片 2"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424" name="Freeform 1031"/>
          <p:cNvSpPr>
            <a:spLocks noGrp="1"/>
          </p:cNvSpPr>
          <p:nvPr/>
        </p:nvSpPr>
        <p:spPr>
          <a:xfrm>
            <a:off x="511560" y="415080"/>
            <a:ext cx="295920" cy="387360"/>
          </a:xfrm>
          <a:custGeom>
            <a:avLst/>
            <a:gdLst>
              <a:gd name="textAreaLeft" fmla="*/ 0 w 295920"/>
              <a:gd name="textAreaRight" fmla="*/ 296280 w 295920"/>
              <a:gd name="textAreaTop" fmla="*/ 0 h 387360"/>
              <a:gd name="textAreaBottom" fmla="*/ 387720 h 387360"/>
              <a:gd name="GluePoint1X" fmla="*/ 162 w 539"/>
              <a:gd name="GluePoint1Y" fmla="*/ 705 h 705"/>
              <a:gd name="GluePoint2X" fmla="*/ 0 w 539"/>
              <a:gd name="GluePoint2Y" fmla="*/ 705 h 705"/>
              <a:gd name="GluePoint3X" fmla="*/ 375 w 539"/>
              <a:gd name="GluePoint3Y" fmla="*/ 0 h 705"/>
              <a:gd name="GluePoint4X" fmla="*/ 539 w 539"/>
              <a:gd name="GluePoint4Y" fmla="*/ 0 h 705"/>
              <a:gd name="GluePoint5X" fmla="*/ 162 w 539"/>
              <a:gd name="GluePoint5Y" fmla="*/ 705 h 705"/>
            </a:gdLst>
            <a:ahLst/>
            <a:cxnLst/>
            <a:rect l="textAreaLeft" t="textAreaTop" r="textAreaRight" b="textAreaBottom"/>
            <a:pathLst>
              <a:path w="539" h="705">
                <a:moveTo>
                  <a:pt x="162" y="705"/>
                </a:moveTo>
                <a:lnTo>
                  <a:pt x="0" y="705"/>
                </a:lnTo>
                <a:lnTo>
                  <a:pt x="375" y="0"/>
                </a:lnTo>
                <a:lnTo>
                  <a:pt x="539" y="0"/>
                </a:lnTo>
                <a:lnTo>
                  <a:pt x="162" y="705"/>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425" name="Freeform 1034"/>
          <p:cNvSpPr>
            <a:spLocks noGrp="1"/>
          </p:cNvSpPr>
          <p:nvPr/>
        </p:nvSpPr>
        <p:spPr>
          <a:xfrm>
            <a:off x="435600" y="456840"/>
            <a:ext cx="185400" cy="242640"/>
          </a:xfrm>
          <a:custGeom>
            <a:avLst/>
            <a:gdLst>
              <a:gd name="textAreaLeft" fmla="*/ 0 w 185400"/>
              <a:gd name="textAreaRight" fmla="*/ 185760 w 185400"/>
              <a:gd name="textAreaTop" fmla="*/ 0 h 242640"/>
              <a:gd name="textAreaBottom" fmla="*/ 243000 h 242640"/>
              <a:gd name="GluePoint1X" fmla="*/ 102 w 338"/>
              <a:gd name="GluePoint1Y" fmla="*/ 442 h 442"/>
              <a:gd name="GluePoint2X" fmla="*/ 0 w 338"/>
              <a:gd name="GluePoint2Y" fmla="*/ 442 h 442"/>
              <a:gd name="GluePoint3X" fmla="*/ 235 w 338"/>
              <a:gd name="GluePoint3Y" fmla="*/ 0 h 442"/>
              <a:gd name="GluePoint4X" fmla="*/ 338 w 338"/>
              <a:gd name="GluePoint4Y" fmla="*/ 0 h 442"/>
              <a:gd name="GluePoint5X" fmla="*/ 102 w 338"/>
              <a:gd name="GluePoint5Y" fmla="*/ 442 h 442"/>
            </a:gdLst>
            <a:ahLst/>
            <a:cxnLst/>
            <a:rect l="textAreaLeft" t="textAreaTop" r="textAreaRight" b="textAreaBottom"/>
            <a:pathLst>
              <a:path w="338" h="442">
                <a:moveTo>
                  <a:pt x="102" y="442"/>
                </a:moveTo>
                <a:lnTo>
                  <a:pt x="0" y="442"/>
                </a:lnTo>
                <a:lnTo>
                  <a:pt x="235" y="0"/>
                </a:lnTo>
                <a:lnTo>
                  <a:pt x="338" y="0"/>
                </a:lnTo>
                <a:lnTo>
                  <a:pt x="102" y="442"/>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426" name="Freeform 1032"/>
          <p:cNvSpPr>
            <a:spLocks noGrp="1"/>
          </p:cNvSpPr>
          <p:nvPr/>
        </p:nvSpPr>
        <p:spPr>
          <a:xfrm>
            <a:off x="696240" y="572400"/>
            <a:ext cx="185400" cy="243360"/>
          </a:xfrm>
          <a:custGeom>
            <a:avLst/>
            <a:gdLst>
              <a:gd name="textAreaLeft" fmla="*/ 0 w 185400"/>
              <a:gd name="textAreaRight" fmla="*/ 185760 w 185400"/>
              <a:gd name="textAreaTop" fmla="*/ 0 h 243360"/>
              <a:gd name="textAreaBottom" fmla="*/ 243720 h 243360"/>
              <a:gd name="GluePoint1X" fmla="*/ 102 w 338"/>
              <a:gd name="GluePoint1Y" fmla="*/ 443 h 443"/>
              <a:gd name="GluePoint2X" fmla="*/ 0 w 338"/>
              <a:gd name="GluePoint2Y" fmla="*/ 443 h 443"/>
              <a:gd name="GluePoint3X" fmla="*/ 235 w 338"/>
              <a:gd name="GluePoint3Y" fmla="*/ 0 h 443"/>
              <a:gd name="GluePoint4X" fmla="*/ 338 w 338"/>
              <a:gd name="GluePoint4Y" fmla="*/ 0 h 443"/>
              <a:gd name="GluePoint5X" fmla="*/ 102 w 338"/>
              <a:gd name="GluePoint5Y" fmla="*/ 443 h 443"/>
            </a:gdLst>
            <a:ahLst/>
            <a:cxnLst/>
            <a:rect l="textAreaLeft" t="textAreaTop" r="textAreaRight" b="textAreaBottom"/>
            <a:pathLst>
              <a:path w="338" h="443">
                <a:moveTo>
                  <a:pt x="102" y="443"/>
                </a:moveTo>
                <a:lnTo>
                  <a:pt x="0" y="443"/>
                </a:lnTo>
                <a:lnTo>
                  <a:pt x="235" y="0"/>
                </a:lnTo>
                <a:lnTo>
                  <a:pt x="338" y="0"/>
                </a:lnTo>
                <a:lnTo>
                  <a:pt x="102" y="443"/>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427" name="Freeform 1033"/>
          <p:cNvSpPr>
            <a:spLocks noGrp="1"/>
          </p:cNvSpPr>
          <p:nvPr/>
        </p:nvSpPr>
        <p:spPr>
          <a:xfrm>
            <a:off x="543960" y="318960"/>
            <a:ext cx="185400" cy="242640"/>
          </a:xfrm>
          <a:custGeom>
            <a:avLst/>
            <a:gdLst>
              <a:gd name="textAreaLeft" fmla="*/ 0 w 185400"/>
              <a:gd name="textAreaRight" fmla="*/ 185760 w 185400"/>
              <a:gd name="textAreaTop" fmla="*/ 0 h 242640"/>
              <a:gd name="textAreaBottom" fmla="*/ 243000 h 242640"/>
              <a:gd name="GluePoint1X" fmla="*/ 103 w 338"/>
              <a:gd name="GluePoint1Y" fmla="*/ 442 h 442"/>
              <a:gd name="GluePoint2X" fmla="*/ 0 w 338"/>
              <a:gd name="GluePoint2Y" fmla="*/ 442 h 442"/>
              <a:gd name="GluePoint3X" fmla="*/ 236 w 338"/>
              <a:gd name="GluePoint3Y" fmla="*/ 0 h 442"/>
              <a:gd name="GluePoint4X" fmla="*/ 338 w 338"/>
              <a:gd name="GluePoint4Y" fmla="*/ 0 h 442"/>
              <a:gd name="GluePoint5X" fmla="*/ 103 w 338"/>
              <a:gd name="GluePoint5Y" fmla="*/ 442 h 442"/>
            </a:gdLst>
            <a:ahLst/>
            <a:cxnLst/>
            <a:rect l="textAreaLeft" t="textAreaTop" r="textAreaRight" b="textAreaBottom"/>
            <a:pathLst>
              <a:path w="338" h="442">
                <a:moveTo>
                  <a:pt x="103" y="442"/>
                </a:moveTo>
                <a:lnTo>
                  <a:pt x="0" y="442"/>
                </a:lnTo>
                <a:lnTo>
                  <a:pt x="236" y="0"/>
                </a:lnTo>
                <a:lnTo>
                  <a:pt x="338" y="0"/>
                </a:lnTo>
                <a:lnTo>
                  <a:pt x="103" y="442"/>
                </a:lnTo>
                <a:close/>
              </a:path>
            </a:pathLst>
          </a:custGeom>
          <a:solidFill>
            <a:schemeClr val="accent1">
              <a:alpha val="73000"/>
            </a:schemeClr>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428" name="Freeform 1029"/>
          <p:cNvSpPr>
            <a:spLocks noGrp="1"/>
          </p:cNvSpPr>
          <p:nvPr/>
        </p:nvSpPr>
        <p:spPr>
          <a:xfrm>
            <a:off x="595440" y="327240"/>
            <a:ext cx="5800320" cy="440280"/>
          </a:xfrm>
          <a:prstGeom prst="parallelogram">
            <a:avLst>
              <a:gd name="adj" fmla="val 53329"/>
            </a:avLst>
          </a:prstGeom>
          <a:gradFill rotWithShape="0">
            <a:gsLst>
              <a:gs pos="0">
                <a:srgbClr val="ED6F00">
                  <a:alpha val="9000"/>
                </a:srgbClr>
              </a:gs>
              <a:gs pos="100000">
                <a:srgbClr val="ED6F00">
                  <a:alpha val="0"/>
                </a:srgbClr>
              </a:gs>
            </a:gsLst>
            <a:lin ang="2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429" name="Freeform 1030"/>
          <p:cNvSpPr>
            <a:spLocks noGrp="1"/>
          </p:cNvSpPr>
          <p:nvPr/>
        </p:nvSpPr>
        <p:spPr>
          <a:xfrm>
            <a:off x="585360" y="327240"/>
            <a:ext cx="336600" cy="440280"/>
          </a:xfrm>
          <a:custGeom>
            <a:avLst/>
            <a:gdLst>
              <a:gd name="textAreaLeft" fmla="*/ 0 w 336600"/>
              <a:gd name="textAreaRight" fmla="*/ 336960 w 336600"/>
              <a:gd name="textAreaTop" fmla="*/ 0 h 440280"/>
              <a:gd name="textAreaBottom" fmla="*/ 440640 h 440280"/>
              <a:gd name="GluePoint1X" fmla="*/ 161 w 539"/>
              <a:gd name="GluePoint1Y" fmla="*/ 705 h 705"/>
              <a:gd name="GluePoint2X" fmla="*/ 0 w 539"/>
              <a:gd name="GluePoint2Y" fmla="*/ 705 h 705"/>
              <a:gd name="GluePoint3X" fmla="*/ 377 w 539"/>
              <a:gd name="GluePoint3Y" fmla="*/ 0 h 705"/>
              <a:gd name="GluePoint4X" fmla="*/ 539 w 539"/>
              <a:gd name="GluePoint4Y" fmla="*/ 0 h 705"/>
              <a:gd name="GluePoint5X" fmla="*/ 161 w 539"/>
              <a:gd name="GluePoint5Y" fmla="*/ 705 h 705"/>
            </a:gdLst>
            <a:ahLst/>
            <a:cxnLst/>
            <a:rect l="textAreaLeft" t="textAreaTop" r="textAreaRight" b="textAreaBottom"/>
            <a:pathLst>
              <a:path w="539" h="705">
                <a:moveTo>
                  <a:pt x="161" y="705"/>
                </a:moveTo>
                <a:lnTo>
                  <a:pt x="0" y="705"/>
                </a:lnTo>
                <a:lnTo>
                  <a:pt x="377" y="0"/>
                </a:lnTo>
                <a:lnTo>
                  <a:pt x="539" y="0"/>
                </a:lnTo>
                <a:lnTo>
                  <a:pt x="161" y="705"/>
                </a:lnTo>
                <a:close/>
              </a:path>
            </a:pathLst>
          </a:custGeom>
          <a:gradFill rotWithShape="0">
            <a:gsLst>
              <a:gs pos="26000">
                <a:srgbClr val="ED6F00"/>
              </a:gs>
              <a:gs pos="100000">
                <a:srgbClr val="FFA85B"/>
              </a:gs>
            </a:gsLst>
            <a:lin ang="162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430" name="PlaceHolder 1"/>
          <p:cNvSpPr>
            <a:spLocks noGrp="1"/>
          </p:cNvSpPr>
          <p:nvPr>
            <p:ph type="title"/>
          </p:nvPr>
        </p:nvSpPr>
        <p:spPr>
          <a:xfrm>
            <a:off x="1003680" y="364320"/>
            <a:ext cx="6845040" cy="369000"/>
          </a:xfrm>
          <a:prstGeom prst="rect">
            <a:avLst/>
          </a:prstGeom>
          <a:noFill/>
          <a:ln w="0">
            <a:noFill/>
          </a:ln>
        </p:spPr>
        <p:txBody>
          <a:bodyPr lIns="90000" tIns="45000" rIns="90000" bIns="45000" anchor="t">
            <a:normAutofit fontScale="85000" lnSpcReduction="9999"/>
          </a:bodyPr>
          <a:lstStyle>
            <a:lvl1pPr indent="0" algn="l" defTabSz="914400">
              <a:lnSpc>
                <a:spcPct val="100000"/>
              </a:lnSpc>
              <a:buNone/>
              <a:tabLst>
                <a:tab pos="0" algn="l"/>
              </a:tabLst>
              <a:defRPr sz="2400" b="1" u="none" spc="99">
                <a:solidFill>
                  <a:schemeClr val="accent1"/>
                </a:solidFill>
                <a:latin typeface="思源黑体 CN Bold"/>
                <a:ea typeface="思源黑体 CN Bold"/>
                <a:cs typeface="思源黑体 CN Bold"/>
              </a:defRPr>
            </a:lvl1pPr>
          </a:lstStyle>
          <a:p>
            <a:pPr indent="0" algn="l" defTabSz="914400">
              <a:lnSpc>
                <a:spcPct val="100000"/>
              </a:lnSpc>
              <a:buNone/>
              <a:tabLst>
                <a:tab pos="0" algn="l"/>
              </a:tabLst>
            </a:pPr>
            <a:r>
              <a:rPr sz="2400" b="1" u="none" spc="99">
                <a:solidFill>
                  <a:schemeClr val="accent1"/>
                </a:solidFill>
                <a:latin typeface="思源黑体 CN Bold"/>
                <a:ea typeface="思源黑体 CN Bold"/>
                <a:cs typeface="思源黑体 CN Bold"/>
              </a:rPr>
              <a:t>单击此处编辑母版标题样式</a:t>
            </a:r>
            <a:endParaRPr sz="2400" b="1" u="none" spc="99">
              <a:solidFill>
                <a:schemeClr val="accent1"/>
              </a:solidFill>
              <a:latin typeface="思源黑体 CN Bold"/>
              <a:ea typeface="思源黑体 CN Bold"/>
              <a:cs typeface="思源黑体 CN Bold"/>
            </a:endParaRPr>
          </a:p>
        </p:txBody>
      </p:sp>
      <p:sp>
        <p:nvSpPr>
          <p:cNvPr id="431" name="任意多边形: 形状 9"/>
          <p:cNvSpPr>
            <a:spLocks noGrp="1"/>
          </p:cNvSpPr>
          <p:nvPr/>
        </p:nvSpPr>
        <p:spPr>
          <a:xfrm>
            <a:off x="0" y="6427800"/>
            <a:ext cx="12191760" cy="429840"/>
          </a:xfrm>
          <a:custGeom>
            <a:avLst/>
            <a:gdLst>
              <a:gd name="textAreaLeft" fmla="*/ 0 w 12191760"/>
              <a:gd name="textAreaRight" fmla="*/ 12192120 w 12191760"/>
              <a:gd name="textAreaTop" fmla="*/ 0 h 429840"/>
              <a:gd name="textAreaBottom" fmla="*/ 430200 h 429840"/>
              <a:gd name="GluePoint1X" fmla="*/ 0 w 12192000"/>
              <a:gd name="GluePoint1Y" fmla="*/ 0 h 381000"/>
              <a:gd name="GluePoint2X" fmla="*/ 12192000 w 12192000"/>
              <a:gd name="GluePoint2Y" fmla="*/ 0 h 381000"/>
              <a:gd name="GluePoint3X" fmla="*/ 12192000 w 12192000"/>
              <a:gd name="GluePoint3Y" fmla="*/ 381000 h 381000"/>
              <a:gd name="GluePoint4X" fmla="*/ 0 w 12192000"/>
              <a:gd name="GluePoint4Y" fmla="*/ 381000 h 381000"/>
            </a:gdLst>
            <a:ahLst/>
            <a:cxnLst/>
            <a:rect l="textAreaLeft" t="textAreaTop" r="textAreaRight" b="textAreaBottom"/>
            <a:pathLst>
              <a:path w="12192000" h="381000">
                <a:moveTo>
                  <a:pt x="0" y="0"/>
                </a:moveTo>
                <a:lnTo>
                  <a:pt x="12192000" y="0"/>
                </a:lnTo>
                <a:lnTo>
                  <a:pt x="12192000" y="381000"/>
                </a:lnTo>
                <a:lnTo>
                  <a:pt x="0" y="381000"/>
                </a:lnTo>
                <a:close/>
              </a:path>
            </a:pathLst>
          </a:custGeom>
          <a:solidFill>
            <a:srgbClr val="ED6F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434" name="任意多边形: 形状 33"/>
          <p:cNvSpPr>
            <a:spLocks noGrp="1"/>
          </p:cNvSpPr>
          <p:nvPr/>
        </p:nvSpPr>
        <p:spPr>
          <a:xfrm>
            <a:off x="10206000" y="6556680"/>
            <a:ext cx="88200" cy="100800"/>
          </a:xfrm>
          <a:custGeom>
            <a:avLst/>
            <a:gdLst>
              <a:gd name="textAreaLeft" fmla="*/ 0 w 88200"/>
              <a:gd name="textAreaRight" fmla="*/ 88560 w 88200"/>
              <a:gd name="textAreaTop" fmla="*/ 0 h 100800"/>
              <a:gd name="textAreaBottom" fmla="*/ 101160 h 100800"/>
              <a:gd name="GluePoint1X" fmla="*/ 21465 w 53300"/>
              <a:gd name="GluePoint1Y" fmla="*/ 19954 h 60737"/>
              <a:gd name="GluePoint2X" fmla="*/ 21465 w 53300"/>
              <a:gd name="GluePoint2Y" fmla="*/ 31321 h 60737"/>
              <a:gd name="GluePoint3X" fmla="*/ 8798 w 53300"/>
              <a:gd name="GluePoint3Y" fmla="*/ 31321 h 60737"/>
              <a:gd name="GluePoint4X" fmla="*/ 8798 w 53300"/>
              <a:gd name="GluePoint4Y" fmla="*/ 19954 h 60737"/>
              <a:gd name="GluePoint5X" fmla="*/ 21465 w 53300"/>
              <a:gd name="GluePoint5Y" fmla="*/ 19954 h 60737"/>
              <a:gd name="GluePoint6X" fmla="*/ 8798 w 53300"/>
              <a:gd name="GluePoint6Y" fmla="*/ 42961 h 60737"/>
              <a:gd name="GluePoint7X" fmla="*/ 8798 w 53300"/>
              <a:gd name="GluePoint7Y" fmla="*/ 38305 h 60737"/>
              <a:gd name="GluePoint8X" fmla="*/ 21465 w 53300"/>
              <a:gd name="GluePoint8Y" fmla="*/ 38305 h 60737"/>
              <a:gd name="GluePoint9X" fmla="*/ 21465 w 53300"/>
              <a:gd name="GluePoint9Y" fmla="*/ 60738 h 60737"/>
              <a:gd name="GluePoint10X" fmla="*/ 30777 w 53300"/>
              <a:gd name="GluePoint10Y" fmla="*/ 60738 h 60737"/>
              <a:gd name="GluePoint11X" fmla="*/ 30777 w 53300"/>
              <a:gd name="GluePoint11Y" fmla="*/ 38305 h 60737"/>
              <a:gd name="GluePoint12X" fmla="*/ 43717 w 53300"/>
              <a:gd name="GluePoint12Y" fmla="*/ 38305 h 60737"/>
              <a:gd name="GluePoint13X" fmla="*/ 43717 w 53300"/>
              <a:gd name="GluePoint13Y" fmla="*/ 42175 h 60737"/>
              <a:gd name="GluePoint14X" fmla="*/ 53300 w 53300"/>
              <a:gd name="GluePoint14Y" fmla="*/ 42175 h 60737"/>
              <a:gd name="GluePoint15X" fmla="*/ 53300 w 53300"/>
              <a:gd name="GluePoint15Y" fmla="*/ 12698 h 60737"/>
              <a:gd name="GluePoint16X" fmla="*/ 30807 w 53300"/>
              <a:gd name="GluePoint16Y" fmla="*/ 12698 h 60737"/>
              <a:gd name="GluePoint17X" fmla="*/ 30807 w 53300"/>
              <a:gd name="GluePoint17Y" fmla="*/ 6228 h 60737"/>
              <a:gd name="GluePoint18X" fmla="*/ 31684 w 53300"/>
              <a:gd name="GluePoint18Y" fmla="*/ 1270 h 60737"/>
              <a:gd name="GluePoint19X" fmla="*/ 31865 w 53300"/>
              <a:gd name="GluePoint19Y" fmla="*/ 514 h 60737"/>
              <a:gd name="GluePoint20X" fmla="*/ 30112 w 53300"/>
              <a:gd name="GluePoint20Y" fmla="*/ 60 h 60737"/>
              <a:gd name="GluePoint21X" fmla="*/ 27330 w 53300"/>
              <a:gd name="GluePoint21Y" fmla="*/ 0 h 60737"/>
              <a:gd name="GluePoint22X" fmla="*/ 21223 w 53300"/>
              <a:gd name="GluePoint22Y" fmla="*/ 0 h 60737"/>
              <a:gd name="GluePoint23X" fmla="*/ 21223 w 53300"/>
              <a:gd name="GluePoint23Y" fmla="*/ 12668 h 60737"/>
              <a:gd name="GluePoint24X" fmla="*/ 0 w 53300"/>
              <a:gd name="GluePoint24Y" fmla="*/ 12668 h 60737"/>
              <a:gd name="GluePoint25X" fmla="*/ 0 w 53300"/>
              <a:gd name="GluePoint25Y" fmla="*/ 42930 h 60737"/>
              <a:gd name="GluePoint26X" fmla="*/ 8798 w 53300"/>
              <a:gd name="GluePoint26Y" fmla="*/ 42930 h 60737"/>
              <a:gd name="GluePoint27X" fmla="*/ 30777 w 53300"/>
              <a:gd name="GluePoint27Y" fmla="*/ 31321 h 60737"/>
              <a:gd name="GluePoint28X" fmla="*/ 30777 w 53300"/>
              <a:gd name="GluePoint28Y" fmla="*/ 19954 h 60737"/>
              <a:gd name="GluePoint29X" fmla="*/ 43717 w 53300"/>
              <a:gd name="GluePoint29Y" fmla="*/ 19954 h 60737"/>
              <a:gd name="GluePoint30X" fmla="*/ 43717 w 53300"/>
              <a:gd name="GluePoint30Y" fmla="*/ 31321 h 60737"/>
              <a:gd name="GluePoint31X" fmla="*/ 30777 w 53300"/>
              <a:gd name="GluePoint31Y" fmla="*/ 31321 h 60737"/>
            </a:gdLst>
            <a:ahLst/>
            <a:cxnLst/>
            <a:rect l="textAreaLeft" t="textAreaTop" r="textAreaRight" b="textAreaBottom"/>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35" name="任意多边形: 形状 34"/>
          <p:cNvSpPr>
            <a:spLocks noGrp="1"/>
          </p:cNvSpPr>
          <p:nvPr/>
        </p:nvSpPr>
        <p:spPr>
          <a:xfrm>
            <a:off x="10353240" y="6559560"/>
            <a:ext cx="89640" cy="97560"/>
          </a:xfrm>
          <a:custGeom>
            <a:avLst/>
            <a:gdLst>
              <a:gd name="textAreaLeft" fmla="*/ 0 w 89640"/>
              <a:gd name="textAreaRight" fmla="*/ 90000 w 89640"/>
              <a:gd name="textAreaTop" fmla="*/ 0 h 97560"/>
              <a:gd name="textAreaBottom" fmla="*/ 97920 h 97560"/>
              <a:gd name="GluePoint1X" fmla="*/ 45531 w 54056"/>
              <a:gd name="GluePoint1Y" fmla="*/ 48614 h 58923"/>
              <a:gd name="GluePoint2X" fmla="*/ 8284 w 54056"/>
              <a:gd name="GluePoint2Y" fmla="*/ 48614 h 58923"/>
              <a:gd name="GluePoint3X" fmla="*/ 8284 w 54056"/>
              <a:gd name="GluePoint3Y" fmla="*/ 6984 h 58923"/>
              <a:gd name="GluePoint4X" fmla="*/ 45531 w 54056"/>
              <a:gd name="GluePoint4Y" fmla="*/ 6984 h 58923"/>
              <a:gd name="GluePoint5X" fmla="*/ 45531 w 54056"/>
              <a:gd name="GluePoint5Y" fmla="*/ 48614 h 58923"/>
              <a:gd name="GluePoint6X" fmla="*/ 8284 w 54056"/>
              <a:gd name="GluePoint6Y" fmla="*/ 58893 h 58923"/>
              <a:gd name="GluePoint7X" fmla="*/ 8284 w 54056"/>
              <a:gd name="GluePoint7Y" fmla="*/ 55538 h 58923"/>
              <a:gd name="GluePoint8X" fmla="*/ 45531 w 54056"/>
              <a:gd name="GluePoint8Y" fmla="*/ 55538 h 58923"/>
              <a:gd name="GluePoint9X" fmla="*/ 45531 w 54056"/>
              <a:gd name="GluePoint9Y" fmla="*/ 58379 h 58923"/>
              <a:gd name="GluePoint10X" fmla="*/ 54056 w 54056"/>
              <a:gd name="GluePoint10Y" fmla="*/ 58379 h 58923"/>
              <a:gd name="GluePoint11X" fmla="*/ 54056 w 54056"/>
              <a:gd name="GluePoint11Y" fmla="*/ 0 h 58923"/>
              <a:gd name="GluePoint12X" fmla="*/ 0 w 54056"/>
              <a:gd name="GluePoint12Y" fmla="*/ 0 h 58923"/>
              <a:gd name="GluePoint13X" fmla="*/ 0 w 54056"/>
              <a:gd name="GluePoint13Y" fmla="*/ 58924 h 58923"/>
              <a:gd name="GluePoint14X" fmla="*/ 8284 w 54056"/>
              <a:gd name="GluePoint14Y" fmla="*/ 58924 h 58923"/>
              <a:gd name="GluePoint15X" fmla="*/ 11640 w 54056"/>
              <a:gd name="GluePoint15Y" fmla="*/ 29477 h 58923"/>
              <a:gd name="GluePoint16X" fmla="*/ 22251 w 54056"/>
              <a:gd name="GluePoint16Y" fmla="*/ 29477 h 58923"/>
              <a:gd name="GluePoint17X" fmla="*/ 22251 w 54056"/>
              <a:gd name="GluePoint17Y" fmla="*/ 38003 h 58923"/>
              <a:gd name="GluePoint18X" fmla="*/ 10098 w 54056"/>
              <a:gd name="GluePoint18Y" fmla="*/ 38003 h 58923"/>
              <a:gd name="GluePoint19X" fmla="*/ 10098 w 54056"/>
              <a:gd name="GluePoint19Y" fmla="*/ 44714 h 58923"/>
              <a:gd name="GluePoint20X" fmla="*/ 43717 w 54056"/>
              <a:gd name="GluePoint20Y" fmla="*/ 44714 h 58923"/>
              <a:gd name="GluePoint21X" fmla="*/ 43717 w 54056"/>
              <a:gd name="GluePoint21Y" fmla="*/ 38003 h 58923"/>
              <a:gd name="GluePoint22X" fmla="*/ 38819 w 54056"/>
              <a:gd name="GluePoint22Y" fmla="*/ 38003 h 58923"/>
              <a:gd name="GluePoint23X" fmla="*/ 42689 w 54056"/>
              <a:gd name="GluePoint23Y" fmla="*/ 35403 h 58923"/>
              <a:gd name="GluePoint24X" fmla="*/ 39061 w 54056"/>
              <a:gd name="GluePoint24Y" fmla="*/ 29447 h 58923"/>
              <a:gd name="GluePoint25X" fmla="*/ 42144 w 54056"/>
              <a:gd name="GluePoint25Y" fmla="*/ 29447 h 58923"/>
              <a:gd name="GluePoint26X" fmla="*/ 42144 w 54056"/>
              <a:gd name="GluePoint26Y" fmla="*/ 22977 h 58923"/>
              <a:gd name="GluePoint27X" fmla="*/ 30505 w 54056"/>
              <a:gd name="GluePoint27Y" fmla="*/ 22977 h 58923"/>
              <a:gd name="GluePoint28X" fmla="*/ 30505 w 54056"/>
              <a:gd name="GluePoint28Y" fmla="*/ 17293 h 58923"/>
              <a:gd name="GluePoint29X" fmla="*/ 43172 w 54056"/>
              <a:gd name="GluePoint29Y" fmla="*/ 17293 h 58923"/>
              <a:gd name="GluePoint30X" fmla="*/ 43172 w 54056"/>
              <a:gd name="GluePoint30Y" fmla="*/ 10823 h 58923"/>
              <a:gd name="GluePoint31X" fmla="*/ 10581 w 54056"/>
              <a:gd name="GluePoint31Y" fmla="*/ 10823 h 58923"/>
              <a:gd name="GluePoint32X" fmla="*/ 10581 w 54056"/>
              <a:gd name="GluePoint32Y" fmla="*/ 17293 h 58923"/>
              <a:gd name="GluePoint33X" fmla="*/ 22221 w 54056"/>
              <a:gd name="GluePoint33Y" fmla="*/ 17293 h 58923"/>
              <a:gd name="GluePoint34X" fmla="*/ 22221 w 54056"/>
              <a:gd name="GluePoint34Y" fmla="*/ 22977 h 58923"/>
              <a:gd name="GluePoint35X" fmla="*/ 11609 w 54056"/>
              <a:gd name="GluePoint35Y" fmla="*/ 22977 h 58923"/>
              <a:gd name="GluePoint36X" fmla="*/ 11609 w 54056"/>
              <a:gd name="GluePoint36Y" fmla="*/ 29447 h 58923"/>
              <a:gd name="GluePoint37X" fmla="*/ 35705 w 54056"/>
              <a:gd name="GluePoint37Y" fmla="*/ 38003 h 58923"/>
              <a:gd name="GluePoint38X" fmla="*/ 30535 w 54056"/>
              <a:gd name="GluePoint38Y" fmla="*/ 38003 h 58923"/>
              <a:gd name="GluePoint39X" fmla="*/ 30535 w 54056"/>
              <a:gd name="GluePoint39Y" fmla="*/ 29477 h 58923"/>
              <a:gd name="GluePoint40X" fmla="*/ 35705 w 54056"/>
              <a:gd name="GluePoint40Y" fmla="*/ 29477 h 58923"/>
              <a:gd name="GluePoint41X" fmla="*/ 31835 w 54056"/>
              <a:gd name="GluePoint41Y" fmla="*/ 32077 h 58923"/>
              <a:gd name="GluePoint42X" fmla="*/ 35705 w 54056"/>
              <a:gd name="GluePoint42Y" fmla="*/ 38033 h 58923"/>
            </a:gdLst>
            <a:ahLst/>
            <a:cxnLst/>
            <a:rect l="textAreaLeft" t="textAreaTop" r="textAreaRight" b="textAreaBottom"/>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36" name="任意多边形: 形状 35"/>
          <p:cNvSpPr>
            <a:spLocks noGrp="1"/>
          </p:cNvSpPr>
          <p:nvPr/>
        </p:nvSpPr>
        <p:spPr>
          <a:xfrm>
            <a:off x="10494720" y="6557400"/>
            <a:ext cx="102240" cy="99360"/>
          </a:xfrm>
          <a:custGeom>
            <a:avLst/>
            <a:gdLst>
              <a:gd name="textAreaLeft" fmla="*/ 0 w 102240"/>
              <a:gd name="textAreaRight" fmla="*/ 102600 w 102240"/>
              <a:gd name="textAreaTop" fmla="*/ 0 h 99360"/>
              <a:gd name="textAreaBottom" fmla="*/ 99720 h 99360"/>
              <a:gd name="GluePoint1X" fmla="*/ 45017 w 61584"/>
              <a:gd name="GluePoint1Y" fmla="*/ 13998 h 59981"/>
              <a:gd name="GluePoint2X" fmla="*/ 39061 w 61584"/>
              <a:gd name="GluePoint2Y" fmla="*/ 18654 h 59981"/>
              <a:gd name="GluePoint3X" fmla="*/ 37640 w 61584"/>
              <a:gd name="GluePoint3Y" fmla="*/ 16779 h 59981"/>
              <a:gd name="GluePoint4X" fmla="*/ 31019 w 61584"/>
              <a:gd name="GluePoint4Y" fmla="*/ 8314 h 59981"/>
              <a:gd name="GluePoint5X" fmla="*/ 37489 w 61584"/>
              <a:gd name="GluePoint5Y" fmla="*/ 3658 h 59981"/>
              <a:gd name="GluePoint6X" fmla="*/ 44986 w 61584"/>
              <a:gd name="GluePoint6Y" fmla="*/ 13998 h 59981"/>
              <a:gd name="GluePoint7X" fmla="*/ 45803 w 61584"/>
              <a:gd name="GluePoint7Y" fmla="*/ 30 h 59981"/>
              <a:gd name="GluePoint8X" fmla="*/ 51244 w 61584"/>
              <a:gd name="GluePoint8Y" fmla="*/ 30 h 59981"/>
              <a:gd name="GluePoint9X" fmla="*/ 54600 w 61584"/>
              <a:gd name="GluePoint9Y" fmla="*/ 1058 h 59981"/>
              <a:gd name="GluePoint10X" fmla="*/ 54510 w 61584"/>
              <a:gd name="GluePoint10Y" fmla="*/ 1814 h 59981"/>
              <a:gd name="GluePoint11X" fmla="*/ 54086 w 61584"/>
              <a:gd name="GluePoint11Y" fmla="*/ 5986 h 59981"/>
              <a:gd name="GluePoint12X" fmla="*/ 54086 w 61584"/>
              <a:gd name="GluePoint12Y" fmla="*/ 34949 h 59981"/>
              <a:gd name="GluePoint13X" fmla="*/ 61070 w 61584"/>
              <a:gd name="GluePoint13Y" fmla="*/ 33921 h 59981"/>
              <a:gd name="GluePoint14X" fmla="*/ 61584 w 61584"/>
              <a:gd name="GluePoint14Y" fmla="*/ 40633 h 59981"/>
              <a:gd name="GluePoint15X" fmla="*/ 54086 w 61584"/>
              <a:gd name="GluePoint15Y" fmla="*/ 41933 h 59981"/>
              <a:gd name="GluePoint16X" fmla="*/ 54086 w 61584"/>
              <a:gd name="GluePoint16Y" fmla="*/ 59982 h 59981"/>
              <a:gd name="GluePoint17X" fmla="*/ 45803 w 61584"/>
              <a:gd name="GluePoint17Y" fmla="*/ 59982 h 59981"/>
              <a:gd name="GluePoint18X" fmla="*/ 45803 w 61584"/>
              <a:gd name="GluePoint18Y" fmla="*/ 43233 h 59981"/>
              <a:gd name="GluePoint19X" fmla="*/ 26937 w 61584"/>
              <a:gd name="GluePoint19Y" fmla="*/ 46075 h 59981"/>
              <a:gd name="GluePoint20X" fmla="*/ 26151 w 61584"/>
              <a:gd name="GluePoint20Y" fmla="*/ 40391 h 59981"/>
              <a:gd name="GluePoint21X" fmla="*/ 25123 w 61584"/>
              <a:gd name="GluePoint21Y" fmla="*/ 41177 h 59981"/>
              <a:gd name="GluePoint22X" fmla="*/ 24337 w 61584"/>
              <a:gd name="GluePoint22Y" fmla="*/ 40179 h 59981"/>
              <a:gd name="GluePoint23X" fmla="*/ 20195 w 61584"/>
              <a:gd name="GluePoint23Y" fmla="*/ 34707 h 59981"/>
              <a:gd name="GluePoint24X" fmla="*/ 20195 w 61584"/>
              <a:gd name="GluePoint24Y" fmla="*/ 59468 h 59981"/>
              <a:gd name="GluePoint25X" fmla="*/ 12426 w 61584"/>
              <a:gd name="GluePoint25Y" fmla="*/ 59468 h 59981"/>
              <a:gd name="GluePoint26X" fmla="*/ 12426 w 61584"/>
              <a:gd name="GluePoint26Y" fmla="*/ 37277 h 59981"/>
              <a:gd name="GluePoint27X" fmla="*/ 10642 w 61584"/>
              <a:gd name="GluePoint27Y" fmla="*/ 40512 h 59981"/>
              <a:gd name="GluePoint28X" fmla="*/ 5170 w 61584"/>
              <a:gd name="GluePoint28Y" fmla="*/ 49703 h 59981"/>
              <a:gd name="GluePoint29X" fmla="*/ 877 w 61584"/>
              <a:gd name="GluePoint29Y" fmla="*/ 44261 h 59981"/>
              <a:gd name="GluePoint30X" fmla="*/ 0 w 61584"/>
              <a:gd name="GluePoint30Y" fmla="*/ 43233 h 59981"/>
              <a:gd name="GluePoint31X" fmla="*/ 11126 w 61584"/>
              <a:gd name="GluePoint31Y" fmla="*/ 23823 h 59981"/>
              <a:gd name="GluePoint32X" fmla="*/ 1542 w 61584"/>
              <a:gd name="GluePoint32Y" fmla="*/ 23823 h 59981"/>
              <a:gd name="GluePoint33X" fmla="*/ 1542 w 61584"/>
              <a:gd name="GluePoint33Y" fmla="*/ 17112 h 59981"/>
              <a:gd name="GluePoint34X" fmla="*/ 12395 w 61584"/>
              <a:gd name="GluePoint34Y" fmla="*/ 17112 h 59981"/>
              <a:gd name="GluePoint35X" fmla="*/ 12395 w 61584"/>
              <a:gd name="GluePoint35Y" fmla="*/ 9856 h 59981"/>
              <a:gd name="GluePoint36X" fmla="*/ 4112 w 61584"/>
              <a:gd name="GluePoint36Y" fmla="*/ 10642 h 59981"/>
              <a:gd name="GluePoint37X" fmla="*/ 1270 w 61584"/>
              <a:gd name="GluePoint37Y" fmla="*/ 4172 h 59981"/>
              <a:gd name="GluePoint38X" fmla="*/ 25335 w 61584"/>
              <a:gd name="GluePoint38Y" fmla="*/ 544 h 59981"/>
              <a:gd name="GluePoint39X" fmla="*/ 26998 w 61584"/>
              <a:gd name="GluePoint39Y" fmla="*/ 3658 h 59981"/>
              <a:gd name="GluePoint40X" fmla="*/ 28691 w 61584"/>
              <a:gd name="GluePoint40Y" fmla="*/ 6772 h 59981"/>
              <a:gd name="GluePoint41X" fmla="*/ 28993 w 61584"/>
              <a:gd name="GluePoint41Y" fmla="*/ 7800 h 59981"/>
              <a:gd name="GluePoint42X" fmla="*/ 28691 w 61584"/>
              <a:gd name="GluePoint42Y" fmla="*/ 8314 h 59981"/>
              <a:gd name="GluePoint43X" fmla="*/ 20165 w 61584"/>
              <a:gd name="GluePoint43Y" fmla="*/ 9100 h 59981"/>
              <a:gd name="GluePoint44X" fmla="*/ 20165 w 61584"/>
              <a:gd name="GluePoint44Y" fmla="*/ 17112 h 59981"/>
              <a:gd name="GluePoint45X" fmla="*/ 28963 w 61584"/>
              <a:gd name="GluePoint45Y" fmla="*/ 17112 h 59981"/>
              <a:gd name="GluePoint46X" fmla="*/ 28963 w 61584"/>
              <a:gd name="GluePoint46Y" fmla="*/ 23823 h 59981"/>
              <a:gd name="GluePoint47X" fmla="*/ 20165 w 61584"/>
              <a:gd name="GluePoint47Y" fmla="*/ 23823 h 59981"/>
              <a:gd name="GluePoint48X" fmla="*/ 20165 w 61584"/>
              <a:gd name="GluePoint48Y" fmla="*/ 29779 h 59981"/>
              <a:gd name="GluePoint49X" fmla="*/ 23793 w 61584"/>
              <a:gd name="GluePoint49Y" fmla="*/ 27179 h 59981"/>
              <a:gd name="GluePoint50X" fmla="*/ 31291 w 61584"/>
              <a:gd name="GluePoint50Y" fmla="*/ 36491 h 59981"/>
              <a:gd name="GluePoint51X" fmla="*/ 28449 w 61584"/>
              <a:gd name="GluePoint51Y" fmla="*/ 38819 h 59981"/>
              <a:gd name="GluePoint52X" fmla="*/ 45772 w 61584"/>
              <a:gd name="GluePoint52Y" fmla="*/ 36219 h 59981"/>
              <a:gd name="GluePoint53X" fmla="*/ 45772 w 61584"/>
              <a:gd name="GluePoint53Y" fmla="*/ 0 h 59981"/>
              <a:gd name="GluePoint54X" fmla="*/ 43203 w 61584"/>
              <a:gd name="GluePoint54Y" fmla="*/ 31563 h 59981"/>
              <a:gd name="GluePoint55X" fmla="*/ 36219 w 61584"/>
              <a:gd name="GluePoint55Y" fmla="*/ 34919 h 59981"/>
              <a:gd name="GluePoint56X" fmla="*/ 29749 w 61584"/>
              <a:gd name="GluePoint56Y" fmla="*/ 23521 h 59981"/>
              <a:gd name="GluePoint57X" fmla="*/ 36733 w 61584"/>
              <a:gd name="GluePoint57Y" fmla="*/ 19379 h 59981"/>
              <a:gd name="GluePoint58X" fmla="*/ 43203 w 61584"/>
              <a:gd name="GluePoint58Y" fmla="*/ 31533 h 59981"/>
            </a:gdLst>
            <a:ahLst/>
            <a:cxnLst/>
            <a:rect l="textAreaLeft" t="textAreaTop" r="textAreaRight" b="textAreaBottom"/>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37" name="任意多边形: 形状 36"/>
          <p:cNvSpPr>
            <a:spLocks noGrp="1"/>
          </p:cNvSpPr>
          <p:nvPr/>
        </p:nvSpPr>
        <p:spPr>
          <a:xfrm>
            <a:off x="10646280" y="6555960"/>
            <a:ext cx="95040" cy="101880"/>
          </a:xfrm>
          <a:custGeom>
            <a:avLst/>
            <a:gdLst>
              <a:gd name="textAreaLeft" fmla="*/ 0 w 95040"/>
              <a:gd name="textAreaRight" fmla="*/ 95400 w 95040"/>
              <a:gd name="textAreaTop" fmla="*/ 0 h 101880"/>
              <a:gd name="textAreaBottom" fmla="*/ 102240 h 101880"/>
              <a:gd name="GluePoint1X" fmla="*/ 25637 w 57442"/>
              <a:gd name="GluePoint1Y" fmla="*/ 12154 h 61463"/>
              <a:gd name="GluePoint2X" fmla="*/ 22554 w 57442"/>
              <a:gd name="GluePoint2Y" fmla="*/ 1814 h 61463"/>
              <a:gd name="GluePoint3X" fmla="*/ 24458 w 57442"/>
              <a:gd name="GluePoint3Y" fmla="*/ 1512 h 61463"/>
              <a:gd name="GluePoint4X" fmla="*/ 32137 w 57442"/>
              <a:gd name="GluePoint4Y" fmla="*/ 514 h 61463"/>
              <a:gd name="GluePoint5X" fmla="*/ 32561 w 57442"/>
              <a:gd name="GluePoint5Y" fmla="*/ 2267 h 61463"/>
              <a:gd name="GluePoint6X" fmla="*/ 34193 w 57442"/>
              <a:gd name="GluePoint6Y" fmla="*/ 10854 h 61463"/>
              <a:gd name="GluePoint7X" fmla="*/ 25668 w 57442"/>
              <a:gd name="GluePoint7Y" fmla="*/ 12154 h 61463"/>
              <a:gd name="GluePoint8X" fmla="*/ 15812 w 57442"/>
              <a:gd name="GluePoint8Y" fmla="*/ 14481 h 61463"/>
              <a:gd name="GluePoint9X" fmla="*/ 34707 w 57442"/>
              <a:gd name="GluePoint9Y" fmla="*/ 14481 h 61463"/>
              <a:gd name="GluePoint10X" fmla="*/ 42991 w 57442"/>
              <a:gd name="GluePoint10Y" fmla="*/ 0 h 61463"/>
              <a:gd name="GluePoint11X" fmla="*/ 52817 w 57442"/>
              <a:gd name="GluePoint11Y" fmla="*/ 3870 h 61463"/>
              <a:gd name="GluePoint12X" fmla="*/ 51486 w 57442"/>
              <a:gd name="GluePoint12Y" fmla="*/ 5502 h 61463"/>
              <a:gd name="GluePoint13X" fmla="*/ 49975 w 57442"/>
              <a:gd name="GluePoint13Y" fmla="*/ 6984 h 61463"/>
              <a:gd name="GluePoint14X" fmla="*/ 47707 w 57442"/>
              <a:gd name="GluePoint14Y" fmla="*/ 9765 h 61463"/>
              <a:gd name="GluePoint15X" fmla="*/ 44019 w 57442"/>
              <a:gd name="GluePoint15Y" fmla="*/ 14209 h 61463"/>
              <a:gd name="GluePoint16X" fmla="*/ 56686 w 57442"/>
              <a:gd name="GluePoint16Y" fmla="*/ 14209 h 61463"/>
              <a:gd name="GluePoint17X" fmla="*/ 56686 w 57442"/>
              <a:gd name="GluePoint17Y" fmla="*/ 28177 h 61463"/>
              <a:gd name="GluePoint18X" fmla="*/ 47889 w 57442"/>
              <a:gd name="GluePoint18Y" fmla="*/ 28177 h 61463"/>
              <a:gd name="GluePoint19X" fmla="*/ 47889 w 57442"/>
              <a:gd name="GluePoint19Y" fmla="*/ 21465 h 61463"/>
              <a:gd name="GluePoint20X" fmla="*/ 8828 w 57442"/>
              <a:gd name="GluePoint20Y" fmla="*/ 21465 h 61463"/>
              <a:gd name="GluePoint21X" fmla="*/ 8828 w 57442"/>
              <a:gd name="GluePoint21Y" fmla="*/ 28177 h 61463"/>
              <a:gd name="GluePoint22X" fmla="*/ 544 w 57442"/>
              <a:gd name="GluePoint22Y" fmla="*/ 28177 h 61463"/>
              <a:gd name="GluePoint23X" fmla="*/ 544 w 57442"/>
              <a:gd name="GluePoint23Y" fmla="*/ 14451 h 61463"/>
              <a:gd name="GluePoint24X" fmla="*/ 13212 w 57442"/>
              <a:gd name="GluePoint24Y" fmla="*/ 14451 h 61463"/>
              <a:gd name="GluePoint25X" fmla="*/ 6500 w 57442"/>
              <a:gd name="GluePoint25Y" fmla="*/ 5926 h 61463"/>
              <a:gd name="GluePoint26X" fmla="*/ 15056 w 57442"/>
              <a:gd name="GluePoint26Y" fmla="*/ 1784 h 61463"/>
              <a:gd name="GluePoint27X" fmla="*/ 21526 w 57442"/>
              <a:gd name="GluePoint27Y" fmla="*/ 11095 h 61463"/>
              <a:gd name="GluePoint28X" fmla="*/ 17082 w 57442"/>
              <a:gd name="GluePoint28Y" fmla="*/ 13756 h 61463"/>
              <a:gd name="GluePoint29X" fmla="*/ 15812 w 57442"/>
              <a:gd name="GluePoint29Y" fmla="*/ 14481 h 61463"/>
              <a:gd name="GluePoint30X" fmla="*/ 31079 w 57442"/>
              <a:gd name="GluePoint30Y" fmla="*/ 32863 h 61463"/>
              <a:gd name="GluePoint31X" fmla="*/ 10642 w 57442"/>
              <a:gd name="GluePoint31Y" fmla="*/ 32863 h 61463"/>
              <a:gd name="GluePoint32X" fmla="*/ 10642 w 57442"/>
              <a:gd name="GluePoint32Y" fmla="*/ 25879 h 61463"/>
              <a:gd name="GluePoint33X" fmla="*/ 46075 w 57442"/>
              <a:gd name="GluePoint33Y" fmla="*/ 25879 h 61463"/>
              <a:gd name="GluePoint34X" fmla="*/ 34435 w 57442"/>
              <a:gd name="GluePoint34Y" fmla="*/ 38547 h 61463"/>
              <a:gd name="GluePoint35X" fmla="*/ 34435 w 57442"/>
              <a:gd name="GluePoint35Y" fmla="*/ 39061 h 61463"/>
              <a:gd name="GluePoint36X" fmla="*/ 57442 w 57442"/>
              <a:gd name="GluePoint36Y" fmla="*/ 39061 h 61463"/>
              <a:gd name="GluePoint37X" fmla="*/ 57442 w 57442"/>
              <a:gd name="GluePoint37Y" fmla="*/ 46286 h 61463"/>
              <a:gd name="GluePoint38X" fmla="*/ 34163 w 57442"/>
              <a:gd name="GluePoint38Y" fmla="*/ 46286 h 61463"/>
              <a:gd name="GluePoint39X" fmla="*/ 34163 w 57442"/>
              <a:gd name="GluePoint39Y" fmla="*/ 54751 h 61463"/>
              <a:gd name="GluePoint40X" fmla="*/ 31896 w 57442"/>
              <a:gd name="GluePoint40Y" fmla="*/ 60072 h 61463"/>
              <a:gd name="GluePoint41X" fmla="*/ 20195 w 57442"/>
              <a:gd name="GluePoint41Y" fmla="*/ 61463 h 61463"/>
              <a:gd name="GluePoint42X" fmla="*/ 17595 w 57442"/>
              <a:gd name="GluePoint42Y" fmla="*/ 52998 h 61463"/>
              <a:gd name="GluePoint43X" fmla="*/ 18744 w 57442"/>
              <a:gd name="GluePoint43Y" fmla="*/ 52847 h 61463"/>
              <a:gd name="GluePoint44X" fmla="*/ 25335 w 57442"/>
              <a:gd name="GluePoint44Y" fmla="*/ 50156 h 61463"/>
              <a:gd name="GluePoint45X" fmla="*/ 25335 w 57442"/>
              <a:gd name="GluePoint45Y" fmla="*/ 46286 h 61463"/>
              <a:gd name="GluePoint46X" fmla="*/ 0 w 57442"/>
              <a:gd name="GluePoint46Y" fmla="*/ 46286 h 61463"/>
              <a:gd name="GluePoint47X" fmla="*/ 0 w 57442"/>
              <a:gd name="GluePoint47Y" fmla="*/ 39061 h 61463"/>
              <a:gd name="GluePoint48X" fmla="*/ 25335 w 57442"/>
              <a:gd name="GluePoint48Y" fmla="*/ 39061 h 61463"/>
              <a:gd name="GluePoint49X" fmla="*/ 25335 w 57442"/>
              <a:gd name="GluePoint49Y" fmla="*/ 36975 h 61463"/>
              <a:gd name="GluePoint50X" fmla="*/ 26484 w 57442"/>
              <a:gd name="GluePoint50Y" fmla="*/ 35342 h 61463"/>
              <a:gd name="GluePoint51X" fmla="*/ 31049 w 57442"/>
              <a:gd name="GluePoint51Y" fmla="*/ 32863 h 61463"/>
            </a:gdLst>
            <a:ahLst/>
            <a:cxnLst/>
            <a:rect l="textAreaLeft" t="textAreaTop" r="textAreaRight" b="textAreaBottom"/>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38" name="任意多边形: 形状 37"/>
          <p:cNvSpPr>
            <a:spLocks noGrp="1"/>
          </p:cNvSpPr>
          <p:nvPr/>
        </p:nvSpPr>
        <p:spPr>
          <a:xfrm>
            <a:off x="10792800" y="6556320"/>
            <a:ext cx="97920" cy="100080"/>
          </a:xfrm>
          <a:custGeom>
            <a:avLst/>
            <a:gdLst>
              <a:gd name="textAreaLeft" fmla="*/ 0 w 97920"/>
              <a:gd name="textAreaRight" fmla="*/ 98280 w 97920"/>
              <a:gd name="textAreaTop" fmla="*/ 0 h 100080"/>
              <a:gd name="textAreaBottom" fmla="*/ 100440 h 100080"/>
              <a:gd name="GluePoint1X" fmla="*/ 7770 w 58984"/>
              <a:gd name="GluePoint1Y" fmla="*/ 25093 h 60465"/>
              <a:gd name="GluePoint2X" fmla="*/ 12668 w 58984"/>
              <a:gd name="GluePoint2Y" fmla="*/ 34919 h 60465"/>
              <a:gd name="GluePoint3X" fmla="*/ 7498 w 58984"/>
              <a:gd name="GluePoint3Y" fmla="*/ 40089 h 60465"/>
              <a:gd name="GluePoint4X" fmla="*/ 7498 w 58984"/>
              <a:gd name="GluePoint4Y" fmla="*/ 9584 h 60465"/>
              <a:gd name="GluePoint5X" fmla="*/ 11367 w 58984"/>
              <a:gd name="GluePoint5Y" fmla="*/ 9584 h 60465"/>
              <a:gd name="GluePoint6X" fmla="*/ 7740 w 58984"/>
              <a:gd name="GluePoint6Y" fmla="*/ 25093 h 60465"/>
              <a:gd name="GluePoint7X" fmla="*/ 20195 w 58984"/>
              <a:gd name="GluePoint7Y" fmla="*/ 20195 h 60465"/>
              <a:gd name="GluePoint8X" fmla="*/ 24065 w 58984"/>
              <a:gd name="GluePoint8Y" fmla="*/ 20195 h 60465"/>
              <a:gd name="GluePoint9X" fmla="*/ 24065 w 58984"/>
              <a:gd name="GluePoint9Y" fmla="*/ 25365 h 60465"/>
              <a:gd name="GluePoint10X" fmla="*/ 51728 w 58984"/>
              <a:gd name="GluePoint10Y" fmla="*/ 25365 h 60465"/>
              <a:gd name="GluePoint11X" fmla="*/ 51728 w 58984"/>
              <a:gd name="GluePoint11Y" fmla="*/ 20195 h 60465"/>
              <a:gd name="GluePoint12X" fmla="*/ 55870 w 58984"/>
              <a:gd name="GluePoint12Y" fmla="*/ 20195 h 60465"/>
              <a:gd name="GluePoint13X" fmla="*/ 55870 w 58984"/>
              <a:gd name="GluePoint13Y" fmla="*/ 7256 h 60465"/>
              <a:gd name="GluePoint14X" fmla="*/ 42689 w 58984"/>
              <a:gd name="GluePoint14Y" fmla="*/ 7256 h 60465"/>
              <a:gd name="GluePoint15X" fmla="*/ 40633 w 58984"/>
              <a:gd name="GluePoint15Y" fmla="*/ 0 h 60465"/>
              <a:gd name="GluePoint16X" fmla="*/ 32107 w 58984"/>
              <a:gd name="GluePoint16Y" fmla="*/ 786 h 60465"/>
              <a:gd name="GluePoint17X" fmla="*/ 32682 w 58984"/>
              <a:gd name="GluePoint17Y" fmla="*/ 2540 h 60465"/>
              <a:gd name="GluePoint18X" fmla="*/ 34405 w 58984"/>
              <a:gd name="GluePoint18Y" fmla="*/ 7256 h 60465"/>
              <a:gd name="GluePoint19X" fmla="*/ 20195 w 58984"/>
              <a:gd name="GluePoint19Y" fmla="*/ 7256 h 60465"/>
              <a:gd name="GluePoint20X" fmla="*/ 20195 w 58984"/>
              <a:gd name="GluePoint20Y" fmla="*/ 20195 h 60465"/>
              <a:gd name="GluePoint21X" fmla="*/ 0 w 58984"/>
              <a:gd name="GluePoint21Y" fmla="*/ 60465 h 60465"/>
              <a:gd name="GluePoint22X" fmla="*/ 7498 w 58984"/>
              <a:gd name="GluePoint22Y" fmla="*/ 60465 h 60465"/>
              <a:gd name="GluePoint23X" fmla="*/ 7498 w 58984"/>
              <a:gd name="GluePoint23Y" fmla="*/ 41903 h 60465"/>
              <a:gd name="GluePoint24X" fmla="*/ 9312 w 58984"/>
              <a:gd name="GluePoint24Y" fmla="*/ 47586 h 60465"/>
              <a:gd name="GluePoint25X" fmla="*/ 19409 w 58984"/>
              <a:gd name="GluePoint25Y" fmla="*/ 36975 h 60465"/>
              <a:gd name="GluePoint26X" fmla="*/ 28207 w 58984"/>
              <a:gd name="GluePoint26Y" fmla="*/ 36975 h 60465"/>
              <a:gd name="GluePoint27X" fmla="*/ 12940 w 58984"/>
              <a:gd name="GluePoint27Y" fmla="*/ 53965 h 60465"/>
              <a:gd name="GluePoint28X" fmla="*/ 18351 w 58984"/>
              <a:gd name="GluePoint28Y" fmla="*/ 60435 h 60465"/>
              <a:gd name="GluePoint29X" fmla="*/ 32228 w 58984"/>
              <a:gd name="GluePoint29Y" fmla="*/ 51124 h 60465"/>
              <a:gd name="GluePoint30X" fmla="*/ 35433 w 58984"/>
              <a:gd name="GluePoint30Y" fmla="*/ 36975 h 60465"/>
              <a:gd name="GluePoint31X" fmla="*/ 37761 w 58984"/>
              <a:gd name="GluePoint31Y" fmla="*/ 36975 h 60465"/>
              <a:gd name="GluePoint32X" fmla="*/ 37761 w 58984"/>
              <a:gd name="GluePoint32Y" fmla="*/ 55265 h 60465"/>
              <a:gd name="GluePoint33X" fmla="*/ 42930 w 58984"/>
              <a:gd name="GluePoint33Y" fmla="*/ 59407 h 60465"/>
              <a:gd name="GluePoint34X" fmla="*/ 50942 w 58984"/>
              <a:gd name="GluePoint34Y" fmla="*/ 59407 h 60465"/>
              <a:gd name="GluePoint35X" fmla="*/ 56868 w 58984"/>
              <a:gd name="GluePoint35Y" fmla="*/ 57261 h 60465"/>
              <a:gd name="GluePoint36X" fmla="*/ 58984 w 58984"/>
              <a:gd name="GluePoint36Y" fmla="*/ 48856 h 60465"/>
              <a:gd name="GluePoint37X" fmla="*/ 51728 w 58984"/>
              <a:gd name="GluePoint37Y" fmla="*/ 46014 h 60465"/>
              <a:gd name="GluePoint38X" fmla="*/ 49400 w 58984"/>
              <a:gd name="GluePoint38Y" fmla="*/ 52484 h 60465"/>
              <a:gd name="GluePoint39X" fmla="*/ 46830 w 58984"/>
              <a:gd name="GluePoint39Y" fmla="*/ 52484 h 60465"/>
              <a:gd name="GluePoint40X" fmla="*/ 45531 w 58984"/>
              <a:gd name="GluePoint40Y" fmla="*/ 50670 h 60465"/>
              <a:gd name="GluePoint41X" fmla="*/ 45531 w 58984"/>
              <a:gd name="GluePoint41Y" fmla="*/ 36975 h 60465"/>
              <a:gd name="GluePoint42X" fmla="*/ 56928 w 58984"/>
              <a:gd name="GluePoint42Y" fmla="*/ 36975 h 60465"/>
              <a:gd name="GluePoint43X" fmla="*/ 56928 w 58984"/>
              <a:gd name="GluePoint43Y" fmla="*/ 29991 h 60465"/>
              <a:gd name="GluePoint44X" fmla="*/ 19440 w 58984"/>
              <a:gd name="GluePoint44Y" fmla="*/ 29991 h 60465"/>
              <a:gd name="GluePoint45X" fmla="*/ 19440 w 58984"/>
              <a:gd name="GluePoint45Y" fmla="*/ 35161 h 60465"/>
              <a:gd name="GluePoint46X" fmla="*/ 15298 w 58984"/>
              <a:gd name="GluePoint46Y" fmla="*/ 23763 h 60465"/>
              <a:gd name="GluePoint47X" fmla="*/ 16507 w 58984"/>
              <a:gd name="GluePoint47Y" fmla="*/ 17323 h 60465"/>
              <a:gd name="GluePoint48X" fmla="*/ 19168 w 58984"/>
              <a:gd name="GluePoint48Y" fmla="*/ 3054 h 60465"/>
              <a:gd name="GluePoint49X" fmla="*/ 30 w 58984"/>
              <a:gd name="GluePoint49Y" fmla="*/ 3054 h 60465"/>
              <a:gd name="GluePoint50X" fmla="*/ 30 w 58984"/>
              <a:gd name="GluePoint50Y" fmla="*/ 60405 h 60465"/>
              <a:gd name="GluePoint51X" fmla="*/ 27935 w 58984"/>
              <a:gd name="GluePoint51Y" fmla="*/ 18895 h 60465"/>
              <a:gd name="GluePoint52X" fmla="*/ 27935 w 58984"/>
              <a:gd name="GluePoint52Y" fmla="*/ 13726 h 60465"/>
              <a:gd name="GluePoint53X" fmla="*/ 47344 w 58984"/>
              <a:gd name="GluePoint53Y" fmla="*/ 13726 h 60465"/>
              <a:gd name="GluePoint54X" fmla="*/ 47344 w 58984"/>
              <a:gd name="GluePoint54Y" fmla="*/ 18895 h 60465"/>
              <a:gd name="GluePoint55X" fmla="*/ 27935 w 58984"/>
              <a:gd name="GluePoint55Y" fmla="*/ 18895 h 60465"/>
            </a:gdLst>
            <a:ahLst/>
            <a:cxnLst/>
            <a:rect l="textAreaLeft" t="textAreaTop" r="textAreaRight" b="textAreaBottom"/>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39" name="任意多边形: 形状 38"/>
          <p:cNvSpPr>
            <a:spLocks noGrp="1"/>
          </p:cNvSpPr>
          <p:nvPr/>
        </p:nvSpPr>
        <p:spPr>
          <a:xfrm>
            <a:off x="10939320" y="6556320"/>
            <a:ext cx="100440" cy="101520"/>
          </a:xfrm>
          <a:custGeom>
            <a:avLst/>
            <a:gdLst>
              <a:gd name="textAreaLeft" fmla="*/ 0 w 100440"/>
              <a:gd name="textAreaRight" fmla="*/ 100800 w 100440"/>
              <a:gd name="textAreaTop" fmla="*/ 0 h 101520"/>
              <a:gd name="textAreaBottom" fmla="*/ 101880 h 101520"/>
              <a:gd name="GluePoint1X" fmla="*/ 242 w 60525"/>
              <a:gd name="GluePoint1Y" fmla="*/ 14754 h 61221"/>
              <a:gd name="GluePoint2X" fmla="*/ 242 w 60525"/>
              <a:gd name="GluePoint2Y" fmla="*/ 8284 h 61221"/>
              <a:gd name="GluePoint3X" fmla="*/ 8767 w 60525"/>
              <a:gd name="GluePoint3Y" fmla="*/ 8284 h 61221"/>
              <a:gd name="GluePoint4X" fmla="*/ 9040 w 60525"/>
              <a:gd name="GluePoint4Y" fmla="*/ 7407 h 61221"/>
              <a:gd name="GluePoint5X" fmla="*/ 11126 w 60525"/>
              <a:gd name="GluePoint5Y" fmla="*/ 0 h 61221"/>
              <a:gd name="GluePoint6X" fmla="*/ 19651 w 60525"/>
              <a:gd name="GluePoint6Y" fmla="*/ 2600 h 61221"/>
              <a:gd name="GluePoint7X" fmla="*/ 16809 w 60525"/>
              <a:gd name="GluePoint7Y" fmla="*/ 8284 h 61221"/>
              <a:gd name="GluePoint8X" fmla="*/ 28207 w 60525"/>
              <a:gd name="GluePoint8Y" fmla="*/ 8284 h 61221"/>
              <a:gd name="GluePoint9X" fmla="*/ 28207 w 60525"/>
              <a:gd name="GluePoint9Y" fmla="*/ 14754 h 61221"/>
              <a:gd name="GluePoint10X" fmla="*/ 14512 w 60525"/>
              <a:gd name="GluePoint10Y" fmla="*/ 14754 h 61221"/>
              <a:gd name="GluePoint11X" fmla="*/ 13061 w 60525"/>
              <a:gd name="GluePoint11Y" fmla="*/ 18382 h 61221"/>
              <a:gd name="GluePoint12X" fmla="*/ 9614 w 60525"/>
              <a:gd name="GluePoint12Y" fmla="*/ 27179 h 61221"/>
              <a:gd name="GluePoint13X" fmla="*/ 13756 w 60525"/>
              <a:gd name="GluePoint13Y" fmla="*/ 27179 h 61221"/>
              <a:gd name="GluePoint14X" fmla="*/ 13756 w 60525"/>
              <a:gd name="GluePoint14Y" fmla="*/ 17868 h 61221"/>
              <a:gd name="GluePoint15X" fmla="*/ 15298 w 60525"/>
              <a:gd name="GluePoint15Y" fmla="*/ 17868 h 61221"/>
              <a:gd name="GluePoint16X" fmla="*/ 19984 w 60525"/>
              <a:gd name="GluePoint16Y" fmla="*/ 18019 h 61221"/>
              <a:gd name="GluePoint17X" fmla="*/ 21495 w 60525"/>
              <a:gd name="GluePoint17Y" fmla="*/ 18623 h 61221"/>
              <a:gd name="GluePoint18X" fmla="*/ 21405 w 60525"/>
              <a:gd name="GluePoint18Y" fmla="*/ 19833 h 61221"/>
              <a:gd name="GluePoint19X" fmla="*/ 20981 w 60525"/>
              <a:gd name="GluePoint19Y" fmla="*/ 24065 h 61221"/>
              <a:gd name="GluePoint20X" fmla="*/ 20981 w 60525"/>
              <a:gd name="GluePoint20Y" fmla="*/ 27179 h 61221"/>
              <a:gd name="GluePoint21X" fmla="*/ 28479 w 60525"/>
              <a:gd name="GluePoint21Y" fmla="*/ 27179 h 61221"/>
              <a:gd name="GluePoint22X" fmla="*/ 28479 w 60525"/>
              <a:gd name="GluePoint22Y" fmla="*/ 33649 h 61221"/>
              <a:gd name="GluePoint23X" fmla="*/ 20981 w 60525"/>
              <a:gd name="GluePoint23Y" fmla="*/ 33649 h 61221"/>
              <a:gd name="GluePoint24X" fmla="*/ 20981 w 60525"/>
              <a:gd name="GluePoint24Y" fmla="*/ 39091 h 61221"/>
              <a:gd name="GluePoint25X" fmla="*/ 30535 w 60525"/>
              <a:gd name="GluePoint25Y" fmla="*/ 38063 h 61221"/>
              <a:gd name="GluePoint26X" fmla="*/ 30535 w 60525"/>
              <a:gd name="GluePoint26Y" fmla="*/ 44775 h 61221"/>
              <a:gd name="GluePoint27X" fmla="*/ 20981 w 60525"/>
              <a:gd name="GluePoint27Y" fmla="*/ 45803 h 61221"/>
              <a:gd name="GluePoint28X" fmla="*/ 20981 w 60525"/>
              <a:gd name="GluePoint28Y" fmla="*/ 59952 h 61221"/>
              <a:gd name="GluePoint29X" fmla="*/ 13726 w 60525"/>
              <a:gd name="GluePoint29Y" fmla="*/ 59952 h 61221"/>
              <a:gd name="GluePoint30X" fmla="*/ 13726 w 60525"/>
              <a:gd name="GluePoint30Y" fmla="*/ 47072 h 61221"/>
              <a:gd name="GluePoint31X" fmla="*/ 1814 w 60525"/>
              <a:gd name="GluePoint31Y" fmla="*/ 49672 h 61221"/>
              <a:gd name="GluePoint32X" fmla="*/ 0 w 60525"/>
              <a:gd name="GluePoint32Y" fmla="*/ 40875 h 61221"/>
              <a:gd name="GluePoint33X" fmla="*/ 13695 w 60525"/>
              <a:gd name="GluePoint33Y" fmla="*/ 39847 h 61221"/>
              <a:gd name="GluePoint34X" fmla="*/ 13695 w 60525"/>
              <a:gd name="GluePoint34Y" fmla="*/ 33921 h 61221"/>
              <a:gd name="GluePoint35X" fmla="*/ 13030 w 60525"/>
              <a:gd name="GluePoint35Y" fmla="*/ 33921 h 61221"/>
              <a:gd name="GluePoint36X" fmla="*/ 2600 w 60525"/>
              <a:gd name="GluePoint36Y" fmla="*/ 34919 h 61221"/>
              <a:gd name="GluePoint37X" fmla="*/ 514 w 60525"/>
              <a:gd name="GluePoint37Y" fmla="*/ 27421 h 61221"/>
              <a:gd name="GluePoint38X" fmla="*/ 1330 w 60525"/>
              <a:gd name="GluePoint38Y" fmla="*/ 26544 h 61221"/>
              <a:gd name="GluePoint39X" fmla="*/ 2086 w 60525"/>
              <a:gd name="GluePoint39Y" fmla="*/ 25879 h 61221"/>
              <a:gd name="GluePoint40X" fmla="*/ 5442 w 60525"/>
              <a:gd name="GluePoint40Y" fmla="*/ 18654 h 61221"/>
              <a:gd name="GluePoint41X" fmla="*/ 6742 w 60525"/>
              <a:gd name="GluePoint41Y" fmla="*/ 14754 h 61221"/>
              <a:gd name="GluePoint42X" fmla="*/ 272 w 60525"/>
              <a:gd name="GluePoint42Y" fmla="*/ 14754 h 61221"/>
              <a:gd name="GluePoint43X" fmla="*/ 37217 w 60525"/>
              <a:gd name="GluePoint43Y" fmla="*/ 28449 h 61221"/>
              <a:gd name="GluePoint44X" fmla="*/ 37217 w 60525"/>
              <a:gd name="GluePoint44Y" fmla="*/ 20437 h 61221"/>
              <a:gd name="GluePoint45X" fmla="*/ 41630 w 60525"/>
              <a:gd name="GluePoint45Y" fmla="*/ 20437 h 61221"/>
              <a:gd name="GluePoint46X" fmla="*/ 46286 w 60525"/>
              <a:gd name="GluePoint46Y" fmla="*/ 21737 h 61221"/>
              <a:gd name="GluePoint47X" fmla="*/ 46165 w 60525"/>
              <a:gd name="GluePoint47Y" fmla="*/ 22584 h 61221"/>
              <a:gd name="GluePoint48X" fmla="*/ 45772 w 60525"/>
              <a:gd name="GluePoint48Y" fmla="*/ 26907 h 61221"/>
              <a:gd name="GluePoint49X" fmla="*/ 45772 w 60525"/>
              <a:gd name="GluePoint49Y" fmla="*/ 28449 h 61221"/>
              <a:gd name="GluePoint50X" fmla="*/ 60526 w 60525"/>
              <a:gd name="GluePoint50Y" fmla="*/ 53300 h 61221"/>
              <a:gd name="GluePoint51X" fmla="*/ 53542 w 60525"/>
              <a:gd name="GluePoint51Y" fmla="*/ 60465 h 61221"/>
              <a:gd name="GluePoint52X" fmla="*/ 42417 w 60525"/>
              <a:gd name="GluePoint52Y" fmla="*/ 44744 h 61221"/>
              <a:gd name="GluePoint53X" fmla="*/ 29749 w 60525"/>
              <a:gd name="GluePoint53Y" fmla="*/ 61221 h 61221"/>
              <a:gd name="GluePoint54X" fmla="*/ 22765 w 60525"/>
              <a:gd name="GluePoint54Y" fmla="*/ 55538 h 61221"/>
              <a:gd name="GluePoint55X" fmla="*/ 37247 w 60525"/>
              <a:gd name="GluePoint55Y" fmla="*/ 28419 h 61221"/>
              <a:gd name="GluePoint56X" fmla="*/ 38758 w 60525"/>
              <a:gd name="GluePoint56Y" fmla="*/ 10884 h 61221"/>
              <a:gd name="GluePoint57X" fmla="*/ 59710 w 60525"/>
              <a:gd name="GluePoint57Y" fmla="*/ 10884 h 61221"/>
              <a:gd name="GluePoint58X" fmla="*/ 56596 w 60525"/>
              <a:gd name="GluePoint58Y" fmla="*/ 24851 h 61221"/>
              <a:gd name="GluePoint59X" fmla="*/ 48312 w 60525"/>
              <a:gd name="GluePoint59Y" fmla="*/ 24337 h 61221"/>
              <a:gd name="GluePoint60X" fmla="*/ 49854 w 60525"/>
              <a:gd name="GluePoint60Y" fmla="*/ 18140 h 61221"/>
              <a:gd name="GluePoint61X" fmla="*/ 36128 w 60525"/>
              <a:gd name="GluePoint61Y" fmla="*/ 18140 h 61221"/>
              <a:gd name="GluePoint62X" fmla="*/ 32258 w 60525"/>
              <a:gd name="GluePoint62Y" fmla="*/ 25879 h 61221"/>
              <a:gd name="GluePoint63X" fmla="*/ 24488 w 60525"/>
              <a:gd name="GluePoint63Y" fmla="*/ 23037 h 61221"/>
              <a:gd name="GluePoint64X" fmla="*/ 33286 w 60525"/>
              <a:gd name="GluePoint64Y" fmla="*/ 30 h 61221"/>
              <a:gd name="GluePoint65X" fmla="*/ 39877 w 60525"/>
              <a:gd name="GluePoint65Y" fmla="*/ 1905 h 61221"/>
              <a:gd name="GluePoint66X" fmla="*/ 43112 w 60525"/>
              <a:gd name="GluePoint66Y" fmla="*/ 2872 h 61221"/>
              <a:gd name="GluePoint67X" fmla="*/ 38698 w 60525"/>
              <a:gd name="GluePoint67Y" fmla="*/ 10884 h 61221"/>
            </a:gdLst>
            <a:ahLst/>
            <a:cxnLst/>
            <a:rect l="textAreaLeft" t="textAreaTop" r="textAreaRight" b="textAreaBottom"/>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40" name="任意多边形: 形状 39"/>
          <p:cNvSpPr>
            <a:spLocks noGrp="1"/>
          </p:cNvSpPr>
          <p:nvPr/>
        </p:nvSpPr>
        <p:spPr>
          <a:xfrm>
            <a:off x="11086200" y="6557040"/>
            <a:ext cx="101880" cy="100080"/>
          </a:xfrm>
          <a:custGeom>
            <a:avLst/>
            <a:gdLst>
              <a:gd name="textAreaLeft" fmla="*/ 0 w 101880"/>
              <a:gd name="textAreaRight" fmla="*/ 102240 w 101880"/>
              <a:gd name="textAreaTop" fmla="*/ 0 h 100080"/>
              <a:gd name="textAreaBottom" fmla="*/ 100440 h 100080"/>
              <a:gd name="GluePoint1X" fmla="*/ 17868 w 61553"/>
              <a:gd name="GluePoint1Y" fmla="*/ 16007 h 60479"/>
              <a:gd name="GluePoint2X" fmla="*/ 17868 w 61553"/>
              <a:gd name="GluePoint2Y" fmla="*/ 59663 h 60479"/>
              <a:gd name="GluePoint3X" fmla="*/ 9856 w 61553"/>
              <a:gd name="GluePoint3Y" fmla="*/ 59663 h 60479"/>
              <a:gd name="GluePoint4X" fmla="*/ 9856 w 61553"/>
              <a:gd name="GluePoint4Y" fmla="*/ 30761 h 60479"/>
              <a:gd name="GluePoint5X" fmla="*/ 5714 w 61553"/>
              <a:gd name="GluePoint5Y" fmla="*/ 36202 h 60479"/>
              <a:gd name="GluePoint6X" fmla="*/ 5654 w 61553"/>
              <a:gd name="GluePoint6Y" fmla="*/ 36323 h 60479"/>
              <a:gd name="GluePoint7X" fmla="*/ 5442 w 61553"/>
              <a:gd name="GluePoint7Y" fmla="*/ 36202 h 60479"/>
              <a:gd name="GluePoint8X" fmla="*/ 0 w 61553"/>
              <a:gd name="GluePoint8Y" fmla="*/ 31305 h 60479"/>
              <a:gd name="GluePoint9X" fmla="*/ 0 w 61553"/>
              <a:gd name="GluePoint9Y" fmla="*/ 31063 h 60479"/>
              <a:gd name="GluePoint10X" fmla="*/ 12668 w 61553"/>
              <a:gd name="GluePoint10Y" fmla="*/ 14 h 60479"/>
              <a:gd name="GluePoint11X" fmla="*/ 21465 w 61553"/>
              <a:gd name="GluePoint11Y" fmla="*/ 2100 h 60479"/>
              <a:gd name="GluePoint12X" fmla="*/ 22251 w 61553"/>
              <a:gd name="GluePoint12Y" fmla="*/ 3400 h 60479"/>
              <a:gd name="GluePoint13X" fmla="*/ 21647 w 61553"/>
              <a:gd name="GluePoint13Y" fmla="*/ 5123 h 60479"/>
              <a:gd name="GluePoint14X" fmla="*/ 17868 w 61553"/>
              <a:gd name="GluePoint14Y" fmla="*/ 16098 h 60479"/>
              <a:gd name="GluePoint15X" fmla="*/ 32077 w 61553"/>
              <a:gd name="GluePoint15Y" fmla="*/ 13437 h 60479"/>
              <a:gd name="GluePoint16X" fmla="*/ 37247 w 61553"/>
              <a:gd name="GluePoint16Y" fmla="*/ 13437 h 60479"/>
              <a:gd name="GluePoint17X" fmla="*/ 37247 w 61553"/>
              <a:gd name="GluePoint17Y" fmla="*/ 226 h 60479"/>
              <a:gd name="GluePoint18X" fmla="*/ 40089 w 61553"/>
              <a:gd name="GluePoint18Y" fmla="*/ 226 h 60479"/>
              <a:gd name="GluePoint19X" fmla="*/ 44956 w 61553"/>
              <a:gd name="GluePoint19Y" fmla="*/ 407 h 60479"/>
              <a:gd name="GluePoint20X" fmla="*/ 46317 w 61553"/>
              <a:gd name="GluePoint20Y" fmla="*/ 1253 h 60479"/>
              <a:gd name="GluePoint21X" fmla="*/ 46135 w 61553"/>
              <a:gd name="GluePoint21Y" fmla="*/ 2977 h 60479"/>
              <a:gd name="GluePoint22X" fmla="*/ 45531 w 61553"/>
              <a:gd name="GluePoint22Y" fmla="*/ 5667 h 60479"/>
              <a:gd name="GluePoint23X" fmla="*/ 45531 w 61553"/>
              <a:gd name="GluePoint23Y" fmla="*/ 13437 h 60479"/>
              <a:gd name="GluePoint24X" fmla="*/ 58198 w 61553"/>
              <a:gd name="GluePoint24Y" fmla="*/ 13437 h 60479"/>
              <a:gd name="GluePoint25X" fmla="*/ 58198 w 61553"/>
              <a:gd name="GluePoint25Y" fmla="*/ 20421 h 60479"/>
              <a:gd name="GluePoint26X" fmla="*/ 45531 w 61553"/>
              <a:gd name="GluePoint26Y" fmla="*/ 20421 h 60479"/>
              <a:gd name="GluePoint27X" fmla="*/ 45531 w 61553"/>
              <a:gd name="GluePoint27Y" fmla="*/ 31819 h 60479"/>
              <a:gd name="GluePoint28X" fmla="*/ 61554 w 61553"/>
              <a:gd name="GluePoint28Y" fmla="*/ 31819 h 60479"/>
              <a:gd name="GluePoint29X" fmla="*/ 61554 w 61553"/>
              <a:gd name="GluePoint29Y" fmla="*/ 39075 h 60479"/>
              <a:gd name="GluePoint30X" fmla="*/ 45531 w 61553"/>
              <a:gd name="GluePoint30Y" fmla="*/ 39075 h 60479"/>
              <a:gd name="GluePoint31X" fmla="*/ 45531 w 61553"/>
              <a:gd name="GluePoint31Y" fmla="*/ 60479 h 60479"/>
              <a:gd name="GluePoint32X" fmla="*/ 37519 w 61553"/>
              <a:gd name="GluePoint32Y" fmla="*/ 60479 h 60479"/>
              <a:gd name="GluePoint33X" fmla="*/ 37519 w 61553"/>
              <a:gd name="GluePoint33Y" fmla="*/ 39075 h 60479"/>
              <a:gd name="GluePoint34X" fmla="*/ 19923 w 61553"/>
              <a:gd name="GluePoint34Y" fmla="*/ 39075 h 60479"/>
              <a:gd name="GluePoint35X" fmla="*/ 19923 w 61553"/>
              <a:gd name="GluePoint35Y" fmla="*/ 31819 h 60479"/>
              <a:gd name="GluePoint36X" fmla="*/ 37519 w 61553"/>
              <a:gd name="GluePoint36Y" fmla="*/ 31819 h 60479"/>
              <a:gd name="GluePoint37X" fmla="*/ 37519 w 61553"/>
              <a:gd name="GluePoint37Y" fmla="*/ 20421 h 60479"/>
              <a:gd name="GluePoint38X" fmla="*/ 30293 w 61553"/>
              <a:gd name="GluePoint38Y" fmla="*/ 20421 h 60479"/>
              <a:gd name="GluePoint39X" fmla="*/ 26423 w 61553"/>
              <a:gd name="GluePoint39Y" fmla="*/ 29733 h 60479"/>
              <a:gd name="GluePoint40X" fmla="*/ 19682 w 61553"/>
              <a:gd name="GluePoint40Y" fmla="*/ 27163 h 60479"/>
              <a:gd name="GluePoint41X" fmla="*/ 25879 w 61553"/>
              <a:gd name="GluePoint41Y" fmla="*/ 5426 h 60479"/>
              <a:gd name="GluePoint42X" fmla="*/ 33105 w 61553"/>
              <a:gd name="GluePoint42Y" fmla="*/ 6967 h 60479"/>
              <a:gd name="GluePoint43X" fmla="*/ 33861 w 61553"/>
              <a:gd name="GluePoint43Y" fmla="*/ 7270 h 60479"/>
              <a:gd name="GluePoint44X" fmla="*/ 33649 w 61553"/>
              <a:gd name="GluePoint44Y" fmla="*/ 8267 h 60479"/>
              <a:gd name="GluePoint45X" fmla="*/ 32954 w 61553"/>
              <a:gd name="GluePoint45Y" fmla="*/ 10565 h 60479"/>
              <a:gd name="GluePoint46X" fmla="*/ 32077 w 61553"/>
              <a:gd name="GluePoint46Y" fmla="*/ 13437 h 60479"/>
            </a:gdLst>
            <a:ahLst/>
            <a:cxnLst/>
            <a:rect l="textAreaLeft" t="textAreaTop" r="textAreaRight" b="textAreaBottom"/>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41" name="任意多边形: 形状 40"/>
          <p:cNvSpPr>
            <a:spLocks noGrp="1"/>
          </p:cNvSpPr>
          <p:nvPr/>
        </p:nvSpPr>
        <p:spPr>
          <a:xfrm>
            <a:off x="11233800" y="6560640"/>
            <a:ext cx="102960" cy="96480"/>
          </a:xfrm>
          <a:custGeom>
            <a:avLst/>
            <a:gdLst>
              <a:gd name="textAreaLeft" fmla="*/ 0 w 102960"/>
              <a:gd name="textAreaRight" fmla="*/ 103320 w 102960"/>
              <a:gd name="textAreaTop" fmla="*/ 0 h 96480"/>
              <a:gd name="textAreaBottom" fmla="*/ 96840 h 96480"/>
              <a:gd name="GluePoint1X" fmla="*/ 41389 w 62067"/>
              <a:gd name="GluePoint1Y" fmla="*/ 23037 h 58137"/>
              <a:gd name="GluePoint2X" fmla="*/ 41389 w 62067"/>
              <a:gd name="GluePoint2Y" fmla="*/ 6742 h 58137"/>
              <a:gd name="GluePoint3X" fmla="*/ 46558 w 62067"/>
              <a:gd name="GluePoint3Y" fmla="*/ 6742 h 58137"/>
              <a:gd name="GluePoint4X" fmla="*/ 46558 w 62067"/>
              <a:gd name="GluePoint4Y" fmla="*/ 23037 h 58137"/>
              <a:gd name="GluePoint5X" fmla="*/ 41389 w 62067"/>
              <a:gd name="GluePoint5Y" fmla="*/ 23037 h 58137"/>
              <a:gd name="GluePoint6X" fmla="*/ 1300 w 62067"/>
              <a:gd name="GluePoint6Y" fmla="*/ 8526 h 58137"/>
              <a:gd name="GluePoint7X" fmla="*/ 9312 w 62067"/>
              <a:gd name="GluePoint7Y" fmla="*/ 8526 h 58137"/>
              <a:gd name="GluePoint8X" fmla="*/ 0 w 62067"/>
              <a:gd name="GluePoint8Y" fmla="*/ 30505 h 58137"/>
              <a:gd name="GluePoint9X" fmla="*/ 2419 w 62067"/>
              <a:gd name="GluePoint9Y" fmla="*/ 34133 h 58137"/>
              <a:gd name="GluePoint10X" fmla="*/ 4656 w 62067"/>
              <a:gd name="GluePoint10Y" fmla="*/ 37489 h 58137"/>
              <a:gd name="GluePoint11X" fmla="*/ 6984 w 62067"/>
              <a:gd name="GluePoint11Y" fmla="*/ 34889 h 58137"/>
              <a:gd name="GluePoint12X" fmla="*/ 6984 w 62067"/>
              <a:gd name="GluePoint12Y" fmla="*/ 51396 h 58137"/>
              <a:gd name="GluePoint13X" fmla="*/ 14240 w 62067"/>
              <a:gd name="GluePoint13Y" fmla="*/ 51396 h 58137"/>
              <a:gd name="GluePoint14X" fmla="*/ 14240 w 62067"/>
              <a:gd name="GluePoint14Y" fmla="*/ 45500 h 58137"/>
              <a:gd name="GluePoint15X" fmla="*/ 19137 w 62067"/>
              <a:gd name="GluePoint15Y" fmla="*/ 45500 h 58137"/>
              <a:gd name="GluePoint16X" fmla="*/ 19137 w 62067"/>
              <a:gd name="GluePoint16Y" fmla="*/ 47586 h 58137"/>
              <a:gd name="GluePoint17X" fmla="*/ 26877 w 62067"/>
              <a:gd name="GluePoint17Y" fmla="*/ 47586 h 58137"/>
              <a:gd name="GluePoint18X" fmla="*/ 26877 w 62067"/>
              <a:gd name="GluePoint18Y" fmla="*/ 29991 h 58137"/>
              <a:gd name="GluePoint19X" fmla="*/ 33347 w 62067"/>
              <a:gd name="GluePoint19Y" fmla="*/ 29991 h 58137"/>
              <a:gd name="GluePoint20X" fmla="*/ 33347 w 62067"/>
              <a:gd name="GluePoint20Y" fmla="*/ 31533 h 58137"/>
              <a:gd name="GluePoint21X" fmla="*/ 22221 w 62067"/>
              <a:gd name="GluePoint21Y" fmla="*/ 52696 h 58137"/>
              <a:gd name="GluePoint22X" fmla="*/ 29961 w 62067"/>
              <a:gd name="GluePoint22Y" fmla="*/ 58138 h 58137"/>
              <a:gd name="GluePoint23X" fmla="*/ 41086 w 62067"/>
              <a:gd name="GluePoint23Y" fmla="*/ 31049 h 58137"/>
              <a:gd name="GluePoint24X" fmla="*/ 41086 w 62067"/>
              <a:gd name="GluePoint24Y" fmla="*/ 30021 h 58137"/>
              <a:gd name="GluePoint25X" fmla="*/ 46528 w 62067"/>
              <a:gd name="GluePoint25Y" fmla="*/ 30021 h 58137"/>
              <a:gd name="GluePoint26X" fmla="*/ 46528 w 62067"/>
              <a:gd name="GluePoint26Y" fmla="*/ 57896 h 58137"/>
              <a:gd name="GluePoint27X" fmla="*/ 54812 w 62067"/>
              <a:gd name="GluePoint27Y" fmla="*/ 57896 h 58137"/>
              <a:gd name="GluePoint28X" fmla="*/ 54812 w 62067"/>
              <a:gd name="GluePoint28Y" fmla="*/ 30021 h 58137"/>
              <a:gd name="GluePoint29X" fmla="*/ 62068 w 62067"/>
              <a:gd name="GluePoint29Y" fmla="*/ 30021 h 58137"/>
              <a:gd name="GluePoint30X" fmla="*/ 62068 w 62067"/>
              <a:gd name="GluePoint30Y" fmla="*/ 22765 h 58137"/>
              <a:gd name="GluePoint31X" fmla="*/ 54812 w 62067"/>
              <a:gd name="GluePoint31Y" fmla="*/ 22765 h 58137"/>
              <a:gd name="GluePoint32X" fmla="*/ 54812 w 62067"/>
              <a:gd name="GluePoint32Y" fmla="*/ 6984 h 58137"/>
              <a:gd name="GluePoint33X" fmla="*/ 59740 w 62067"/>
              <a:gd name="GluePoint33Y" fmla="*/ 6984 h 58137"/>
              <a:gd name="GluePoint34X" fmla="*/ 59740 w 62067"/>
              <a:gd name="GluePoint34Y" fmla="*/ 0 h 58137"/>
              <a:gd name="GluePoint35X" fmla="*/ 27663 w 62067"/>
              <a:gd name="GluePoint35Y" fmla="*/ 0 h 58137"/>
              <a:gd name="GluePoint36X" fmla="*/ 27663 w 62067"/>
              <a:gd name="GluePoint36Y" fmla="*/ 1542 h 58137"/>
              <a:gd name="GluePoint37X" fmla="*/ 1270 w 62067"/>
              <a:gd name="GluePoint37Y" fmla="*/ 1542 h 58137"/>
              <a:gd name="GluePoint38X" fmla="*/ 1270 w 62067"/>
              <a:gd name="GluePoint38Y" fmla="*/ 8526 h 58137"/>
              <a:gd name="GluePoint39X" fmla="*/ 17081 w 62067"/>
              <a:gd name="GluePoint39Y" fmla="*/ 10914 h 58137"/>
              <a:gd name="GluePoint40X" fmla="*/ 17595 w 62067"/>
              <a:gd name="GluePoint40Y" fmla="*/ 8526 h 58137"/>
              <a:gd name="GluePoint41X" fmla="*/ 28207 w 62067"/>
              <a:gd name="GluePoint41Y" fmla="*/ 8526 h 58137"/>
              <a:gd name="GluePoint42X" fmla="*/ 28207 w 62067"/>
              <a:gd name="GluePoint42Y" fmla="*/ 6984 h 58137"/>
              <a:gd name="GluePoint43X" fmla="*/ 33377 w 62067"/>
              <a:gd name="GluePoint43Y" fmla="*/ 6984 h 58137"/>
              <a:gd name="GluePoint44X" fmla="*/ 33377 w 62067"/>
              <a:gd name="GluePoint44Y" fmla="*/ 23007 h 58137"/>
              <a:gd name="GluePoint45X" fmla="*/ 26907 w 62067"/>
              <a:gd name="GluePoint45Y" fmla="*/ 23007 h 58137"/>
              <a:gd name="GluePoint46X" fmla="*/ 26907 w 62067"/>
              <a:gd name="GluePoint46Y" fmla="*/ 18351 h 58137"/>
              <a:gd name="GluePoint47X" fmla="*/ 15026 w 62067"/>
              <a:gd name="GluePoint47Y" fmla="*/ 18351 h 58137"/>
              <a:gd name="GluePoint48X" fmla="*/ 17081 w 62067"/>
              <a:gd name="GluePoint48Y" fmla="*/ 10914 h 58137"/>
              <a:gd name="GluePoint49X" fmla="*/ 19168 w 62067"/>
              <a:gd name="GluePoint49Y" fmla="*/ 25093 h 58137"/>
              <a:gd name="GluePoint50X" fmla="*/ 19168 w 62067"/>
              <a:gd name="GluePoint50Y" fmla="*/ 39333 h 58137"/>
              <a:gd name="GluePoint51X" fmla="*/ 14270 w 62067"/>
              <a:gd name="GluePoint51Y" fmla="*/ 39333 h 58137"/>
              <a:gd name="GluePoint52X" fmla="*/ 14270 w 62067"/>
              <a:gd name="GluePoint52Y" fmla="*/ 25093 h 58137"/>
              <a:gd name="GluePoint53X" fmla="*/ 19168 w 62067"/>
              <a:gd name="GluePoint53Y" fmla="*/ 25093 h 58137"/>
            </a:gdLst>
            <a:ahLst/>
            <a:cxnLst/>
            <a:rect l="textAreaLeft" t="textAreaTop" r="textAreaRight" b="textAreaBottom"/>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42" name="任意多边形: 形状 41"/>
          <p:cNvSpPr>
            <a:spLocks noGrp="1"/>
          </p:cNvSpPr>
          <p:nvPr/>
        </p:nvSpPr>
        <p:spPr>
          <a:xfrm>
            <a:off x="11384280" y="6557040"/>
            <a:ext cx="97560" cy="100440"/>
          </a:xfrm>
          <a:custGeom>
            <a:avLst/>
            <a:gdLst>
              <a:gd name="textAreaLeft" fmla="*/ 0 w 97560"/>
              <a:gd name="textAreaRight" fmla="*/ 97920 w 97560"/>
              <a:gd name="textAreaTop" fmla="*/ 0 h 100440"/>
              <a:gd name="textAreaBottom" fmla="*/ 100800 h 100440"/>
              <a:gd name="GluePoint1X" fmla="*/ 33347 w 58953"/>
              <a:gd name="GluePoint1Y" fmla="*/ 6845 h 60598"/>
              <a:gd name="GluePoint2X" fmla="*/ 55084 w 58953"/>
              <a:gd name="GluePoint2Y" fmla="*/ 6845 h 60598"/>
              <a:gd name="GluePoint3X" fmla="*/ 55084 w 58953"/>
              <a:gd name="GluePoint3Y" fmla="*/ 19271 h 60598"/>
              <a:gd name="GluePoint4X" fmla="*/ 46800 w 58953"/>
              <a:gd name="GluePoint4Y" fmla="*/ 19271 h 60598"/>
              <a:gd name="GluePoint5X" fmla="*/ 46800 w 58953"/>
              <a:gd name="GluePoint5Y" fmla="*/ 13829 h 60598"/>
              <a:gd name="GluePoint6X" fmla="*/ 10340 w 58953"/>
              <a:gd name="GluePoint6Y" fmla="*/ 13829 h 60598"/>
              <a:gd name="GluePoint7X" fmla="*/ 10340 w 58953"/>
              <a:gd name="GluePoint7Y" fmla="*/ 19785 h 60598"/>
              <a:gd name="GluePoint8X" fmla="*/ 2328 w 58953"/>
              <a:gd name="GluePoint8Y" fmla="*/ 19785 h 60598"/>
              <a:gd name="GluePoint9X" fmla="*/ 2328 w 58953"/>
              <a:gd name="GluePoint9Y" fmla="*/ 6845 h 60598"/>
              <a:gd name="GluePoint10X" fmla="*/ 24579 w 58953"/>
              <a:gd name="GluePoint10Y" fmla="*/ 6845 h 60598"/>
              <a:gd name="GluePoint11X" fmla="*/ 22765 w 58953"/>
              <a:gd name="GluePoint11Y" fmla="*/ 375 h 60598"/>
              <a:gd name="GluePoint12X" fmla="*/ 27814 w 58953"/>
              <a:gd name="GluePoint12Y" fmla="*/ 43 h 60598"/>
              <a:gd name="GluePoint13X" fmla="*/ 31472 w 58953"/>
              <a:gd name="GluePoint13Y" fmla="*/ 13 h 60598"/>
              <a:gd name="GluePoint14X" fmla="*/ 32863 w 58953"/>
              <a:gd name="GluePoint14Y" fmla="*/ 103 h 60598"/>
              <a:gd name="GluePoint15X" fmla="*/ 33044 w 58953"/>
              <a:gd name="GluePoint15Y" fmla="*/ 2220 h 60598"/>
              <a:gd name="GluePoint16X" fmla="*/ 33347 w 58953"/>
              <a:gd name="GluePoint16Y" fmla="*/ 6845 h 60598"/>
              <a:gd name="GluePoint17X" fmla="*/ 8284 w 58953"/>
              <a:gd name="GluePoint17Y" fmla="*/ 31666 h 60598"/>
              <a:gd name="GluePoint18X" fmla="*/ 2086 w 58953"/>
              <a:gd name="GluePoint18Y" fmla="*/ 26496 h 60598"/>
              <a:gd name="GluePoint19X" fmla="*/ 19168 w 58953"/>
              <a:gd name="GluePoint19Y" fmla="*/ 14343 h 60598"/>
              <a:gd name="GluePoint20X" fmla="*/ 26393 w 58953"/>
              <a:gd name="GluePoint20Y" fmla="*/ 18757 h 60598"/>
              <a:gd name="GluePoint21X" fmla="*/ 25879 w 58953"/>
              <a:gd name="GluePoint21Y" fmla="*/ 20208 h 60598"/>
              <a:gd name="GluePoint22X" fmla="*/ 25365 w 58953"/>
              <a:gd name="GluePoint22Y" fmla="*/ 20571 h 60598"/>
              <a:gd name="GluePoint23X" fmla="*/ 8284 w 58953"/>
              <a:gd name="GluePoint23Y" fmla="*/ 31696 h 60598"/>
              <a:gd name="GluePoint24X" fmla="*/ 54056 w 58953"/>
              <a:gd name="GluePoint24Y" fmla="*/ 26496 h 60598"/>
              <a:gd name="GluePoint25X" fmla="*/ 47858 w 58953"/>
              <a:gd name="GluePoint25Y" fmla="*/ 32694 h 60598"/>
              <a:gd name="GluePoint26X" fmla="*/ 32379 w 58953"/>
              <a:gd name="GluePoint26Y" fmla="*/ 21629 h 60598"/>
              <a:gd name="GluePoint27X" fmla="*/ 30263 w 58953"/>
              <a:gd name="GluePoint27Y" fmla="*/ 20268 h 60598"/>
              <a:gd name="GluePoint28X" fmla="*/ 36219 w 58953"/>
              <a:gd name="GluePoint28Y" fmla="*/ 15099 h 60598"/>
              <a:gd name="GluePoint29X" fmla="*/ 54056 w 58953"/>
              <a:gd name="GluePoint29Y" fmla="*/ 26466 h 60598"/>
              <a:gd name="GluePoint30X" fmla="*/ 29749 w 58953"/>
              <a:gd name="GluePoint30Y" fmla="*/ 31908 h 60598"/>
              <a:gd name="GluePoint31X" fmla="*/ 43444 w 58953"/>
              <a:gd name="GluePoint31Y" fmla="*/ 31908 h 60598"/>
              <a:gd name="GluePoint32X" fmla="*/ 43444 w 58953"/>
              <a:gd name="GluePoint32Y" fmla="*/ 49262 h 60598"/>
              <a:gd name="GluePoint33X" fmla="*/ 43717 w 58953"/>
              <a:gd name="GluePoint33Y" fmla="*/ 51166 h 60598"/>
              <a:gd name="GluePoint34X" fmla="*/ 44744 w 58953"/>
              <a:gd name="GluePoint34Y" fmla="*/ 51590 h 60598"/>
              <a:gd name="GluePoint35X" fmla="*/ 47344 w 58953"/>
              <a:gd name="GluePoint35Y" fmla="*/ 51590 h 60598"/>
              <a:gd name="GluePoint36X" fmla="*/ 49763 w 58953"/>
              <a:gd name="GluePoint36Y" fmla="*/ 50592 h 60598"/>
              <a:gd name="GluePoint37X" fmla="*/ 50428 w 58953"/>
              <a:gd name="GluePoint37Y" fmla="*/ 45120 h 60598"/>
              <a:gd name="GluePoint38X" fmla="*/ 58954 w 58953"/>
              <a:gd name="GluePoint38Y" fmla="*/ 47720 h 60598"/>
              <a:gd name="GluePoint39X" fmla="*/ 57170 w 58953"/>
              <a:gd name="GluePoint39Y" fmla="*/ 56971 h 60598"/>
              <a:gd name="GluePoint40X" fmla="*/ 51456 w 58953"/>
              <a:gd name="GluePoint40Y" fmla="*/ 59027 h 60598"/>
              <a:gd name="GluePoint41X" fmla="*/ 42144 w 58953"/>
              <a:gd name="GluePoint41Y" fmla="*/ 59027 h 60598"/>
              <a:gd name="GluePoint42X" fmla="*/ 36310 w 58953"/>
              <a:gd name="GluePoint42Y" fmla="*/ 58120 h 60598"/>
              <a:gd name="GluePoint43X" fmla="*/ 35372 w 58953"/>
              <a:gd name="GluePoint43Y" fmla="*/ 56820 h 60598"/>
              <a:gd name="GluePoint44X" fmla="*/ 35161 w 58953"/>
              <a:gd name="GluePoint44Y" fmla="*/ 54371 h 60598"/>
              <a:gd name="GluePoint45X" fmla="*/ 35161 w 58953"/>
              <a:gd name="GluePoint45Y" fmla="*/ 38922 h 60598"/>
              <a:gd name="GluePoint46X" fmla="*/ 28449 w 58953"/>
              <a:gd name="GluePoint46Y" fmla="*/ 38922 h 60598"/>
              <a:gd name="GluePoint47X" fmla="*/ 5412 w 58953"/>
              <a:gd name="GluePoint47Y" fmla="*/ 60599 h 60598"/>
              <a:gd name="GluePoint48X" fmla="*/ 0 w 58953"/>
              <a:gd name="GluePoint48Y" fmla="*/ 52890 h 60598"/>
              <a:gd name="GluePoint49X" fmla="*/ 19651 w 58953"/>
              <a:gd name="GluePoint49Y" fmla="*/ 39194 h 60598"/>
              <a:gd name="GluePoint50X" fmla="*/ 5170 w 58953"/>
              <a:gd name="GluePoint50Y" fmla="*/ 39194 h 60598"/>
              <a:gd name="GluePoint51X" fmla="*/ 5170 w 58953"/>
              <a:gd name="GluePoint51Y" fmla="*/ 32210 h 60598"/>
              <a:gd name="GluePoint52X" fmla="*/ 20951 w 58953"/>
              <a:gd name="GluePoint52Y" fmla="*/ 32210 h 60598"/>
              <a:gd name="GluePoint53X" fmla="*/ 21344 w 58953"/>
              <a:gd name="GluePoint53Y" fmla="*/ 28068 h 60598"/>
              <a:gd name="GluePoint54X" fmla="*/ 21737 w 58953"/>
              <a:gd name="GluePoint54Y" fmla="*/ 23927 h 60598"/>
              <a:gd name="GluePoint55X" fmla="*/ 31563 w 58953"/>
              <a:gd name="GluePoint55Y" fmla="*/ 24713 h 60598"/>
              <a:gd name="GluePoint56X" fmla="*/ 31140 w 58953"/>
              <a:gd name="GluePoint56Y" fmla="*/ 26375 h 60598"/>
              <a:gd name="GluePoint57X" fmla="*/ 29749 w 58953"/>
              <a:gd name="GluePoint57Y" fmla="*/ 31969 h 60598"/>
            </a:gdLst>
            <a:ahLst/>
            <a:cxnLst/>
            <a:rect l="textAreaLeft" t="textAreaTop" r="textAreaRight" b="textAreaBottom"/>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43" name="任意多边形: 形状 42"/>
          <p:cNvSpPr>
            <a:spLocks noGrp="1"/>
          </p:cNvSpPr>
          <p:nvPr/>
        </p:nvSpPr>
        <p:spPr>
          <a:xfrm>
            <a:off x="11530440" y="6557040"/>
            <a:ext cx="100800" cy="99720"/>
          </a:xfrm>
          <a:custGeom>
            <a:avLst/>
            <a:gdLst>
              <a:gd name="textAreaLeft" fmla="*/ 0 w 100800"/>
              <a:gd name="textAreaRight" fmla="*/ 101160 w 100800"/>
              <a:gd name="textAreaTop" fmla="*/ 0 h 99720"/>
              <a:gd name="textAreaBottom" fmla="*/ 100080 h 99720"/>
              <a:gd name="GluePoint1X" fmla="*/ 20165 w 60798"/>
              <a:gd name="GluePoint1Y" fmla="*/ 23793 h 60193"/>
              <a:gd name="GluePoint2X" fmla="*/ 20165 w 60798"/>
              <a:gd name="GluePoint2Y" fmla="*/ 33105 h 60193"/>
              <a:gd name="GluePoint3X" fmla="*/ 13181 w 60798"/>
              <a:gd name="GluePoint3Y" fmla="*/ 33105 h 60193"/>
              <a:gd name="GluePoint4X" fmla="*/ 13181 w 60798"/>
              <a:gd name="GluePoint4Y" fmla="*/ 23793 h 60193"/>
              <a:gd name="GluePoint5X" fmla="*/ 20165 w 60798"/>
              <a:gd name="GluePoint5Y" fmla="*/ 23793 h 60193"/>
              <a:gd name="GluePoint6X" fmla="*/ 30505 w 60798"/>
              <a:gd name="GluePoint6Y" fmla="*/ 8526 h 60193"/>
              <a:gd name="GluePoint7X" fmla="*/ 26756 w 60798"/>
              <a:gd name="GluePoint7Y" fmla="*/ 1935 h 60193"/>
              <a:gd name="GluePoint8X" fmla="*/ 25607 w 60798"/>
              <a:gd name="GluePoint8Y" fmla="*/ 0 h 60193"/>
              <a:gd name="GluePoint9X" fmla="*/ 5170 w 60798"/>
              <a:gd name="GluePoint9Y" fmla="*/ 4656 h 60193"/>
              <a:gd name="GluePoint10X" fmla="*/ 5170 w 60798"/>
              <a:gd name="GluePoint10Y" fmla="*/ 35433 h 60193"/>
              <a:gd name="GluePoint11X" fmla="*/ 4112 w 60798"/>
              <a:gd name="GluePoint11Y" fmla="*/ 45047 h 60193"/>
              <a:gd name="GluePoint12X" fmla="*/ 0 w 60798"/>
              <a:gd name="GluePoint12Y" fmla="*/ 55296 h 60193"/>
              <a:gd name="GluePoint13X" fmla="*/ 6470 w 60798"/>
              <a:gd name="GluePoint13Y" fmla="*/ 60193 h 60193"/>
              <a:gd name="GluePoint14X" fmla="*/ 12940 w 60798"/>
              <a:gd name="GluePoint14Y" fmla="*/ 39575 h 60193"/>
              <a:gd name="GluePoint15X" fmla="*/ 20195 w 60798"/>
              <a:gd name="GluePoint15Y" fmla="*/ 39575 h 60193"/>
              <a:gd name="GluePoint16X" fmla="*/ 20195 w 60798"/>
              <a:gd name="GluePoint16Y" fmla="*/ 41903 h 60193"/>
              <a:gd name="GluePoint17X" fmla="*/ 28479 w 60798"/>
              <a:gd name="GluePoint17Y" fmla="*/ 41903 h 60193"/>
              <a:gd name="GluePoint18X" fmla="*/ 28479 w 60798"/>
              <a:gd name="GluePoint18Y" fmla="*/ 16809 h 60193"/>
              <a:gd name="GluePoint19X" fmla="*/ 13212 w 60798"/>
              <a:gd name="GluePoint19Y" fmla="*/ 16809 h 60193"/>
              <a:gd name="GluePoint20X" fmla="*/ 13212 w 60798"/>
              <a:gd name="GluePoint20Y" fmla="*/ 10612 h 60193"/>
              <a:gd name="GluePoint21X" fmla="*/ 30535 w 60798"/>
              <a:gd name="GluePoint21Y" fmla="*/ 8526 h 60193"/>
              <a:gd name="GluePoint22X" fmla="*/ 52877 w 60798"/>
              <a:gd name="GluePoint22Y" fmla="*/ 9705 h 60193"/>
              <a:gd name="GluePoint23X" fmla="*/ 60254 w 60798"/>
              <a:gd name="GluePoint23Y" fmla="*/ 9312 h 60193"/>
              <a:gd name="GluePoint24X" fmla="*/ 55084 w 60798"/>
              <a:gd name="GluePoint24Y" fmla="*/ 514 h 60193"/>
              <a:gd name="GluePoint25X" fmla="*/ 32319 w 60798"/>
              <a:gd name="GluePoint25Y" fmla="*/ 4142 h 60193"/>
              <a:gd name="GluePoint26X" fmla="*/ 32319 w 60798"/>
              <a:gd name="GluePoint26Y" fmla="*/ 28963 h 60193"/>
              <a:gd name="GluePoint27X" fmla="*/ 29719 w 60798"/>
              <a:gd name="GluePoint27Y" fmla="*/ 43898 h 60193"/>
              <a:gd name="GluePoint28X" fmla="*/ 20437 w 60798"/>
              <a:gd name="GluePoint28Y" fmla="*/ 55296 h 60193"/>
              <a:gd name="GluePoint29X" fmla="*/ 28721 w 60798"/>
              <a:gd name="GluePoint29Y" fmla="*/ 59710 h 60193"/>
              <a:gd name="GluePoint30X" fmla="*/ 40361 w 60798"/>
              <a:gd name="GluePoint30Y" fmla="*/ 33135 h 60193"/>
              <a:gd name="GluePoint31X" fmla="*/ 40361 w 60798"/>
              <a:gd name="GluePoint31Y" fmla="*/ 26665 h 60193"/>
              <a:gd name="GluePoint32X" fmla="*/ 45803 w 60798"/>
              <a:gd name="GluePoint32Y" fmla="*/ 26665 h 60193"/>
              <a:gd name="GluePoint33X" fmla="*/ 45803 w 60798"/>
              <a:gd name="GluePoint33Y" fmla="*/ 59710 h 60193"/>
              <a:gd name="GluePoint34X" fmla="*/ 54328 w 60798"/>
              <a:gd name="GluePoint34Y" fmla="*/ 59710 h 60193"/>
              <a:gd name="GluePoint35X" fmla="*/ 54328 w 60798"/>
              <a:gd name="GluePoint35Y" fmla="*/ 26665 h 60193"/>
              <a:gd name="GluePoint36X" fmla="*/ 60798 w 60798"/>
              <a:gd name="GluePoint36Y" fmla="*/ 26665 h 60193"/>
              <a:gd name="GluePoint37X" fmla="*/ 60798 w 60798"/>
              <a:gd name="GluePoint37Y" fmla="*/ 19440 h 60193"/>
              <a:gd name="GluePoint38X" fmla="*/ 40603 w 60798"/>
              <a:gd name="GluePoint38Y" fmla="*/ 19440 h 60193"/>
              <a:gd name="GluePoint39X" fmla="*/ 40603 w 60798"/>
              <a:gd name="GluePoint39Y" fmla="*/ 10400 h 60193"/>
              <a:gd name="GluePoint40X" fmla="*/ 52907 w 60798"/>
              <a:gd name="GluePoint40Y" fmla="*/ 9765 h 60193"/>
            </a:gdLst>
            <a:ahLst/>
            <a:cxnLst/>
            <a:rect l="textAreaLeft" t="textAreaTop" r="textAreaRight" b="textAreaBottom"/>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45" name="任意多边形: 形状 44"/>
          <p:cNvSpPr>
            <a:spLocks noGrp="1"/>
          </p:cNvSpPr>
          <p:nvPr/>
        </p:nvSpPr>
        <p:spPr>
          <a:xfrm>
            <a:off x="10208160" y="6684120"/>
            <a:ext cx="7920" cy="44280"/>
          </a:xfrm>
          <a:custGeom>
            <a:avLst/>
            <a:gdLst>
              <a:gd name="textAreaLeft" fmla="*/ 0 w 7920"/>
              <a:gd name="textAreaRight" fmla="*/ 8280 w 7920"/>
              <a:gd name="textAreaTop" fmla="*/ 0 h 44280"/>
              <a:gd name="textAreaBottom" fmla="*/ 44640 h 44280"/>
              <a:gd name="GluePoint1X" fmla="*/ 4898 w 4897"/>
              <a:gd name="GluePoint1Y" fmla="*/ 0 h 26816"/>
              <a:gd name="GluePoint2X" fmla="*/ 4898 w 4897"/>
              <a:gd name="GluePoint2Y" fmla="*/ 26816 h 26816"/>
              <a:gd name="GluePoint3X" fmla="*/ 0 w 4897"/>
              <a:gd name="GluePoint3Y" fmla="*/ 26816 h 26816"/>
              <a:gd name="GluePoint4X" fmla="*/ 0 w 4897"/>
              <a:gd name="GluePoint4Y" fmla="*/ 0 h 26816"/>
              <a:gd name="GluePoint5X" fmla="*/ 4898 w 4897"/>
              <a:gd name="GluePoint5Y" fmla="*/ 0 h 26816"/>
            </a:gdLst>
            <a:ahLst/>
            <a:cxnLst/>
            <a:rect l="textAreaLeft" t="textAreaTop" r="textAreaRight" b="textAreaBottom"/>
            <a:pathLst>
              <a:path w="4897" h="26816">
                <a:moveTo>
                  <a:pt x="4898" y="0"/>
                </a:moveTo>
                <a:lnTo>
                  <a:pt x="4898" y="26816"/>
                </a:lnTo>
                <a:lnTo>
                  <a:pt x="0" y="26816"/>
                </a:lnTo>
                <a:lnTo>
                  <a:pt x="0" y="0"/>
                </a:lnTo>
                <a:lnTo>
                  <a:pt x="489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46" name="任意多边形: 形状 45"/>
          <p:cNvSpPr>
            <a:spLocks noGrp="1"/>
          </p:cNvSpPr>
          <p:nvPr/>
        </p:nvSpPr>
        <p:spPr>
          <a:xfrm>
            <a:off x="1022508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47" name="任意多边形: 形状 46"/>
          <p:cNvSpPr>
            <a:spLocks noGrp="1"/>
          </p:cNvSpPr>
          <p:nvPr/>
        </p:nvSpPr>
        <p:spPr>
          <a:xfrm>
            <a:off x="10261080" y="6695640"/>
            <a:ext cx="22680" cy="33120"/>
          </a:xfrm>
          <a:custGeom>
            <a:avLst/>
            <a:gdLst>
              <a:gd name="textAreaLeft" fmla="*/ 0 w 22680"/>
              <a:gd name="textAreaRight" fmla="*/ 23040 w 22680"/>
              <a:gd name="textAreaTop" fmla="*/ 0 h 33120"/>
              <a:gd name="textAreaBottom" fmla="*/ 33480 h 33120"/>
              <a:gd name="GluePoint1X" fmla="*/ 96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48" name="任意多边形: 形状 47"/>
          <p:cNvSpPr>
            <a:spLocks noGrp="1"/>
          </p:cNvSpPr>
          <p:nvPr/>
        </p:nvSpPr>
        <p:spPr>
          <a:xfrm>
            <a:off x="1028772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5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49" name="任意多边形: 形状 48"/>
          <p:cNvSpPr>
            <a:spLocks noGrp="1"/>
          </p:cNvSpPr>
          <p:nvPr/>
        </p:nvSpPr>
        <p:spPr>
          <a:xfrm>
            <a:off x="1031328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87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50" name="任意多边形: 形状 49"/>
          <p:cNvSpPr>
            <a:spLocks noGrp="1"/>
          </p:cNvSpPr>
          <p:nvPr/>
        </p:nvSpPr>
        <p:spPr>
          <a:xfrm>
            <a:off x="1032768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8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51" name="任意多边形: 形状 50"/>
          <p:cNvSpPr>
            <a:spLocks noGrp="1"/>
          </p:cNvSpPr>
          <p:nvPr/>
        </p:nvSpPr>
        <p:spPr>
          <a:xfrm>
            <a:off x="10353960" y="6696360"/>
            <a:ext cx="28800" cy="32400"/>
          </a:xfrm>
          <a:custGeom>
            <a:avLst/>
            <a:gdLst>
              <a:gd name="textAreaLeft" fmla="*/ 0 w 28800"/>
              <a:gd name="textAreaRight" fmla="*/ 29160 w 28800"/>
              <a:gd name="textAreaTop" fmla="*/ 0 h 32400"/>
              <a:gd name="textAreaBottom" fmla="*/ 32760 h 32400"/>
              <a:gd name="GluePoint1X" fmla="*/ 17444 w 17595"/>
              <a:gd name="GluePoint1Y" fmla="*/ 13544 h 19772"/>
              <a:gd name="GluePoint2X" fmla="*/ 17595 w 17595"/>
              <a:gd name="GluePoint2Y" fmla="*/ 19349 h 19772"/>
              <a:gd name="GluePoint3X" fmla="*/ 13302 w 17595"/>
              <a:gd name="GluePoint3Y" fmla="*/ 19349 h 19772"/>
              <a:gd name="GluePoint4X" fmla="*/ 13061 w 17595"/>
              <a:gd name="GluePoint4Y" fmla="*/ 16416 h 19772"/>
              <a:gd name="GluePoint5X" fmla="*/ 12940 w 17595"/>
              <a:gd name="GluePoint5Y" fmla="*/ 16416 h 19772"/>
              <a:gd name="GluePoint6X" fmla="*/ 6742 w 17595"/>
              <a:gd name="GluePoint6Y" fmla="*/ 19772 h 19772"/>
              <a:gd name="GluePoint7X" fmla="*/ 0 w 17595"/>
              <a:gd name="GluePoint7Y" fmla="*/ 11337 h 19772"/>
              <a:gd name="GluePoint8X" fmla="*/ 0 w 17595"/>
              <a:gd name="GluePoint8Y" fmla="*/ 0 h 19772"/>
              <a:gd name="GluePoint9X" fmla="*/ 4898 w 17595"/>
              <a:gd name="GluePoint9Y" fmla="*/ 0 h 19772"/>
              <a:gd name="GluePoint10X" fmla="*/ 4898 w 17595"/>
              <a:gd name="GluePoint10Y" fmla="*/ 10551 h 19772"/>
              <a:gd name="GluePoint11X" fmla="*/ 8526 w 17595"/>
              <a:gd name="GluePoint11Y" fmla="*/ 15842 h 19772"/>
              <a:gd name="GluePoint12X" fmla="*/ 12274 w 17595"/>
              <a:gd name="GluePoint12Y" fmla="*/ 13212 h 19772"/>
              <a:gd name="GluePoint13X" fmla="*/ 12547 w 17595"/>
              <a:gd name="GluePoint13Y" fmla="*/ 11700 h 19772"/>
              <a:gd name="GluePoint14X" fmla="*/ 12547 w 17595"/>
              <a:gd name="GluePoint14Y" fmla="*/ 0 h 19772"/>
              <a:gd name="GluePoint15X" fmla="*/ 17444 w 17595"/>
              <a:gd name="GluePoint15Y" fmla="*/ 0 h 19772"/>
              <a:gd name="GluePoint16X" fmla="*/ 17444 w 17595"/>
              <a:gd name="GluePoint16Y" fmla="*/ 13575 h 19772"/>
            </a:gdLst>
            <a:ahLst/>
            <a:cxnLst/>
            <a:rect l="textAreaLeft" t="textAreaTop" r="textAreaRight" b="textAreaBottom"/>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52" name="任意多边形: 形状 51"/>
          <p:cNvSpPr>
            <a:spLocks noGrp="1"/>
          </p:cNvSpPr>
          <p:nvPr/>
        </p:nvSpPr>
        <p:spPr>
          <a:xfrm>
            <a:off x="1038852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53" name="任意多边形: 形状 52"/>
          <p:cNvSpPr>
            <a:spLocks noGrp="1"/>
          </p:cNvSpPr>
          <p:nvPr/>
        </p:nvSpPr>
        <p:spPr>
          <a:xfrm>
            <a:off x="1041264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54" name="任意多边形: 形状 53"/>
          <p:cNvSpPr>
            <a:spLocks noGrp="1"/>
          </p:cNvSpPr>
          <p:nvPr/>
        </p:nvSpPr>
        <p:spPr>
          <a:xfrm>
            <a:off x="10460520" y="6695640"/>
            <a:ext cx="32400" cy="33480"/>
          </a:xfrm>
          <a:custGeom>
            <a:avLst/>
            <a:gdLst>
              <a:gd name="textAreaLeft" fmla="*/ 0 w 32400"/>
              <a:gd name="textAreaRight" fmla="*/ 32760 w 32400"/>
              <a:gd name="textAreaTop" fmla="*/ 0 h 33480"/>
              <a:gd name="textAreaBottom" fmla="*/ 33840 h 33480"/>
              <a:gd name="GluePoint1X" fmla="*/ 9765 w 19621"/>
              <a:gd name="GluePoint1Y" fmla="*/ 16688 h 20255"/>
              <a:gd name="GluePoint2X" fmla="*/ 498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674 w 19621"/>
              <a:gd name="GluePoint11Y" fmla="*/ 20256 h 20255"/>
              <a:gd name="GluePoint12X" fmla="*/ 9705 w 19621"/>
              <a:gd name="GluePoint12Y" fmla="*/ 20256 h 20255"/>
            </a:gdLst>
            <a:ahLst/>
            <a:cxnLst/>
            <a:rect l="textAreaLeft" t="textAreaTop" r="textAreaRight" b="textAreaBottom"/>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55" name="任意多边形: 形状 54"/>
          <p:cNvSpPr>
            <a:spLocks noGrp="1"/>
          </p:cNvSpPr>
          <p:nvPr/>
        </p:nvSpPr>
        <p:spPr>
          <a:xfrm>
            <a:off x="1049652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56" name="任意多边形: 形状 55"/>
          <p:cNvSpPr>
            <a:spLocks noGrp="1"/>
          </p:cNvSpPr>
          <p:nvPr/>
        </p:nvSpPr>
        <p:spPr>
          <a:xfrm>
            <a:off x="1053324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295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57" name="任意多边形: 形状 56"/>
          <p:cNvSpPr>
            <a:spLocks noGrp="1"/>
          </p:cNvSpPr>
          <p:nvPr/>
        </p:nvSpPr>
        <p:spPr>
          <a:xfrm>
            <a:off x="1056708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795 w 19621"/>
              <a:gd name="GluePoint3Y" fmla="*/ 3567 h 20255"/>
              <a:gd name="GluePoint4X" fmla="*/ 14512 w 19621"/>
              <a:gd name="GluePoint4Y" fmla="*/ 10098 h 20255"/>
              <a:gd name="GluePoint5X" fmla="*/ 9765 w 19621"/>
              <a:gd name="GluePoint5Y" fmla="*/ 16688 h 20255"/>
              <a:gd name="GluePoint6X" fmla="*/ 973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58" name="任意多边形: 形状 57"/>
          <p:cNvSpPr>
            <a:spLocks noGrp="1"/>
          </p:cNvSpPr>
          <p:nvPr/>
        </p:nvSpPr>
        <p:spPr>
          <a:xfrm>
            <a:off x="1060308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59" name="任意多边形: 形状 58"/>
          <p:cNvSpPr>
            <a:spLocks noGrp="1"/>
          </p:cNvSpPr>
          <p:nvPr/>
        </p:nvSpPr>
        <p:spPr>
          <a:xfrm>
            <a:off x="1062540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60" name="任意多边形: 形状 59"/>
          <p:cNvSpPr>
            <a:spLocks noGrp="1"/>
          </p:cNvSpPr>
          <p:nvPr/>
        </p:nvSpPr>
        <p:spPr>
          <a:xfrm>
            <a:off x="10648440" y="6696360"/>
            <a:ext cx="47520" cy="32040"/>
          </a:xfrm>
          <a:custGeom>
            <a:avLst/>
            <a:gdLst>
              <a:gd name="textAreaLeft" fmla="*/ 0 w 47520"/>
              <a:gd name="textAreaRight" fmla="*/ 47880 w 47520"/>
              <a:gd name="textAreaTop" fmla="*/ 0 h 32040"/>
              <a:gd name="textAreaBottom" fmla="*/ 32400 h 32040"/>
              <a:gd name="GluePoint1X" fmla="*/ 5019 w 28751"/>
              <a:gd name="GluePoint1Y" fmla="*/ 0 h 19409"/>
              <a:gd name="GluePoint2X" fmla="*/ 7044 w 28751"/>
              <a:gd name="GluePoint2Y" fmla="*/ 8798 h 19409"/>
              <a:gd name="GluePoint3X" fmla="*/ 8284 w 28751"/>
              <a:gd name="GluePoint3Y" fmla="*/ 15086 h 19409"/>
              <a:gd name="GluePoint4X" fmla="*/ 8374 w 28751"/>
              <a:gd name="GluePoint4Y" fmla="*/ 15086 h 19409"/>
              <a:gd name="GluePoint5X" fmla="*/ 9947 w 28751"/>
              <a:gd name="GluePoint5Y" fmla="*/ 8858 h 19409"/>
              <a:gd name="GluePoint6X" fmla="*/ 12486 w 28751"/>
              <a:gd name="GluePoint6Y" fmla="*/ 30 h 19409"/>
              <a:gd name="GluePoint7X" fmla="*/ 16447 w 28751"/>
              <a:gd name="GluePoint7Y" fmla="*/ 30 h 19409"/>
              <a:gd name="GluePoint8X" fmla="*/ 18865 w 28751"/>
              <a:gd name="GluePoint8Y" fmla="*/ 8616 h 19409"/>
              <a:gd name="GluePoint9X" fmla="*/ 20407 w 28751"/>
              <a:gd name="GluePoint9Y" fmla="*/ 15086 h 19409"/>
              <a:gd name="GluePoint10X" fmla="*/ 20498 w 28751"/>
              <a:gd name="GluePoint10Y" fmla="*/ 15086 h 19409"/>
              <a:gd name="GluePoint11X" fmla="*/ 21798 w 28751"/>
              <a:gd name="GluePoint11Y" fmla="*/ 8616 h 19409"/>
              <a:gd name="GluePoint12X" fmla="*/ 23944 w 28751"/>
              <a:gd name="GluePoint12Y" fmla="*/ 30 h 19409"/>
              <a:gd name="GluePoint13X" fmla="*/ 28751 w 28751"/>
              <a:gd name="GluePoint13Y" fmla="*/ 30 h 19409"/>
              <a:gd name="GluePoint14X" fmla="*/ 22675 w 28751"/>
              <a:gd name="GluePoint14Y" fmla="*/ 19409 h 19409"/>
              <a:gd name="GluePoint15X" fmla="*/ 18109 w 28751"/>
              <a:gd name="GluePoint15Y" fmla="*/ 19409 h 19409"/>
              <a:gd name="GluePoint16X" fmla="*/ 15781 w 28751"/>
              <a:gd name="GluePoint16Y" fmla="*/ 11519 h 19409"/>
              <a:gd name="GluePoint17X" fmla="*/ 14330 w 28751"/>
              <a:gd name="GluePoint17Y" fmla="*/ 5321 h 19409"/>
              <a:gd name="GluePoint18X" fmla="*/ 14240 w 28751"/>
              <a:gd name="GluePoint18Y" fmla="*/ 5321 h 19409"/>
              <a:gd name="GluePoint19X" fmla="*/ 12758 w 28751"/>
              <a:gd name="GluePoint19Y" fmla="*/ 11519 h 19409"/>
              <a:gd name="GluePoint20X" fmla="*/ 10279 w 28751"/>
              <a:gd name="GluePoint20Y" fmla="*/ 19409 h 19409"/>
              <a:gd name="GluePoint21X" fmla="*/ 5714 w 28751"/>
              <a:gd name="GluePoint21Y" fmla="*/ 19409 h 19409"/>
              <a:gd name="GluePoint22X" fmla="*/ 0 w 28751"/>
              <a:gd name="GluePoint22Y" fmla="*/ 30 h 19409"/>
              <a:gd name="GluePoint23X" fmla="*/ 4988 w 28751"/>
              <a:gd name="GluePoint23Y" fmla="*/ 30 h 19409"/>
            </a:gdLst>
            <a:ahLst/>
            <a:cxnLst/>
            <a:rect l="textAreaLeft" t="textAreaTop" r="textAreaRight" b="textAreaBottom"/>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600" rIns="90000" bIns="-12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61" name="任意多边形: 形状 60"/>
          <p:cNvSpPr>
            <a:spLocks noGrp="1"/>
          </p:cNvSpPr>
          <p:nvPr/>
        </p:nvSpPr>
        <p:spPr>
          <a:xfrm>
            <a:off x="1069884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88 w 16688"/>
              <a:gd name="GluePoint2Y" fmla="*/ 14058 h 20255"/>
              <a:gd name="GluePoint3X" fmla="*/ 7649 w 16688"/>
              <a:gd name="GluePoint3Y" fmla="*/ 16719 h 20255"/>
              <a:gd name="GluePoint4X" fmla="*/ 4867 w 16688"/>
              <a:gd name="GluePoint4Y" fmla="*/ 13937 h 20255"/>
              <a:gd name="GluePoint5X" fmla="*/ 11609 w 16688"/>
              <a:gd name="GluePoint5Y" fmla="*/ 10309 h 20255"/>
              <a:gd name="GluePoint6X" fmla="*/ 1160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62" name="任意多边形: 形状 61"/>
          <p:cNvSpPr>
            <a:spLocks noGrp="1"/>
          </p:cNvSpPr>
          <p:nvPr/>
        </p:nvSpPr>
        <p:spPr>
          <a:xfrm>
            <a:off x="10734480" y="6695640"/>
            <a:ext cx="18000" cy="32760"/>
          </a:xfrm>
          <a:custGeom>
            <a:avLst/>
            <a:gdLst>
              <a:gd name="textAreaLeft" fmla="*/ 0 w 18000"/>
              <a:gd name="textAreaRight" fmla="*/ 18360 w 18000"/>
              <a:gd name="textAreaTop" fmla="*/ 0 h 32760"/>
              <a:gd name="textAreaBottom" fmla="*/ 33120 h 32760"/>
              <a:gd name="GluePoint1X" fmla="*/ 151 w 11004"/>
              <a:gd name="GluePoint1Y" fmla="*/ 6651 h 19832"/>
              <a:gd name="GluePoint2X" fmla="*/ 0 w 11004"/>
              <a:gd name="GluePoint2Y" fmla="*/ 423 h 19832"/>
              <a:gd name="GluePoint3X" fmla="*/ 4233 w 11004"/>
              <a:gd name="GluePoint3Y" fmla="*/ 423 h 19832"/>
              <a:gd name="GluePoint4X" fmla="*/ 4414 w 11004"/>
              <a:gd name="GluePoint4Y" fmla="*/ 4112 h 19832"/>
              <a:gd name="GluePoint5X" fmla="*/ 4535 w 11004"/>
              <a:gd name="GluePoint5Y" fmla="*/ 4112 h 19832"/>
              <a:gd name="GluePoint6X" fmla="*/ 9856 w 11004"/>
              <a:gd name="GluePoint6Y" fmla="*/ 0 h 19832"/>
              <a:gd name="GluePoint7X" fmla="*/ 11005 w 11004"/>
              <a:gd name="GluePoint7Y" fmla="*/ 121 h 19832"/>
              <a:gd name="GluePoint8X" fmla="*/ 11005 w 11004"/>
              <a:gd name="GluePoint8Y" fmla="*/ 4716 h 19832"/>
              <a:gd name="GluePoint9X" fmla="*/ 9584 w 11004"/>
              <a:gd name="GluePoint9Y" fmla="*/ 4595 h 19832"/>
              <a:gd name="GluePoint10X" fmla="*/ 5200 w 11004"/>
              <a:gd name="GluePoint10Y" fmla="*/ 8314 h 19832"/>
              <a:gd name="GluePoint11X" fmla="*/ 5079 w 11004"/>
              <a:gd name="GluePoint11Y" fmla="*/ 9795 h 19832"/>
              <a:gd name="GluePoint12X" fmla="*/ 5079 w 11004"/>
              <a:gd name="GluePoint12Y" fmla="*/ 19833 h 19832"/>
              <a:gd name="GluePoint13X" fmla="*/ 181 w 11004"/>
              <a:gd name="GluePoint13Y" fmla="*/ 19833 h 19832"/>
              <a:gd name="GluePoint14X" fmla="*/ 181 w 11004"/>
              <a:gd name="GluePoint14Y" fmla="*/ 6681 h 19832"/>
            </a:gdLst>
            <a:ahLst/>
            <a:cxnLst/>
            <a:rect l="textAreaLeft" t="textAreaTop" r="textAreaRight" b="textAreaBottom"/>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880" rIns="90000" bIns="-11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63" name="任意多边形: 形状 62"/>
          <p:cNvSpPr>
            <a:spLocks noGrp="1"/>
          </p:cNvSpPr>
          <p:nvPr/>
        </p:nvSpPr>
        <p:spPr>
          <a:xfrm>
            <a:off x="10755720" y="6695640"/>
            <a:ext cx="29160" cy="33120"/>
          </a:xfrm>
          <a:custGeom>
            <a:avLst/>
            <a:gdLst>
              <a:gd name="textAreaLeft" fmla="*/ 0 w 29160"/>
              <a:gd name="textAreaRight" fmla="*/ 29520 w 29160"/>
              <a:gd name="textAreaTop" fmla="*/ 0 h 33120"/>
              <a:gd name="textAreaBottom" fmla="*/ 33480 h 33120"/>
              <a:gd name="GluePoint1X" fmla="*/ 4686 w 17807"/>
              <a:gd name="GluePoint1Y" fmla="*/ 8072 h 20225"/>
              <a:gd name="GluePoint2X" fmla="*/ 9161 w 17807"/>
              <a:gd name="GluePoint2Y" fmla="*/ 3356 h 20225"/>
              <a:gd name="GluePoint3X" fmla="*/ 13212 w 17807"/>
              <a:gd name="GluePoint3Y" fmla="*/ 8072 h 20225"/>
              <a:gd name="GluePoint4X" fmla="*/ 468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64" name="任意多边形: 形状 63"/>
          <p:cNvSpPr>
            <a:spLocks noGrp="1"/>
          </p:cNvSpPr>
          <p:nvPr/>
        </p:nvSpPr>
        <p:spPr>
          <a:xfrm>
            <a:off x="10803600" y="6683400"/>
            <a:ext cx="34200" cy="45720"/>
          </a:xfrm>
          <a:custGeom>
            <a:avLst/>
            <a:gdLst>
              <a:gd name="textAreaLeft" fmla="*/ 0 w 34200"/>
              <a:gd name="textAreaRight" fmla="*/ 34560 w 34200"/>
              <a:gd name="textAreaTop" fmla="*/ 0 h 45720"/>
              <a:gd name="textAreaBottom" fmla="*/ 46080 h 45720"/>
              <a:gd name="GluePoint1X" fmla="*/ 20649 w 20860"/>
              <a:gd name="GluePoint1Y" fmla="*/ 26454 h 27662"/>
              <a:gd name="GluePoint2X" fmla="*/ 13695 w 20860"/>
              <a:gd name="GluePoint2Y" fmla="*/ 27663 h 27662"/>
              <a:gd name="GluePoint3X" fmla="*/ 0 w 20860"/>
              <a:gd name="GluePoint3Y" fmla="*/ 14149 h 27662"/>
              <a:gd name="GluePoint4X" fmla="*/ 14361 w 20860"/>
              <a:gd name="GluePoint4Y" fmla="*/ 0 h 27662"/>
              <a:gd name="GluePoint5X" fmla="*/ 20861 w 20860"/>
              <a:gd name="GluePoint5Y" fmla="*/ 1179 h 27662"/>
              <a:gd name="GluePoint6X" fmla="*/ 19802 w 20860"/>
              <a:gd name="GluePoint6Y" fmla="*/ 5079 h 27662"/>
              <a:gd name="GluePoint7X" fmla="*/ 14572 w 20860"/>
              <a:gd name="GluePoint7Y" fmla="*/ 4021 h 27662"/>
              <a:gd name="GluePoint8X" fmla="*/ 5170 w 20860"/>
              <a:gd name="GluePoint8Y" fmla="*/ 13877 h 27662"/>
              <a:gd name="GluePoint9X" fmla="*/ 14512 w 20860"/>
              <a:gd name="GluePoint9Y" fmla="*/ 23521 h 27662"/>
              <a:gd name="GluePoint10X" fmla="*/ 19863 w 20860"/>
              <a:gd name="GluePoint10Y" fmla="*/ 22554 h 27662"/>
              <a:gd name="GluePoint11X" fmla="*/ 20679 w 20860"/>
              <a:gd name="GluePoint11Y" fmla="*/ 26423 h 27662"/>
            </a:gdLst>
            <a:ahLst/>
            <a:cxnLst/>
            <a:rect l="textAreaLeft" t="textAreaTop" r="textAreaRight" b="textAreaBottom"/>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65" name="任意多边形: 形状 64"/>
          <p:cNvSpPr>
            <a:spLocks noGrp="1"/>
          </p:cNvSpPr>
          <p:nvPr/>
        </p:nvSpPr>
        <p:spPr>
          <a:xfrm>
            <a:off x="10844640" y="6681600"/>
            <a:ext cx="28800" cy="46800"/>
          </a:xfrm>
          <a:custGeom>
            <a:avLst/>
            <a:gdLst>
              <a:gd name="textAreaLeft" fmla="*/ 0 w 28800"/>
              <a:gd name="textAreaRight" fmla="*/ 29160 w 28800"/>
              <a:gd name="textAreaTop" fmla="*/ 0 h 46800"/>
              <a:gd name="textAreaBottom" fmla="*/ 47160 h 46800"/>
              <a:gd name="GluePoint1X" fmla="*/ 0 w 17535"/>
              <a:gd name="GluePoint1Y" fmla="*/ 30 h 28297"/>
              <a:gd name="GluePoint2X" fmla="*/ 4898 w 17535"/>
              <a:gd name="GluePoint2Y" fmla="*/ 30 h 28297"/>
              <a:gd name="GluePoint3X" fmla="*/ 4898 w 17535"/>
              <a:gd name="GluePoint3Y" fmla="*/ 11549 h 28297"/>
              <a:gd name="GluePoint4X" fmla="*/ 4988 w 17535"/>
              <a:gd name="GluePoint4Y" fmla="*/ 11549 h 28297"/>
              <a:gd name="GluePoint5X" fmla="*/ 7407 w 17535"/>
              <a:gd name="GluePoint5Y" fmla="*/ 9342 h 28297"/>
              <a:gd name="GluePoint6X" fmla="*/ 10763 w 17535"/>
              <a:gd name="GluePoint6Y" fmla="*/ 8465 h 28297"/>
              <a:gd name="GluePoint7X" fmla="*/ 17535 w 17535"/>
              <a:gd name="GluePoint7Y" fmla="*/ 16870 h 28297"/>
              <a:gd name="GluePoint8X" fmla="*/ 17535 w 17535"/>
              <a:gd name="GluePoint8Y" fmla="*/ 28298 h 28297"/>
              <a:gd name="GluePoint9X" fmla="*/ 12637 w 17535"/>
              <a:gd name="GluePoint9Y" fmla="*/ 28298 h 28297"/>
              <a:gd name="GluePoint10X" fmla="*/ 12637 w 17535"/>
              <a:gd name="GluePoint10Y" fmla="*/ 17414 h 28297"/>
              <a:gd name="GluePoint11X" fmla="*/ 8919 w 17535"/>
              <a:gd name="GluePoint11Y" fmla="*/ 12456 h 28297"/>
              <a:gd name="GluePoint12X" fmla="*/ 5140 w 17535"/>
              <a:gd name="GluePoint12Y" fmla="*/ 15207 h 28297"/>
              <a:gd name="GluePoint13X" fmla="*/ 4928 w 17535"/>
              <a:gd name="GluePoint13Y" fmla="*/ 16688 h 28297"/>
              <a:gd name="GluePoint14X" fmla="*/ 4928 w 17535"/>
              <a:gd name="GluePoint14Y" fmla="*/ 28268 h 28297"/>
              <a:gd name="GluePoint15X" fmla="*/ 30 w 17535"/>
              <a:gd name="GluePoint15Y" fmla="*/ 28268 h 28297"/>
              <a:gd name="GluePoint16X" fmla="*/ 30 w 17535"/>
              <a:gd name="GluePoint16Y" fmla="*/ 0 h 28297"/>
            </a:gdLst>
            <a:ahLst/>
            <a:cxnLst/>
            <a:rect l="textAreaLeft" t="textAreaTop" r="textAreaRight" b="textAreaBottom"/>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160" rIns="90000" bIns="2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66" name="任意多边形: 形状 65"/>
          <p:cNvSpPr>
            <a:spLocks noGrp="1"/>
          </p:cNvSpPr>
          <p:nvPr/>
        </p:nvSpPr>
        <p:spPr>
          <a:xfrm>
            <a:off x="1088172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67" name="任意多边形: 形状 66"/>
          <p:cNvSpPr>
            <a:spLocks noGrp="1"/>
          </p:cNvSpPr>
          <p:nvPr/>
        </p:nvSpPr>
        <p:spPr>
          <a:xfrm>
            <a:off x="108990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109 w 17716"/>
              <a:gd name="GluePoint13Y" fmla="*/ 8405 h 19802"/>
              <a:gd name="GluePoint14X" fmla="*/ 5109 w 17716"/>
              <a:gd name="GluePoint14Y" fmla="*/ 19802 h 19802"/>
              <a:gd name="GluePoint15X" fmla="*/ 212 w 17716"/>
              <a:gd name="GluePoint15Y" fmla="*/ 19802 h 19802"/>
              <a:gd name="GluePoint16X" fmla="*/ 212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68" name="任意多边形: 形状 67"/>
          <p:cNvSpPr>
            <a:spLocks noGrp="1"/>
          </p:cNvSpPr>
          <p:nvPr/>
        </p:nvSpPr>
        <p:spPr>
          <a:xfrm>
            <a:off x="109350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61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69" name="任意多边形: 形状 68"/>
          <p:cNvSpPr>
            <a:spLocks noGrp="1"/>
          </p:cNvSpPr>
          <p:nvPr/>
        </p:nvSpPr>
        <p:spPr>
          <a:xfrm>
            <a:off x="10969200" y="6695640"/>
            <a:ext cx="22680" cy="33120"/>
          </a:xfrm>
          <a:custGeom>
            <a:avLst/>
            <a:gdLst>
              <a:gd name="textAreaLeft" fmla="*/ 0 w 22680"/>
              <a:gd name="textAreaRight" fmla="*/ 23040 w 22680"/>
              <a:gd name="textAreaTop" fmla="*/ 0 h 33120"/>
              <a:gd name="textAreaBottom" fmla="*/ 33480 h 33120"/>
              <a:gd name="GluePoint1X" fmla="*/ 998 w 13755"/>
              <a:gd name="GluePoint1Y" fmla="*/ 15298 h 20225"/>
              <a:gd name="GluePoint2X" fmla="*/ 5926 w 13755"/>
              <a:gd name="GluePoint2Y" fmla="*/ 16719 h 20225"/>
              <a:gd name="GluePoint3X" fmla="*/ 9040 w 13755"/>
              <a:gd name="GluePoint3Y" fmla="*/ 14542 h 20225"/>
              <a:gd name="GluePoint4X" fmla="*/ 5865 w 13755"/>
              <a:gd name="GluePoint4Y" fmla="*/ 11700 h 20225"/>
              <a:gd name="GluePoint5X" fmla="*/ 514 w 13755"/>
              <a:gd name="GluePoint5Y" fmla="*/ 6047 h 20225"/>
              <a:gd name="GluePoint6X" fmla="*/ 7860 w 13755"/>
              <a:gd name="GluePoint6Y" fmla="*/ 0 h 20225"/>
              <a:gd name="GluePoint7X" fmla="*/ 13000 w 13755"/>
              <a:gd name="GluePoint7Y" fmla="*/ 1149 h 20225"/>
              <a:gd name="GluePoint8X" fmla="*/ 12033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70" name="任意多边形: 形状 69"/>
          <p:cNvSpPr>
            <a:spLocks noGrp="1"/>
          </p:cNvSpPr>
          <p:nvPr/>
        </p:nvSpPr>
        <p:spPr>
          <a:xfrm>
            <a:off x="1099692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71" name="任意多边形: 形状 70"/>
          <p:cNvSpPr>
            <a:spLocks noGrp="1"/>
          </p:cNvSpPr>
          <p:nvPr/>
        </p:nvSpPr>
        <p:spPr>
          <a:xfrm>
            <a:off x="11043720" y="6684120"/>
            <a:ext cx="38880" cy="44280"/>
          </a:xfrm>
          <a:custGeom>
            <a:avLst/>
            <a:gdLst>
              <a:gd name="textAreaLeft" fmla="*/ 0 w 38880"/>
              <a:gd name="textAreaRight" fmla="*/ 39240 w 38880"/>
              <a:gd name="textAreaTop" fmla="*/ 0 h 44280"/>
              <a:gd name="textAreaBottom" fmla="*/ 44640 h 44280"/>
              <a:gd name="GluePoint1X" fmla="*/ 8163 w 23551"/>
              <a:gd name="GluePoint1Y" fmla="*/ 15509 h 26816"/>
              <a:gd name="GluePoint2X" fmla="*/ 10249 w 23551"/>
              <a:gd name="GluePoint2Y" fmla="*/ 8888 h 26816"/>
              <a:gd name="GluePoint3X" fmla="*/ 11519 w 23551"/>
              <a:gd name="GluePoint3Y" fmla="*/ 3870 h 26816"/>
              <a:gd name="GluePoint4X" fmla="*/ 11609 w 23551"/>
              <a:gd name="GluePoint4Y" fmla="*/ 3870 h 26816"/>
              <a:gd name="GluePoint5X" fmla="*/ 12970 w 23551"/>
              <a:gd name="GluePoint5Y" fmla="*/ 8919 h 26816"/>
              <a:gd name="GluePoint6X" fmla="*/ 15086 w 23551"/>
              <a:gd name="GluePoint6Y" fmla="*/ 15509 h 26816"/>
              <a:gd name="GluePoint7X" fmla="*/ 8163 w 23551"/>
              <a:gd name="GluePoint7Y" fmla="*/ 15509 h 26816"/>
              <a:gd name="GluePoint8X" fmla="*/ 15872 w 23551"/>
              <a:gd name="GluePoint8Y" fmla="*/ 19228 h 26816"/>
              <a:gd name="GluePoint9X" fmla="*/ 18291 w 23551"/>
              <a:gd name="GluePoint9Y" fmla="*/ 26816 h 26816"/>
              <a:gd name="GluePoint10X" fmla="*/ 23551 w 23551"/>
              <a:gd name="GluePoint10Y" fmla="*/ 26816 h 26816"/>
              <a:gd name="GluePoint11X" fmla="*/ 14844 w 23551"/>
              <a:gd name="GluePoint11Y" fmla="*/ 0 h 26816"/>
              <a:gd name="GluePoint12X" fmla="*/ 8616 w 23551"/>
              <a:gd name="GluePoint12Y" fmla="*/ 0 h 26816"/>
              <a:gd name="GluePoint13X" fmla="*/ 0 w 23551"/>
              <a:gd name="GluePoint13Y" fmla="*/ 26816 h 26816"/>
              <a:gd name="GluePoint14X" fmla="*/ 5079 w 23551"/>
              <a:gd name="GluePoint14Y" fmla="*/ 26816 h 26816"/>
              <a:gd name="GluePoint15X" fmla="*/ 7377 w 23551"/>
              <a:gd name="GluePoint15Y" fmla="*/ 19228 h 26816"/>
              <a:gd name="GluePoint16X" fmla="*/ 15902 w 23551"/>
              <a:gd name="GluePoint16Y" fmla="*/ 19228 h 26816"/>
            </a:gdLst>
            <a:ahLst/>
            <a:cxnLst/>
            <a:rect l="textAreaLeft" t="textAreaTop" r="textAreaRight" b="textAreaBottom"/>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72" name="任意多边形: 形状 71"/>
          <p:cNvSpPr>
            <a:spLocks noGrp="1"/>
          </p:cNvSpPr>
          <p:nvPr/>
        </p:nvSpPr>
        <p:spPr>
          <a:xfrm>
            <a:off x="1108584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884 w 15479"/>
              <a:gd name="GluePoint7Y" fmla="*/ 3809 h 20225"/>
              <a:gd name="GluePoint8X" fmla="*/ 4958 w 15479"/>
              <a:gd name="GluePoint8Y" fmla="*/ 10098 h 20225"/>
              <a:gd name="GluePoint9X" fmla="*/ 1091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73" name="任意多边形: 形状 72"/>
          <p:cNvSpPr>
            <a:spLocks noGrp="1"/>
          </p:cNvSpPr>
          <p:nvPr/>
        </p:nvSpPr>
        <p:spPr>
          <a:xfrm>
            <a:off x="1111536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58 w 16688"/>
              <a:gd name="GluePoint2Y" fmla="*/ 14058 h 20255"/>
              <a:gd name="GluePoint3X" fmla="*/ 7619 w 16688"/>
              <a:gd name="GluePoint3Y" fmla="*/ 16719 h 20255"/>
              <a:gd name="GluePoint4X" fmla="*/ 4807 w 16688"/>
              <a:gd name="GluePoint4Y" fmla="*/ 13937 h 20255"/>
              <a:gd name="GluePoint5X" fmla="*/ 11579 w 16688"/>
              <a:gd name="GluePoint5Y" fmla="*/ 10309 h 20255"/>
              <a:gd name="GluePoint6X" fmla="*/ 1157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74" name="任意多边形: 形状 73"/>
          <p:cNvSpPr>
            <a:spLocks noGrp="1"/>
          </p:cNvSpPr>
          <p:nvPr/>
        </p:nvSpPr>
        <p:spPr>
          <a:xfrm>
            <a:off x="11149200" y="6681600"/>
            <a:ext cx="31680" cy="47520"/>
          </a:xfrm>
          <a:custGeom>
            <a:avLst/>
            <a:gdLst>
              <a:gd name="textAreaLeft" fmla="*/ 0 w 31680"/>
              <a:gd name="textAreaRight" fmla="*/ 32040 w 31680"/>
              <a:gd name="textAreaTop" fmla="*/ 0 h 47520"/>
              <a:gd name="textAreaBottom" fmla="*/ 47880 h 47520"/>
              <a:gd name="GluePoint1X" fmla="*/ 14179 w 19228"/>
              <a:gd name="GluePoint1Y" fmla="*/ 19863 h 28690"/>
              <a:gd name="GluePoint2X" fmla="*/ 14028 w 19228"/>
              <a:gd name="GluePoint2Y" fmla="*/ 21284 h 28690"/>
              <a:gd name="GluePoint3X" fmla="*/ 9796 w 19228"/>
              <a:gd name="GluePoint3Y" fmla="*/ 24761 h 28690"/>
              <a:gd name="GluePoint4X" fmla="*/ 4958 w 19228"/>
              <a:gd name="GluePoint4Y" fmla="*/ 18593 h 28690"/>
              <a:gd name="GluePoint5X" fmla="*/ 9856 w 19228"/>
              <a:gd name="GluePoint5Y" fmla="*/ 12214 h 28690"/>
              <a:gd name="GluePoint6X" fmla="*/ 14058 w 19228"/>
              <a:gd name="GluePoint6Y" fmla="*/ 15661 h 28690"/>
              <a:gd name="GluePoint7X" fmla="*/ 14179 w 19228"/>
              <a:gd name="GluePoint7Y" fmla="*/ 16930 h 28690"/>
              <a:gd name="GluePoint8X" fmla="*/ 14179 w 19228"/>
              <a:gd name="GluePoint8Y" fmla="*/ 19833 h 28690"/>
              <a:gd name="GluePoint9X" fmla="*/ 14179 w 19228"/>
              <a:gd name="GluePoint9Y" fmla="*/ 0 h 28690"/>
              <a:gd name="GluePoint10X" fmla="*/ 14179 w 19228"/>
              <a:gd name="GluePoint10Y" fmla="*/ 10974 h 28690"/>
              <a:gd name="GluePoint11X" fmla="*/ 14089 w 19228"/>
              <a:gd name="GluePoint11Y" fmla="*/ 10974 h 28690"/>
              <a:gd name="GluePoint12X" fmla="*/ 8677 w 19228"/>
              <a:gd name="GluePoint12Y" fmla="*/ 8465 h 28690"/>
              <a:gd name="GluePoint13X" fmla="*/ 0 w 19228"/>
              <a:gd name="GluePoint13Y" fmla="*/ 18805 h 28690"/>
              <a:gd name="GluePoint14X" fmla="*/ 8284 w 19228"/>
              <a:gd name="GluePoint14Y" fmla="*/ 28691 h 28690"/>
              <a:gd name="GluePoint15X" fmla="*/ 14572 w 19228"/>
              <a:gd name="GluePoint15Y" fmla="*/ 25184 h 28690"/>
              <a:gd name="GluePoint16X" fmla="*/ 14663 w 19228"/>
              <a:gd name="GluePoint16Y" fmla="*/ 25184 h 28690"/>
              <a:gd name="GluePoint17X" fmla="*/ 14875 w 19228"/>
              <a:gd name="GluePoint17Y" fmla="*/ 28268 h 28690"/>
              <a:gd name="GluePoint18X" fmla="*/ 19228 w 19228"/>
              <a:gd name="GluePoint18Y" fmla="*/ 28268 h 28690"/>
              <a:gd name="GluePoint19X" fmla="*/ 19077 w 19228"/>
              <a:gd name="GluePoint19Y" fmla="*/ 22826 h 28690"/>
              <a:gd name="GluePoint20X" fmla="*/ 19077 w 19228"/>
              <a:gd name="GluePoint20Y" fmla="*/ 0 h 28690"/>
              <a:gd name="GluePoint21X" fmla="*/ 14179 w 19228"/>
              <a:gd name="GluePoint21Y" fmla="*/ 0 h 28690"/>
            </a:gdLst>
            <a:ahLst/>
            <a:cxnLst/>
            <a:rect l="textAreaLeft" t="textAreaTop" r="textAreaRight" b="textAreaBottom"/>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75" name="任意多边形: 形状 74"/>
          <p:cNvSpPr>
            <a:spLocks noGrp="1"/>
          </p:cNvSpPr>
          <p:nvPr/>
        </p:nvSpPr>
        <p:spPr>
          <a:xfrm>
            <a:off x="11187720" y="6695640"/>
            <a:ext cx="29160" cy="33120"/>
          </a:xfrm>
          <a:custGeom>
            <a:avLst/>
            <a:gdLst>
              <a:gd name="textAreaLeft" fmla="*/ 0 w 29160"/>
              <a:gd name="textAreaRight" fmla="*/ 29520 w 29160"/>
              <a:gd name="textAreaTop" fmla="*/ 0 h 33120"/>
              <a:gd name="textAreaBottom" fmla="*/ 33480 h 33120"/>
              <a:gd name="GluePoint1X" fmla="*/ 4686 w 17837"/>
              <a:gd name="GluePoint1Y" fmla="*/ 8072 h 20225"/>
              <a:gd name="GluePoint2X" fmla="*/ 9161 w 17837"/>
              <a:gd name="GluePoint2Y" fmla="*/ 3356 h 20225"/>
              <a:gd name="GluePoint3X" fmla="*/ 13212 w 17837"/>
              <a:gd name="GluePoint3Y" fmla="*/ 8072 h 20225"/>
              <a:gd name="GluePoint4X" fmla="*/ 4686 w 17837"/>
              <a:gd name="GluePoint4Y" fmla="*/ 8072 h 20225"/>
              <a:gd name="GluePoint5X" fmla="*/ 17656 w 17837"/>
              <a:gd name="GluePoint5Y" fmla="*/ 11488 h 20225"/>
              <a:gd name="GluePoint6X" fmla="*/ 17837 w 17837"/>
              <a:gd name="GluePoint6Y" fmla="*/ 9433 h 20225"/>
              <a:gd name="GluePoint7X" fmla="*/ 9493 w 17837"/>
              <a:gd name="GluePoint7Y" fmla="*/ 0 h 20225"/>
              <a:gd name="GluePoint8X" fmla="*/ 0 w 17837"/>
              <a:gd name="GluePoint8Y" fmla="*/ 10400 h 20225"/>
              <a:gd name="GluePoint9X" fmla="*/ 9977 w 17837"/>
              <a:gd name="GluePoint9Y" fmla="*/ 20226 h 20225"/>
              <a:gd name="GluePoint10X" fmla="*/ 16749 w 17837"/>
              <a:gd name="GluePoint10Y" fmla="*/ 18986 h 20225"/>
              <a:gd name="GluePoint11X" fmla="*/ 16023 w 17837"/>
              <a:gd name="GluePoint11Y" fmla="*/ 15600 h 20225"/>
              <a:gd name="GluePoint12X" fmla="*/ 10672 w 17837"/>
              <a:gd name="GluePoint12Y" fmla="*/ 16507 h 20225"/>
              <a:gd name="GluePoint13X" fmla="*/ 4686 w 17837"/>
              <a:gd name="GluePoint13Y" fmla="*/ 11458 h 20225"/>
              <a:gd name="GluePoint14X" fmla="*/ 17656 w 17837"/>
              <a:gd name="GluePoint14Y" fmla="*/ 11458 h 20225"/>
            </a:gdLst>
            <a:ahLst/>
            <a:cxnLst/>
            <a:rect l="textAreaLeft" t="textAreaTop" r="textAreaRight" b="textAreaBottom"/>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76" name="任意多边形: 形状 75"/>
          <p:cNvSpPr>
            <a:spLocks noGrp="1"/>
          </p:cNvSpPr>
          <p:nvPr/>
        </p:nvSpPr>
        <p:spPr>
          <a:xfrm>
            <a:off x="11223720" y="6695640"/>
            <a:ext cx="47520" cy="32400"/>
          </a:xfrm>
          <a:custGeom>
            <a:avLst/>
            <a:gdLst>
              <a:gd name="textAreaLeft" fmla="*/ 0 w 47520"/>
              <a:gd name="textAreaRight" fmla="*/ 47880 w 47520"/>
              <a:gd name="textAreaTop" fmla="*/ 0 h 32400"/>
              <a:gd name="textAreaBottom" fmla="*/ 32760 h 32400"/>
              <a:gd name="GluePoint1X" fmla="*/ 151 w 28721"/>
              <a:gd name="GluePoint1Y" fmla="*/ 6258 h 19802"/>
              <a:gd name="GluePoint2X" fmla="*/ 0 w 28721"/>
              <a:gd name="GluePoint2Y" fmla="*/ 484 h 19802"/>
              <a:gd name="GluePoint3X" fmla="*/ 4172 w 28721"/>
              <a:gd name="GluePoint3Y" fmla="*/ 484 h 19802"/>
              <a:gd name="GluePoint4X" fmla="*/ 4384 w 28721"/>
              <a:gd name="GluePoint4Y" fmla="*/ 3326 h 19802"/>
              <a:gd name="GluePoint5X" fmla="*/ 4505 w 28721"/>
              <a:gd name="GluePoint5Y" fmla="*/ 3326 h 19802"/>
              <a:gd name="GluePoint6X" fmla="*/ 10461 w 28721"/>
              <a:gd name="GluePoint6Y" fmla="*/ 30 h 19802"/>
              <a:gd name="GluePoint7X" fmla="*/ 15842 w 28721"/>
              <a:gd name="GluePoint7Y" fmla="*/ 3598 h 19802"/>
              <a:gd name="GluePoint8X" fmla="*/ 15933 w 28721"/>
              <a:gd name="GluePoint8Y" fmla="*/ 3598 h 19802"/>
              <a:gd name="GluePoint9X" fmla="*/ 18321 w 28721"/>
              <a:gd name="GluePoint9Y" fmla="*/ 1149 h 19802"/>
              <a:gd name="GluePoint10X" fmla="*/ 22251 w 28721"/>
              <a:gd name="GluePoint10Y" fmla="*/ 0 h 19802"/>
              <a:gd name="GluePoint11X" fmla="*/ 28721 w 28721"/>
              <a:gd name="GluePoint11Y" fmla="*/ 8405 h 19802"/>
              <a:gd name="GluePoint12X" fmla="*/ 28721 w 28721"/>
              <a:gd name="GluePoint12Y" fmla="*/ 19802 h 19802"/>
              <a:gd name="GluePoint13X" fmla="*/ 23944 w 28721"/>
              <a:gd name="GluePoint13Y" fmla="*/ 19802 h 19802"/>
              <a:gd name="GluePoint14X" fmla="*/ 23944 w 28721"/>
              <a:gd name="GluePoint14Y" fmla="*/ 9070 h 19802"/>
              <a:gd name="GluePoint15X" fmla="*/ 20498 w 28721"/>
              <a:gd name="GluePoint15Y" fmla="*/ 3960 h 19802"/>
              <a:gd name="GluePoint16X" fmla="*/ 17112 w 28721"/>
              <a:gd name="GluePoint16Y" fmla="*/ 6530 h 19802"/>
              <a:gd name="GluePoint17X" fmla="*/ 16870 w 28721"/>
              <a:gd name="GluePoint17Y" fmla="*/ 8163 h 19802"/>
              <a:gd name="GluePoint18X" fmla="*/ 16870 w 28721"/>
              <a:gd name="GluePoint18Y" fmla="*/ 19802 h 19802"/>
              <a:gd name="GluePoint19X" fmla="*/ 12093 w 28721"/>
              <a:gd name="GluePoint19Y" fmla="*/ 19802 h 19802"/>
              <a:gd name="GluePoint20X" fmla="*/ 12093 w 28721"/>
              <a:gd name="GluePoint20Y" fmla="*/ 8586 h 19802"/>
              <a:gd name="GluePoint21X" fmla="*/ 8767 w 28721"/>
              <a:gd name="GluePoint21Y" fmla="*/ 3960 h 19802"/>
              <a:gd name="GluePoint22X" fmla="*/ 5230 w 28721"/>
              <a:gd name="GluePoint22Y" fmla="*/ 6742 h 19802"/>
              <a:gd name="GluePoint23X" fmla="*/ 4988 w 28721"/>
              <a:gd name="GluePoint23Y" fmla="*/ 8344 h 19802"/>
              <a:gd name="GluePoint24X" fmla="*/ 4988 w 28721"/>
              <a:gd name="GluePoint24Y" fmla="*/ 19802 h 19802"/>
              <a:gd name="GluePoint25X" fmla="*/ 212 w 28721"/>
              <a:gd name="GluePoint25Y" fmla="*/ 19802 h 19802"/>
              <a:gd name="GluePoint26X" fmla="*/ 212 w 28721"/>
              <a:gd name="GluePoint26Y" fmla="*/ 6198 h 19802"/>
            </a:gdLst>
            <a:ahLst/>
            <a:cxnLst/>
            <a:rect l="textAreaLeft" t="textAreaTop" r="textAreaRight" b="textAreaBottom"/>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77" name="任意多边形: 形状 76"/>
          <p:cNvSpPr>
            <a:spLocks noGrp="1"/>
          </p:cNvSpPr>
          <p:nvPr/>
        </p:nvSpPr>
        <p:spPr>
          <a:xfrm>
            <a:off x="11275200" y="6696360"/>
            <a:ext cx="32040" cy="46440"/>
          </a:xfrm>
          <a:custGeom>
            <a:avLst/>
            <a:gdLst>
              <a:gd name="textAreaLeft" fmla="*/ 0 w 32040"/>
              <a:gd name="textAreaRight" fmla="*/ 32400 w 32040"/>
              <a:gd name="textAreaTop" fmla="*/ 0 h 46440"/>
              <a:gd name="textAreaBottom" fmla="*/ 46800 h 46440"/>
              <a:gd name="GluePoint1X" fmla="*/ 5381 w 19379"/>
              <a:gd name="GluePoint1Y" fmla="*/ 30 h 28146"/>
              <a:gd name="GluePoint2X" fmla="*/ 8858 w 19379"/>
              <a:gd name="GluePoint2Y" fmla="*/ 10400 h 28146"/>
              <a:gd name="GluePoint3X" fmla="*/ 9947 w 19379"/>
              <a:gd name="GluePoint3Y" fmla="*/ 14149 h 28146"/>
              <a:gd name="GluePoint4X" fmla="*/ 10068 w 19379"/>
              <a:gd name="GluePoint4Y" fmla="*/ 14149 h 28146"/>
              <a:gd name="GluePoint5X" fmla="*/ 11095 w 19379"/>
              <a:gd name="GluePoint5Y" fmla="*/ 10340 h 28146"/>
              <a:gd name="GluePoint6X" fmla="*/ 14149 w 19379"/>
              <a:gd name="GluePoint6Y" fmla="*/ 0 h 28146"/>
              <a:gd name="GluePoint7X" fmla="*/ 19379 w 19379"/>
              <a:gd name="GluePoint7Y" fmla="*/ 0 h 28146"/>
              <a:gd name="GluePoint8X" fmla="*/ 14542 w 19379"/>
              <a:gd name="GluePoint8Y" fmla="*/ 13212 h 28146"/>
              <a:gd name="GluePoint9X" fmla="*/ 7800 w 19379"/>
              <a:gd name="GluePoint9Y" fmla="*/ 25668 h 28146"/>
              <a:gd name="GluePoint10X" fmla="*/ 2660 w 19379"/>
              <a:gd name="GluePoint10Y" fmla="*/ 28147 h 28146"/>
              <a:gd name="GluePoint11X" fmla="*/ 1542 w 19379"/>
              <a:gd name="GluePoint11Y" fmla="*/ 24035 h 28146"/>
              <a:gd name="GluePoint12X" fmla="*/ 4384 w 19379"/>
              <a:gd name="GluePoint12Y" fmla="*/ 22705 h 28146"/>
              <a:gd name="GluePoint13X" fmla="*/ 7074 w 19379"/>
              <a:gd name="GluePoint13Y" fmla="*/ 19621 h 28146"/>
              <a:gd name="GluePoint14X" fmla="*/ 7377 w 19379"/>
              <a:gd name="GluePoint14Y" fmla="*/ 18775 h 28146"/>
              <a:gd name="GluePoint15X" fmla="*/ 7105 w 19379"/>
              <a:gd name="GluePoint15Y" fmla="*/ 17807 h 28146"/>
              <a:gd name="GluePoint16X" fmla="*/ 0 w 19379"/>
              <a:gd name="GluePoint16Y" fmla="*/ 30 h 28146"/>
              <a:gd name="GluePoint17X" fmla="*/ 5412 w 19379"/>
              <a:gd name="GluePoint17Y" fmla="*/ 30 h 28146"/>
            </a:gdLst>
            <a:ahLst/>
            <a:cxnLst/>
            <a:rect l="textAreaLeft" t="textAreaTop" r="textAreaRight" b="textAreaBottom"/>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78" name="任意多边形: 形状 77"/>
          <p:cNvSpPr>
            <a:spLocks noGrp="1"/>
          </p:cNvSpPr>
          <p:nvPr/>
        </p:nvSpPr>
        <p:spPr>
          <a:xfrm>
            <a:off x="1132380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79" name="任意多边形: 形状 78"/>
          <p:cNvSpPr>
            <a:spLocks noGrp="1"/>
          </p:cNvSpPr>
          <p:nvPr/>
        </p:nvSpPr>
        <p:spPr>
          <a:xfrm>
            <a:off x="1135944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80" name="任意多边形: 形状 79"/>
          <p:cNvSpPr>
            <a:spLocks noGrp="1"/>
          </p:cNvSpPr>
          <p:nvPr/>
        </p:nvSpPr>
        <p:spPr>
          <a:xfrm>
            <a:off x="1139616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326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81" name="任意多边形: 形状 80"/>
          <p:cNvSpPr>
            <a:spLocks noGrp="1"/>
          </p:cNvSpPr>
          <p:nvPr/>
        </p:nvSpPr>
        <p:spPr>
          <a:xfrm>
            <a:off x="1143000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914 w 15479"/>
              <a:gd name="GluePoint7Y" fmla="*/ 3809 h 20225"/>
              <a:gd name="GluePoint8X" fmla="*/ 4988 w 15479"/>
              <a:gd name="GluePoint8Y" fmla="*/ 10098 h 20225"/>
              <a:gd name="GluePoint9X" fmla="*/ 1094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82" name="任意多边形: 形状 81"/>
          <p:cNvSpPr>
            <a:spLocks noGrp="1"/>
          </p:cNvSpPr>
          <p:nvPr/>
        </p:nvSpPr>
        <p:spPr>
          <a:xfrm>
            <a:off x="11461320" y="6682320"/>
            <a:ext cx="9360" cy="46080"/>
          </a:xfrm>
          <a:custGeom>
            <a:avLst/>
            <a:gdLst>
              <a:gd name="textAreaLeft" fmla="*/ 0 w 9360"/>
              <a:gd name="textAreaRight" fmla="*/ 9720 w 9360"/>
              <a:gd name="textAreaTop" fmla="*/ 0 h 46080"/>
              <a:gd name="textAreaBottom" fmla="*/ 46440 h 46080"/>
              <a:gd name="GluePoint1X" fmla="*/ 454 w 5774"/>
              <a:gd name="GluePoint1Y" fmla="*/ 27935 h 27935"/>
              <a:gd name="GluePoint2X" fmla="*/ 454 w 5774"/>
              <a:gd name="GluePoint2Y" fmla="*/ 8556 h 27935"/>
              <a:gd name="GluePoint3X" fmla="*/ 5351 w 5774"/>
              <a:gd name="GluePoint3Y" fmla="*/ 8556 h 27935"/>
              <a:gd name="GluePoint4X" fmla="*/ 5351 w 5774"/>
              <a:gd name="GluePoint4Y" fmla="*/ 27935 h 27935"/>
              <a:gd name="GluePoint5X" fmla="*/ 454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12 w 5774"/>
              <a:gd name="GluePoint11Y" fmla="*/ 5593 h 27935"/>
            </a:gdLst>
            <a:ahLst/>
            <a:cxnLst/>
            <a:rect l="textAreaLeft" t="textAreaTop" r="textAreaRight" b="textAreaBottom"/>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83" name="任意多边形: 形状 82"/>
          <p:cNvSpPr>
            <a:spLocks noGrp="1"/>
          </p:cNvSpPr>
          <p:nvPr/>
        </p:nvSpPr>
        <p:spPr>
          <a:xfrm>
            <a:off x="114768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84" name="任意多边形: 形状 83"/>
          <p:cNvSpPr>
            <a:spLocks noGrp="1"/>
          </p:cNvSpPr>
          <p:nvPr/>
        </p:nvSpPr>
        <p:spPr>
          <a:xfrm>
            <a:off x="115128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85" name="任意多边形: 形状 84"/>
          <p:cNvSpPr>
            <a:spLocks noGrp="1"/>
          </p:cNvSpPr>
          <p:nvPr/>
        </p:nvSpPr>
        <p:spPr>
          <a:xfrm>
            <a:off x="11548800" y="6695640"/>
            <a:ext cx="25560" cy="33120"/>
          </a:xfrm>
          <a:custGeom>
            <a:avLst/>
            <a:gdLst>
              <a:gd name="textAreaLeft" fmla="*/ 0 w 25560"/>
              <a:gd name="textAreaRight" fmla="*/ 25920 w 25560"/>
              <a:gd name="textAreaTop" fmla="*/ 0 h 33120"/>
              <a:gd name="textAreaBottom" fmla="*/ 33480 h 33120"/>
              <a:gd name="GluePoint1X" fmla="*/ 15449 w 15509"/>
              <a:gd name="GluePoint1Y" fmla="*/ 19228 h 20225"/>
              <a:gd name="GluePoint2X" fmla="*/ 9977 w 15509"/>
              <a:gd name="GluePoint2Y" fmla="*/ 20226 h 20225"/>
              <a:gd name="GluePoint3X" fmla="*/ 0 w 15509"/>
              <a:gd name="GluePoint3Y" fmla="*/ 10309 h 20225"/>
              <a:gd name="GluePoint4X" fmla="*/ 10763 w 15509"/>
              <a:gd name="GluePoint4Y" fmla="*/ 0 h 20225"/>
              <a:gd name="GluePoint5X" fmla="*/ 15509 w 15509"/>
              <a:gd name="GluePoint5Y" fmla="*/ 877 h 20225"/>
              <a:gd name="GluePoint6X" fmla="*/ 14633 w 15509"/>
              <a:gd name="GluePoint6Y" fmla="*/ 4565 h 20225"/>
              <a:gd name="GluePoint7X" fmla="*/ 10944 w 15509"/>
              <a:gd name="GluePoint7Y" fmla="*/ 3809 h 20225"/>
              <a:gd name="GluePoint8X" fmla="*/ 5019 w 15509"/>
              <a:gd name="GluePoint8Y" fmla="*/ 10098 h 20225"/>
              <a:gd name="GluePoint9X" fmla="*/ 10975 w 15509"/>
              <a:gd name="GluePoint9Y" fmla="*/ 16356 h 20225"/>
              <a:gd name="GluePoint10X" fmla="*/ 14814 w 15509"/>
              <a:gd name="GluePoint10Y" fmla="*/ 15600 h 20225"/>
              <a:gd name="GluePoint11X" fmla="*/ 15479 w 15509"/>
              <a:gd name="GluePoint11Y" fmla="*/ 19228 h 20225"/>
            </a:gdLst>
            <a:ahLst/>
            <a:cxnLst/>
            <a:rect l="textAreaLeft" t="textAreaTop" r="textAreaRight" b="textAreaBottom"/>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86" name="任意多边形: 形状 85"/>
          <p:cNvSpPr>
            <a:spLocks noGrp="1"/>
          </p:cNvSpPr>
          <p:nvPr/>
        </p:nvSpPr>
        <p:spPr>
          <a:xfrm>
            <a:off x="1157796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2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87" name="任意多边形: 形状 86"/>
          <p:cNvSpPr>
            <a:spLocks noGrp="1"/>
          </p:cNvSpPr>
          <p:nvPr/>
        </p:nvSpPr>
        <p:spPr>
          <a:xfrm>
            <a:off x="11612160" y="6695640"/>
            <a:ext cx="22680" cy="33120"/>
          </a:xfrm>
          <a:custGeom>
            <a:avLst/>
            <a:gdLst>
              <a:gd name="textAreaLeft" fmla="*/ 0 w 22680"/>
              <a:gd name="textAreaRight" fmla="*/ 23040 w 22680"/>
              <a:gd name="textAreaTop" fmla="*/ 0 h 33120"/>
              <a:gd name="textAreaBottom" fmla="*/ 33480 h 33120"/>
              <a:gd name="GluePoint1X" fmla="*/ 93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489" name="任意多边形: 形状 13"/>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490" name="任意多边形: 形状 94"/>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491" name="任意多边形: 形状 122"/>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492" name="任意多边形: 形状 123"/>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493" name="任意多边形: 形状 124"/>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495" name="任意多边形: 形状 126"/>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496" name="任意多边形: 形状 127"/>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497" name="任意多边形: 形状 128"/>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498" name="任意多边形: 形状 129"/>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499" name="任意多边形: 形状 130"/>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500" name="任意多边形: 形状 132"/>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501" name="PlaceHolder 2"/>
          <p:cNvSpPr>
            <a:spLocks noGrp="1"/>
          </p:cNvSpPr>
          <p:nvPr>
            <p:ph type="body" idx="10" hasCustomPrompt="1"/>
          </p:nvPr>
        </p:nvSpPr>
        <p:spPr>
          <a:xfrm>
            <a:off x="651600" y="2090160"/>
            <a:ext cx="4831200" cy="420840"/>
          </a:xfrm>
          <a:prstGeom prst="rect">
            <a:avLst/>
          </a:prstGeom>
          <a:noFill/>
          <a:ln w="0">
            <a:noFill/>
          </a:ln>
        </p:spPr>
        <p:txBody>
          <a:bodyPr lIns="91440" tIns="45720" rIns="91440" bIns="45720" anchor="t">
            <a:spAutoFit/>
          </a:bodyPr>
          <a:lstStyle>
            <a:lvl1pPr indent="0" algn="l" defTabSz="914400">
              <a:lnSpc>
                <a:spcPct val="120000"/>
              </a:lnSpc>
              <a:buNone/>
              <a:tabLst>
                <a:tab pos="0" algn="l"/>
              </a:tabLst>
              <a:defRPr sz="1800" b="1" u="none">
                <a:solidFill>
                  <a:srgbClr val="000000"/>
                </a:solidFill>
                <a:latin typeface="Arial" panose="020B0604020202090204"/>
                <a:ea typeface="Arial" panose="020B0604020202090204"/>
                <a:cs typeface="Arial" panose="020B0604020202090204"/>
              </a:defRPr>
            </a:lvl1pPr>
          </a:lstStyle>
          <a:p>
            <a:pPr indent="0" algn="l" defTabSz="914400">
              <a:lnSpc>
                <a:spcPct val="120000"/>
              </a:lnSpc>
              <a:buNone/>
              <a:tabLst>
                <a:tab pos="0" algn="l"/>
              </a:tabLst>
            </a:pPr>
            <a:r>
              <a:rPr sz="1800" b="1" u="none">
                <a:solidFill>
                  <a:srgbClr val="000000"/>
                </a:solidFill>
                <a:latin typeface="Arial" panose="020B0604020202090204"/>
                <a:ea typeface="Arial" panose="020B0604020202090204"/>
                <a:cs typeface="Arial" panose="020B0604020202090204"/>
              </a:rPr>
              <a:t>输入内容</a:t>
            </a:r>
            <a:endParaRPr sz="1800" b="0" u="none" spc="119">
              <a:solidFill>
                <a:srgbClr val="262626"/>
              </a:solidFill>
              <a:latin typeface="Arial" panose="020B0604020202090204"/>
              <a:ea typeface="Arial" panose="020B0604020202090204"/>
              <a:cs typeface="Arial" panose="020B0604020202090204"/>
            </a:endParaRPr>
          </a:p>
        </p:txBody>
      </p:sp>
      <p:sp>
        <p:nvSpPr>
          <p:cNvPr id="502" name="PlaceHolder 3"/>
          <p:cNvSpPr>
            <a:spLocks noGrp="1"/>
          </p:cNvSpPr>
          <p:nvPr>
            <p:ph type="body" idx="20" hasCustomPrompt="1"/>
          </p:nvPr>
        </p:nvSpPr>
        <p:spPr>
          <a:xfrm>
            <a:off x="645480" y="3157560"/>
            <a:ext cx="4778640" cy="1868760"/>
          </a:xfrm>
          <a:prstGeom prst="rect">
            <a:avLst/>
          </a:prstGeom>
          <a:noFill/>
          <a:ln w="0">
            <a:noFill/>
          </a:ln>
        </p:spPr>
        <p:txBody>
          <a:bodyPr lIns="91440" tIns="45720" rIns="91440" bIns="45720" anchor="t">
            <a:noAutofit/>
          </a:bodyPr>
          <a:lstStyle>
            <a:lvl1pPr indent="360045" algn="just" defTabSz="914400">
              <a:lnSpc>
                <a:spcPct val="140000"/>
              </a:lnSpc>
              <a:spcAft>
                <a:spcPts val="1200"/>
              </a:spcAft>
              <a:buNone/>
              <a:tabLst>
                <a:tab pos="0" algn="l"/>
              </a:tabLst>
              <a:defRPr sz="1400" b="0" u="none" spc="119">
                <a:solidFill>
                  <a:srgbClr val="262626"/>
                </a:solidFill>
                <a:latin typeface="Arial" panose="020B0604020202090204"/>
                <a:ea typeface="Arial" panose="020B0604020202090204"/>
                <a:cs typeface="Arial" panose="020B0604020202090204"/>
              </a:defRPr>
            </a:lvl1pPr>
            <a:lvl2pPr indent="360045" algn="just" defTabSz="914400">
              <a:lnSpc>
                <a:spcPct val="140000"/>
              </a:lnSpc>
              <a:spcAft>
                <a:spcPts val="1200"/>
              </a:spcAft>
              <a:buNone/>
              <a:tabLst>
                <a:tab pos="0" algn="l"/>
              </a:tabLst>
              <a:defRPr sz="1400" b="0" u="none" spc="119">
                <a:solidFill>
                  <a:srgbClr val="262626"/>
                </a:solidFill>
                <a:latin typeface="Arial" panose="020B0604020202090204"/>
                <a:ea typeface="Arial" panose="020B0604020202090204"/>
                <a:cs typeface="Arial" panose="020B0604020202090204"/>
              </a:defRPr>
            </a:lvl2pPr>
          </a:lstStyle>
          <a:p>
            <a:pPr indent="0" algn="just" defTabSz="914400">
              <a:lnSpc>
                <a:spcPct val="140000"/>
              </a:lnSpc>
              <a:spcAft>
                <a:spcPts val="1200"/>
              </a:spcAft>
              <a:buNone/>
              <a:tabLst>
                <a:tab pos="0" algn="l"/>
              </a:tabLst>
            </a:pPr>
            <a:r>
              <a:rPr sz="1400" b="0" u="none" spc="119">
                <a:solidFill>
                  <a:srgbClr val="262626"/>
                </a:solidFill>
                <a:latin typeface="Arial" panose="020B0604020202090204"/>
                <a:ea typeface="Arial" panose="020B0604020202090204"/>
                <a:cs typeface="Arial" panose="020B0604020202090204"/>
              </a:rPr>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sz="1400" b="0" u="none" spc="119">
              <a:solidFill>
                <a:srgbClr val="262626"/>
              </a:solidFill>
              <a:latin typeface="Arial" panose="020B0604020202090204"/>
              <a:ea typeface="Arial" panose="020B0604020202090204"/>
              <a:cs typeface="Arial" panose="020B0604020202090204"/>
            </a:endParaRPr>
          </a:p>
          <a:p>
            <a:pPr indent="0" algn="just" defTabSz="914400">
              <a:lnSpc>
                <a:spcPct val="140000"/>
              </a:lnSpc>
              <a:spcAft>
                <a:spcPts val="1200"/>
              </a:spcAft>
              <a:buNone/>
              <a:tabLst>
                <a:tab pos="0" algn="l"/>
              </a:tabLst>
            </a:pPr>
            <a:endParaRPr sz="1400" b="0" u="none" spc="119">
              <a:solidFill>
                <a:srgbClr val="262626"/>
              </a:solidFill>
              <a:latin typeface="Arial" panose="020B0604020202090204"/>
              <a:ea typeface="Arial" panose="020B0604020202090204"/>
              <a:cs typeface="Arial" panose="020B0604020202090204"/>
            </a:endParaRPr>
          </a:p>
        </p:txBody>
      </p:sp>
      <p:sp>
        <p:nvSpPr>
          <p:cNvPr id="503" name="PlaceHolder 4"/>
          <p:cNvSpPr>
            <a:spLocks noGrp="1"/>
          </p:cNvSpPr>
          <p:nvPr>
            <p:ph type="body" idx="30" hasCustomPrompt="1"/>
          </p:nvPr>
        </p:nvSpPr>
        <p:spPr>
          <a:xfrm>
            <a:off x="6125760" y="1733400"/>
            <a:ext cx="5448600" cy="3632400"/>
          </a:xfrm>
          <a:prstGeom prst="rect">
            <a:avLst/>
          </a:prstGeom>
          <a:noFill/>
          <a:ln w="19080">
            <a:solidFill>
              <a:schemeClr val="accent1"/>
            </a:solidFill>
          </a:ln>
          <a:effectLst>
            <a:outerShdw blurRad="228600" dist="88920" dir="5400000" rotWithShape="0">
              <a:srgbClr val="ED6F00">
                <a:alpha val="24000"/>
              </a:srgbClr>
            </a:outerShdw>
          </a:effectLst>
        </p:spPr>
        <p:txBody>
          <a:bodyPr lIns="90000" tIns="45000" rIns="90000" bIns="45000" anchor="ctr">
            <a:noAutofit/>
          </a:bodyPr>
          <a:lstStyle>
            <a:lvl1pPr indent="360045" algn="l" defTabSz="914400">
              <a:lnSpc>
                <a:spcPct val="140000"/>
              </a:lnSpc>
              <a:spcAft>
                <a:spcPts val="1200"/>
              </a:spcAft>
              <a:buNone/>
              <a:tabLst>
                <a:tab pos="0" algn="l"/>
              </a:tabLst>
              <a:defRPr sz="1800" b="0" u="none" spc="119">
                <a:solidFill>
                  <a:srgbClr val="262626"/>
                </a:solidFill>
                <a:latin typeface="Arial" panose="020B0604020202090204"/>
                <a:ea typeface="Arial" panose="020B0604020202090204"/>
                <a:cs typeface="Arial" panose="020B0604020202090204"/>
              </a:defRPr>
            </a:lvl1pPr>
            <a:lvl2pPr indent="360045" algn="l" defTabSz="914400">
              <a:lnSpc>
                <a:spcPct val="140000"/>
              </a:lnSpc>
              <a:spcAft>
                <a:spcPts val="1200"/>
              </a:spcAft>
              <a:buClr>
                <a:srgbClr val="000000"/>
              </a:buClr>
              <a:buSzPct val="75000"/>
              <a:buFont typeface="Symbol"/>
              <a:buChar char=""/>
              <a:tabLst>
                <a:tab pos="0" algn="l"/>
              </a:tabLst>
              <a:defRPr sz="1800" b="0" u="none" spc="119">
                <a:solidFill>
                  <a:srgbClr val="262626"/>
                </a:solidFill>
                <a:latin typeface="Arial" panose="020B0604020202090204"/>
                <a:ea typeface="Arial" panose="020B0604020202090204"/>
                <a:cs typeface="Arial" panose="020B0604020202090204"/>
              </a:defRPr>
            </a:lvl2pPr>
            <a:lvl3pPr indent="360045" algn="l" defTabSz="914400">
              <a:lnSpc>
                <a:spcPct val="90000"/>
              </a:lnSpc>
              <a:spcBef>
                <a:spcPts val="850"/>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3pPr>
            <a:lvl4pPr indent="360045" algn="l" defTabSz="914400">
              <a:lnSpc>
                <a:spcPct val="90000"/>
              </a:lnSpc>
              <a:spcBef>
                <a:spcPts val="56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4pPr>
            <a:lvl5pPr indent="360045"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5pPr>
            <a:lvl6pPr indent="360045"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6pPr>
            <a:lvl7pPr indent="360045"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7pPr>
          </a:lstStyle>
          <a:p>
            <a:pPr indent="0" algn="l" defTabSz="914400">
              <a:lnSpc>
                <a:spcPct val="140000"/>
              </a:lnSpc>
              <a:spcAft>
                <a:spcPts val="1200"/>
              </a:spcAft>
              <a:buNone/>
              <a:tabLst>
                <a:tab pos="0" algn="l"/>
              </a:tabLst>
            </a:pPr>
            <a:r>
              <a:rPr sz="1800" b="0" u="none" spc="119">
                <a:solidFill>
                  <a:srgbClr val="262626"/>
                </a:solidFill>
                <a:latin typeface="Arial" panose="020B0604020202090204"/>
                <a:ea typeface="Arial" panose="020B0604020202090204"/>
                <a:cs typeface="Arial" panose="020B0604020202090204"/>
              </a:rPr>
              <a:t>Click to edit the outline text format</a:t>
            </a:r>
            <a:endParaRPr sz="1800" b="0" u="none" spc="119">
              <a:solidFill>
                <a:srgbClr val="262626"/>
              </a:solidFill>
              <a:latin typeface="Arial" panose="020B0604020202090204"/>
              <a:ea typeface="Arial" panose="020B0604020202090204"/>
              <a:cs typeface="Arial" panose="020B0604020202090204"/>
            </a:endParaRPr>
          </a:p>
          <a:p>
            <a:pPr marL="457200" lvl="1" indent="-323850" algn="l" defTabSz="914400">
              <a:lnSpc>
                <a:spcPct val="140000"/>
              </a:lnSpc>
              <a:spcAft>
                <a:spcPts val="1200"/>
              </a:spcAft>
              <a:buClr>
                <a:srgbClr val="000000"/>
              </a:buClr>
              <a:buSzPct val="75000"/>
              <a:buFont typeface="Symbol"/>
              <a:buChar char=""/>
              <a:tabLst>
                <a:tab pos="0" algn="l"/>
              </a:tabLst>
            </a:pPr>
            <a:r>
              <a:rPr sz="1800" b="0" u="none" spc="119">
                <a:solidFill>
                  <a:srgbClr val="262626"/>
                </a:solidFill>
                <a:latin typeface="Arial" panose="020B0604020202090204"/>
                <a:ea typeface="Arial" panose="020B0604020202090204"/>
                <a:cs typeface="Arial" panose="020B0604020202090204"/>
              </a:rPr>
              <a:t>Second Outline Level</a:t>
            </a:r>
            <a:endParaRPr sz="1800" b="0" u="none" spc="119">
              <a:solidFill>
                <a:srgbClr val="262626"/>
              </a:solidFill>
              <a:latin typeface="Arial" panose="020B0604020202090204"/>
              <a:ea typeface="Arial" panose="020B0604020202090204"/>
              <a:cs typeface="Arial" panose="020B0604020202090204"/>
            </a:endParaRPr>
          </a:p>
          <a:p>
            <a:pPr marL="914400" lvl="2" indent="-288290" algn="l" defTabSz="914400">
              <a:lnSpc>
                <a:spcPct val="90000"/>
              </a:lnSpc>
              <a:spcBef>
                <a:spcPts val="850"/>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371600" lvl="3" indent="-215900" algn="l" defTabSz="914400">
              <a:lnSpc>
                <a:spcPct val="90000"/>
              </a:lnSpc>
              <a:spcBef>
                <a:spcPts val="56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1828800" lvl="4"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Fifth Outline Level</a:t>
            </a:r>
            <a:endParaRPr sz="1800" b="0" u="none">
              <a:solidFill>
                <a:schemeClr val="dk1"/>
              </a:solidFill>
              <a:latin typeface="微软雅黑"/>
              <a:ea typeface="微软雅黑"/>
              <a:cs typeface="微软雅黑"/>
            </a:endParaRPr>
          </a:p>
          <a:p>
            <a:pPr marL="2286000" lvl="5"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Sixth Outline Level</a:t>
            </a:r>
            <a:endParaRPr sz="1800" b="0" u="none">
              <a:solidFill>
                <a:schemeClr val="dk1"/>
              </a:solidFill>
              <a:latin typeface="微软雅黑"/>
              <a:ea typeface="微软雅黑"/>
              <a:cs typeface="微软雅黑"/>
            </a:endParaRPr>
          </a:p>
          <a:p>
            <a:pPr marL="2743200" lvl="6"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Seventh Outline Level</a:t>
            </a:r>
            <a:endParaRPr sz="1800" b="0" u="none">
              <a:solidFill>
                <a:schemeClr val="dk1"/>
              </a:solidFill>
              <a:latin typeface="微软雅黑"/>
              <a:ea typeface="微软雅黑"/>
              <a:cs typeface="微软雅黑"/>
            </a:endParaRPr>
          </a:p>
        </p:txBody>
      </p:sp>
      <p:sp>
        <p:nvSpPr>
          <p:cNvPr id="504" name="文本占位符 18"/>
          <p:cNvSpPr>
            <a:spLocks noGrp="1"/>
          </p:cNvSpPr>
          <p:nvPr/>
        </p:nvSpPr>
        <p:spPr>
          <a:xfrm>
            <a:off x="695160" y="1630800"/>
            <a:ext cx="1482480" cy="285840"/>
          </a:xfrm>
          <a:prstGeom prst="roundRect">
            <a:avLst>
              <a:gd name="adj" fmla="val 50000"/>
            </a:avLst>
          </a:prstGeom>
          <a:gradFill rotWithShape="0">
            <a:gsLst>
              <a:gs pos="0">
                <a:srgbClr val="ED6F00"/>
              </a:gs>
              <a:gs pos="100000">
                <a:srgbClr val="FF8417"/>
              </a:gs>
            </a:gsLst>
            <a:lin ang="2700000"/>
          </a:gradFill>
          <a:ln>
            <a:noFill/>
          </a:ln>
          <a:effectLst>
            <a:outerShdw blurRad="330120" dist="7632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90000"/>
              </a:lnSpc>
              <a:spcBef>
                <a:spcPts val="1000"/>
              </a:spcBef>
              <a:buNone/>
              <a:tabLst>
                <a:tab pos="0" algn="l"/>
              </a:tabLst>
            </a:pPr>
            <a:r>
              <a:rPr sz="1200" b="0" u="none">
                <a:solidFill>
                  <a:srgbClr val="FFFFFF"/>
                </a:solidFill>
                <a:latin typeface="Arial" panose="020B0604020202090204"/>
                <a:ea typeface="Arial" panose="020B0604020202090204"/>
                <a:cs typeface="Arial" panose="020B0604020202090204"/>
              </a:rPr>
              <a:t>输入标题</a:t>
            </a:r>
            <a:endParaRPr sz="1200" b="0" u="none">
              <a:solidFill>
                <a:srgbClr val="FFFFFF"/>
              </a:solidFill>
              <a:latin typeface="Arial" panose="020B0604020202090204"/>
              <a:ea typeface="Arial" panose="020B0604020202090204"/>
              <a:cs typeface="Arial" panose="020B0604020202090204"/>
            </a:endParaRPr>
          </a:p>
        </p:txBody>
      </p:sp>
      <p:sp>
        <p:nvSpPr>
          <p:cNvPr id="505" name="TextBox 8"/>
          <p:cNvSpPr>
            <a:spLocks noGrp="1"/>
          </p:cNvSpPr>
          <p:nvPr/>
        </p:nvSpPr>
        <p:spPr>
          <a:xfrm>
            <a:off x="499680" y="6525720"/>
            <a:ext cx="1873800" cy="216360"/>
          </a:xfrm>
          <a:custGeom>
            <a:avLst/>
            <a:gdLst>
              <a:gd name="textAreaLeft" fmla="*/ 0 w 1873800"/>
              <a:gd name="textAreaRight" fmla="*/ 1874160 w 1873800"/>
              <a:gd name="textAreaTop" fmla="*/ 0 h 216360"/>
              <a:gd name="textAreaBottom" fmla="*/ 216720 h 216360"/>
            </a:gdLst>
            <a:ahLst/>
            <a:cxnLst/>
            <a:rect l="textAreaLeft" t="textAreaTop" r="textAreaRight" b="textAreaBottom"/>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lt1"/>
              </a:solidFill>
              <a:latin typeface="钟齐志莽行书"/>
              <a:ea typeface="钟齐志莽行书"/>
              <a:cs typeface="钟齐志莽行书"/>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内容页10">
    <p:bg>
      <p:bgPr>
        <a:solidFill>
          <a:srgbClr val="FFFFFF"/>
        </a:solidFill>
        <a:effectLst/>
      </p:bgPr>
    </p:bg>
    <p:spTree>
      <p:nvGrpSpPr>
        <p:cNvPr id="1" name=""/>
        <p:cNvGrpSpPr/>
        <p:nvPr/>
      </p:nvGrpSpPr>
      <p:grpSpPr/>
      <p:pic>
        <p:nvPicPr>
          <p:cNvPr id="736"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508"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509"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510"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511"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512"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514"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515"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516"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517"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518"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519"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748" name="图片 2"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522" name="Freeform 1031"/>
          <p:cNvSpPr>
            <a:spLocks noGrp="1"/>
          </p:cNvSpPr>
          <p:nvPr/>
        </p:nvSpPr>
        <p:spPr>
          <a:xfrm>
            <a:off x="511560" y="415080"/>
            <a:ext cx="295920" cy="387360"/>
          </a:xfrm>
          <a:custGeom>
            <a:avLst/>
            <a:gdLst>
              <a:gd name="textAreaLeft" fmla="*/ 0 w 295920"/>
              <a:gd name="textAreaRight" fmla="*/ 296280 w 295920"/>
              <a:gd name="textAreaTop" fmla="*/ 0 h 387360"/>
              <a:gd name="textAreaBottom" fmla="*/ 387720 h 387360"/>
              <a:gd name="GluePoint1X" fmla="*/ 162 w 539"/>
              <a:gd name="GluePoint1Y" fmla="*/ 705 h 705"/>
              <a:gd name="GluePoint2X" fmla="*/ 0 w 539"/>
              <a:gd name="GluePoint2Y" fmla="*/ 705 h 705"/>
              <a:gd name="GluePoint3X" fmla="*/ 375 w 539"/>
              <a:gd name="GluePoint3Y" fmla="*/ 0 h 705"/>
              <a:gd name="GluePoint4X" fmla="*/ 539 w 539"/>
              <a:gd name="GluePoint4Y" fmla="*/ 0 h 705"/>
              <a:gd name="GluePoint5X" fmla="*/ 162 w 539"/>
              <a:gd name="GluePoint5Y" fmla="*/ 705 h 705"/>
            </a:gdLst>
            <a:ahLst/>
            <a:cxnLst/>
            <a:rect l="textAreaLeft" t="textAreaTop" r="textAreaRight" b="textAreaBottom"/>
            <a:pathLst>
              <a:path w="539" h="705">
                <a:moveTo>
                  <a:pt x="162" y="705"/>
                </a:moveTo>
                <a:lnTo>
                  <a:pt x="0" y="705"/>
                </a:lnTo>
                <a:lnTo>
                  <a:pt x="375" y="0"/>
                </a:lnTo>
                <a:lnTo>
                  <a:pt x="539" y="0"/>
                </a:lnTo>
                <a:lnTo>
                  <a:pt x="162" y="705"/>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523" name="Freeform 1034"/>
          <p:cNvSpPr>
            <a:spLocks noGrp="1"/>
          </p:cNvSpPr>
          <p:nvPr/>
        </p:nvSpPr>
        <p:spPr>
          <a:xfrm>
            <a:off x="435600" y="456840"/>
            <a:ext cx="185400" cy="242640"/>
          </a:xfrm>
          <a:custGeom>
            <a:avLst/>
            <a:gdLst>
              <a:gd name="textAreaLeft" fmla="*/ 0 w 185400"/>
              <a:gd name="textAreaRight" fmla="*/ 185760 w 185400"/>
              <a:gd name="textAreaTop" fmla="*/ 0 h 242640"/>
              <a:gd name="textAreaBottom" fmla="*/ 243000 h 242640"/>
              <a:gd name="GluePoint1X" fmla="*/ 102 w 338"/>
              <a:gd name="GluePoint1Y" fmla="*/ 442 h 442"/>
              <a:gd name="GluePoint2X" fmla="*/ 0 w 338"/>
              <a:gd name="GluePoint2Y" fmla="*/ 442 h 442"/>
              <a:gd name="GluePoint3X" fmla="*/ 235 w 338"/>
              <a:gd name="GluePoint3Y" fmla="*/ 0 h 442"/>
              <a:gd name="GluePoint4X" fmla="*/ 338 w 338"/>
              <a:gd name="GluePoint4Y" fmla="*/ 0 h 442"/>
              <a:gd name="GluePoint5X" fmla="*/ 102 w 338"/>
              <a:gd name="GluePoint5Y" fmla="*/ 442 h 442"/>
            </a:gdLst>
            <a:ahLst/>
            <a:cxnLst/>
            <a:rect l="textAreaLeft" t="textAreaTop" r="textAreaRight" b="textAreaBottom"/>
            <a:pathLst>
              <a:path w="338" h="442">
                <a:moveTo>
                  <a:pt x="102" y="442"/>
                </a:moveTo>
                <a:lnTo>
                  <a:pt x="0" y="442"/>
                </a:lnTo>
                <a:lnTo>
                  <a:pt x="235" y="0"/>
                </a:lnTo>
                <a:lnTo>
                  <a:pt x="338" y="0"/>
                </a:lnTo>
                <a:lnTo>
                  <a:pt x="102" y="442"/>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524" name="Freeform 1032"/>
          <p:cNvSpPr>
            <a:spLocks noGrp="1"/>
          </p:cNvSpPr>
          <p:nvPr/>
        </p:nvSpPr>
        <p:spPr>
          <a:xfrm>
            <a:off x="696240" y="572400"/>
            <a:ext cx="185400" cy="243360"/>
          </a:xfrm>
          <a:custGeom>
            <a:avLst/>
            <a:gdLst>
              <a:gd name="textAreaLeft" fmla="*/ 0 w 185400"/>
              <a:gd name="textAreaRight" fmla="*/ 185760 w 185400"/>
              <a:gd name="textAreaTop" fmla="*/ 0 h 243360"/>
              <a:gd name="textAreaBottom" fmla="*/ 243720 h 243360"/>
              <a:gd name="GluePoint1X" fmla="*/ 102 w 338"/>
              <a:gd name="GluePoint1Y" fmla="*/ 443 h 443"/>
              <a:gd name="GluePoint2X" fmla="*/ 0 w 338"/>
              <a:gd name="GluePoint2Y" fmla="*/ 443 h 443"/>
              <a:gd name="GluePoint3X" fmla="*/ 235 w 338"/>
              <a:gd name="GluePoint3Y" fmla="*/ 0 h 443"/>
              <a:gd name="GluePoint4X" fmla="*/ 338 w 338"/>
              <a:gd name="GluePoint4Y" fmla="*/ 0 h 443"/>
              <a:gd name="GluePoint5X" fmla="*/ 102 w 338"/>
              <a:gd name="GluePoint5Y" fmla="*/ 443 h 443"/>
            </a:gdLst>
            <a:ahLst/>
            <a:cxnLst/>
            <a:rect l="textAreaLeft" t="textAreaTop" r="textAreaRight" b="textAreaBottom"/>
            <a:pathLst>
              <a:path w="338" h="443">
                <a:moveTo>
                  <a:pt x="102" y="443"/>
                </a:moveTo>
                <a:lnTo>
                  <a:pt x="0" y="443"/>
                </a:lnTo>
                <a:lnTo>
                  <a:pt x="235" y="0"/>
                </a:lnTo>
                <a:lnTo>
                  <a:pt x="338" y="0"/>
                </a:lnTo>
                <a:lnTo>
                  <a:pt x="102" y="443"/>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525" name="Freeform 1033"/>
          <p:cNvSpPr>
            <a:spLocks noGrp="1"/>
          </p:cNvSpPr>
          <p:nvPr/>
        </p:nvSpPr>
        <p:spPr>
          <a:xfrm>
            <a:off x="543960" y="318960"/>
            <a:ext cx="185400" cy="242640"/>
          </a:xfrm>
          <a:custGeom>
            <a:avLst/>
            <a:gdLst>
              <a:gd name="textAreaLeft" fmla="*/ 0 w 185400"/>
              <a:gd name="textAreaRight" fmla="*/ 185760 w 185400"/>
              <a:gd name="textAreaTop" fmla="*/ 0 h 242640"/>
              <a:gd name="textAreaBottom" fmla="*/ 243000 h 242640"/>
              <a:gd name="GluePoint1X" fmla="*/ 103 w 338"/>
              <a:gd name="GluePoint1Y" fmla="*/ 442 h 442"/>
              <a:gd name="GluePoint2X" fmla="*/ 0 w 338"/>
              <a:gd name="GluePoint2Y" fmla="*/ 442 h 442"/>
              <a:gd name="GluePoint3X" fmla="*/ 236 w 338"/>
              <a:gd name="GluePoint3Y" fmla="*/ 0 h 442"/>
              <a:gd name="GluePoint4X" fmla="*/ 338 w 338"/>
              <a:gd name="GluePoint4Y" fmla="*/ 0 h 442"/>
              <a:gd name="GluePoint5X" fmla="*/ 103 w 338"/>
              <a:gd name="GluePoint5Y" fmla="*/ 442 h 442"/>
            </a:gdLst>
            <a:ahLst/>
            <a:cxnLst/>
            <a:rect l="textAreaLeft" t="textAreaTop" r="textAreaRight" b="textAreaBottom"/>
            <a:pathLst>
              <a:path w="338" h="442">
                <a:moveTo>
                  <a:pt x="103" y="442"/>
                </a:moveTo>
                <a:lnTo>
                  <a:pt x="0" y="442"/>
                </a:lnTo>
                <a:lnTo>
                  <a:pt x="236" y="0"/>
                </a:lnTo>
                <a:lnTo>
                  <a:pt x="338" y="0"/>
                </a:lnTo>
                <a:lnTo>
                  <a:pt x="103" y="442"/>
                </a:lnTo>
                <a:close/>
              </a:path>
            </a:pathLst>
          </a:custGeom>
          <a:solidFill>
            <a:schemeClr val="accent1">
              <a:alpha val="73000"/>
            </a:schemeClr>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526" name="Freeform 1029"/>
          <p:cNvSpPr>
            <a:spLocks noGrp="1"/>
          </p:cNvSpPr>
          <p:nvPr/>
        </p:nvSpPr>
        <p:spPr>
          <a:xfrm>
            <a:off x="595440" y="327240"/>
            <a:ext cx="5800320" cy="440280"/>
          </a:xfrm>
          <a:prstGeom prst="parallelogram">
            <a:avLst>
              <a:gd name="adj" fmla="val 53329"/>
            </a:avLst>
          </a:prstGeom>
          <a:gradFill rotWithShape="0">
            <a:gsLst>
              <a:gs pos="0">
                <a:srgbClr val="ED6F00">
                  <a:alpha val="9000"/>
                </a:srgbClr>
              </a:gs>
              <a:gs pos="100000">
                <a:srgbClr val="ED6F00">
                  <a:alpha val="0"/>
                </a:srgbClr>
              </a:gs>
            </a:gsLst>
            <a:lin ang="2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527" name="Freeform 1030"/>
          <p:cNvSpPr>
            <a:spLocks noGrp="1"/>
          </p:cNvSpPr>
          <p:nvPr/>
        </p:nvSpPr>
        <p:spPr>
          <a:xfrm>
            <a:off x="585360" y="327240"/>
            <a:ext cx="336600" cy="440280"/>
          </a:xfrm>
          <a:custGeom>
            <a:avLst/>
            <a:gdLst>
              <a:gd name="textAreaLeft" fmla="*/ 0 w 336600"/>
              <a:gd name="textAreaRight" fmla="*/ 336960 w 336600"/>
              <a:gd name="textAreaTop" fmla="*/ 0 h 440280"/>
              <a:gd name="textAreaBottom" fmla="*/ 440640 h 440280"/>
              <a:gd name="GluePoint1X" fmla="*/ 161 w 539"/>
              <a:gd name="GluePoint1Y" fmla="*/ 705 h 705"/>
              <a:gd name="GluePoint2X" fmla="*/ 0 w 539"/>
              <a:gd name="GluePoint2Y" fmla="*/ 705 h 705"/>
              <a:gd name="GluePoint3X" fmla="*/ 377 w 539"/>
              <a:gd name="GluePoint3Y" fmla="*/ 0 h 705"/>
              <a:gd name="GluePoint4X" fmla="*/ 539 w 539"/>
              <a:gd name="GluePoint4Y" fmla="*/ 0 h 705"/>
              <a:gd name="GluePoint5X" fmla="*/ 161 w 539"/>
              <a:gd name="GluePoint5Y" fmla="*/ 705 h 705"/>
            </a:gdLst>
            <a:ahLst/>
            <a:cxnLst/>
            <a:rect l="textAreaLeft" t="textAreaTop" r="textAreaRight" b="textAreaBottom"/>
            <a:pathLst>
              <a:path w="539" h="705">
                <a:moveTo>
                  <a:pt x="161" y="705"/>
                </a:moveTo>
                <a:lnTo>
                  <a:pt x="0" y="705"/>
                </a:lnTo>
                <a:lnTo>
                  <a:pt x="377" y="0"/>
                </a:lnTo>
                <a:lnTo>
                  <a:pt x="539" y="0"/>
                </a:lnTo>
                <a:lnTo>
                  <a:pt x="161" y="705"/>
                </a:lnTo>
                <a:close/>
              </a:path>
            </a:pathLst>
          </a:custGeom>
          <a:gradFill rotWithShape="0">
            <a:gsLst>
              <a:gs pos="26000">
                <a:srgbClr val="ED6F00"/>
              </a:gs>
              <a:gs pos="100000">
                <a:srgbClr val="FFA85B"/>
              </a:gs>
            </a:gsLst>
            <a:lin ang="162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528" name="PlaceHolder 1"/>
          <p:cNvSpPr>
            <a:spLocks noGrp="1"/>
          </p:cNvSpPr>
          <p:nvPr>
            <p:ph type="title"/>
          </p:nvPr>
        </p:nvSpPr>
        <p:spPr>
          <a:xfrm>
            <a:off x="1003680" y="364320"/>
            <a:ext cx="6845040" cy="3690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sz="2400" b="1" u="none" spc="99">
                <a:solidFill>
                  <a:schemeClr val="accent1"/>
                </a:solidFill>
                <a:latin typeface="思源黑体 CN Bold"/>
                <a:ea typeface="思源黑体 CN Bold"/>
                <a:cs typeface="思源黑体 CN Bold"/>
              </a:defRPr>
            </a:lvl1pPr>
          </a:lstStyle>
          <a:p>
            <a:pPr indent="0" algn="l" defTabSz="914400">
              <a:lnSpc>
                <a:spcPct val="100000"/>
              </a:lnSpc>
              <a:buNone/>
              <a:tabLst>
                <a:tab pos="0" algn="l"/>
              </a:tabLst>
            </a:pPr>
            <a:r>
              <a:rPr sz="2400" b="1" u="none" spc="99">
                <a:solidFill>
                  <a:schemeClr val="accent1"/>
                </a:solidFill>
                <a:latin typeface="思源黑体 CN Bold"/>
                <a:ea typeface="思源黑体 CN Bold"/>
                <a:cs typeface="思源黑体 CN Bold"/>
              </a:rPr>
              <a:t>单击此处编辑母版标题样式</a:t>
            </a:r>
            <a:endParaRPr sz="2400" b="1" u="none" spc="99">
              <a:solidFill>
                <a:schemeClr val="accent1"/>
              </a:solidFill>
              <a:latin typeface="思源黑体 CN Bold"/>
              <a:ea typeface="思源黑体 CN Bold"/>
              <a:cs typeface="思源黑体 CN Bold"/>
            </a:endParaRPr>
          </a:p>
        </p:txBody>
      </p:sp>
      <p:sp>
        <p:nvSpPr>
          <p:cNvPr id="529" name="任意多边形: 形状 9"/>
          <p:cNvSpPr>
            <a:spLocks noGrp="1"/>
          </p:cNvSpPr>
          <p:nvPr/>
        </p:nvSpPr>
        <p:spPr>
          <a:xfrm>
            <a:off x="0" y="6427800"/>
            <a:ext cx="12191760" cy="429840"/>
          </a:xfrm>
          <a:custGeom>
            <a:avLst/>
            <a:gdLst>
              <a:gd name="textAreaLeft" fmla="*/ 0 w 12191760"/>
              <a:gd name="textAreaRight" fmla="*/ 12192120 w 12191760"/>
              <a:gd name="textAreaTop" fmla="*/ 0 h 429840"/>
              <a:gd name="textAreaBottom" fmla="*/ 430200 h 429840"/>
              <a:gd name="GluePoint1X" fmla="*/ 0 w 12192000"/>
              <a:gd name="GluePoint1Y" fmla="*/ 0 h 381000"/>
              <a:gd name="GluePoint2X" fmla="*/ 12192000 w 12192000"/>
              <a:gd name="GluePoint2Y" fmla="*/ 0 h 381000"/>
              <a:gd name="GluePoint3X" fmla="*/ 12192000 w 12192000"/>
              <a:gd name="GluePoint3Y" fmla="*/ 381000 h 381000"/>
              <a:gd name="GluePoint4X" fmla="*/ 0 w 12192000"/>
              <a:gd name="GluePoint4Y" fmla="*/ 381000 h 381000"/>
            </a:gdLst>
            <a:ahLst/>
            <a:cxnLst/>
            <a:rect l="textAreaLeft" t="textAreaTop" r="textAreaRight" b="textAreaBottom"/>
            <a:pathLst>
              <a:path w="12192000" h="381000">
                <a:moveTo>
                  <a:pt x="0" y="0"/>
                </a:moveTo>
                <a:lnTo>
                  <a:pt x="12192000" y="0"/>
                </a:lnTo>
                <a:lnTo>
                  <a:pt x="12192000" y="381000"/>
                </a:lnTo>
                <a:lnTo>
                  <a:pt x="0" y="381000"/>
                </a:lnTo>
                <a:close/>
              </a:path>
            </a:pathLst>
          </a:custGeom>
          <a:solidFill>
            <a:srgbClr val="ED6F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532" name="任意多边形: 形状 33"/>
          <p:cNvSpPr>
            <a:spLocks noGrp="1"/>
          </p:cNvSpPr>
          <p:nvPr/>
        </p:nvSpPr>
        <p:spPr>
          <a:xfrm>
            <a:off x="10206000" y="6556680"/>
            <a:ext cx="88200" cy="100800"/>
          </a:xfrm>
          <a:custGeom>
            <a:avLst/>
            <a:gdLst>
              <a:gd name="textAreaLeft" fmla="*/ 0 w 88200"/>
              <a:gd name="textAreaRight" fmla="*/ 88560 w 88200"/>
              <a:gd name="textAreaTop" fmla="*/ 0 h 100800"/>
              <a:gd name="textAreaBottom" fmla="*/ 101160 h 100800"/>
              <a:gd name="GluePoint1X" fmla="*/ 21465 w 53300"/>
              <a:gd name="GluePoint1Y" fmla="*/ 19954 h 60737"/>
              <a:gd name="GluePoint2X" fmla="*/ 21465 w 53300"/>
              <a:gd name="GluePoint2Y" fmla="*/ 31321 h 60737"/>
              <a:gd name="GluePoint3X" fmla="*/ 8798 w 53300"/>
              <a:gd name="GluePoint3Y" fmla="*/ 31321 h 60737"/>
              <a:gd name="GluePoint4X" fmla="*/ 8798 w 53300"/>
              <a:gd name="GluePoint4Y" fmla="*/ 19954 h 60737"/>
              <a:gd name="GluePoint5X" fmla="*/ 21465 w 53300"/>
              <a:gd name="GluePoint5Y" fmla="*/ 19954 h 60737"/>
              <a:gd name="GluePoint6X" fmla="*/ 8798 w 53300"/>
              <a:gd name="GluePoint6Y" fmla="*/ 42961 h 60737"/>
              <a:gd name="GluePoint7X" fmla="*/ 8798 w 53300"/>
              <a:gd name="GluePoint7Y" fmla="*/ 38305 h 60737"/>
              <a:gd name="GluePoint8X" fmla="*/ 21465 w 53300"/>
              <a:gd name="GluePoint8Y" fmla="*/ 38305 h 60737"/>
              <a:gd name="GluePoint9X" fmla="*/ 21465 w 53300"/>
              <a:gd name="GluePoint9Y" fmla="*/ 60738 h 60737"/>
              <a:gd name="GluePoint10X" fmla="*/ 30777 w 53300"/>
              <a:gd name="GluePoint10Y" fmla="*/ 60738 h 60737"/>
              <a:gd name="GluePoint11X" fmla="*/ 30777 w 53300"/>
              <a:gd name="GluePoint11Y" fmla="*/ 38305 h 60737"/>
              <a:gd name="GluePoint12X" fmla="*/ 43717 w 53300"/>
              <a:gd name="GluePoint12Y" fmla="*/ 38305 h 60737"/>
              <a:gd name="GluePoint13X" fmla="*/ 43717 w 53300"/>
              <a:gd name="GluePoint13Y" fmla="*/ 42175 h 60737"/>
              <a:gd name="GluePoint14X" fmla="*/ 53300 w 53300"/>
              <a:gd name="GluePoint14Y" fmla="*/ 42175 h 60737"/>
              <a:gd name="GluePoint15X" fmla="*/ 53300 w 53300"/>
              <a:gd name="GluePoint15Y" fmla="*/ 12698 h 60737"/>
              <a:gd name="GluePoint16X" fmla="*/ 30807 w 53300"/>
              <a:gd name="GluePoint16Y" fmla="*/ 12698 h 60737"/>
              <a:gd name="GluePoint17X" fmla="*/ 30807 w 53300"/>
              <a:gd name="GluePoint17Y" fmla="*/ 6228 h 60737"/>
              <a:gd name="GluePoint18X" fmla="*/ 31684 w 53300"/>
              <a:gd name="GluePoint18Y" fmla="*/ 1270 h 60737"/>
              <a:gd name="GluePoint19X" fmla="*/ 31865 w 53300"/>
              <a:gd name="GluePoint19Y" fmla="*/ 514 h 60737"/>
              <a:gd name="GluePoint20X" fmla="*/ 30112 w 53300"/>
              <a:gd name="GluePoint20Y" fmla="*/ 60 h 60737"/>
              <a:gd name="GluePoint21X" fmla="*/ 27330 w 53300"/>
              <a:gd name="GluePoint21Y" fmla="*/ 0 h 60737"/>
              <a:gd name="GluePoint22X" fmla="*/ 21223 w 53300"/>
              <a:gd name="GluePoint22Y" fmla="*/ 0 h 60737"/>
              <a:gd name="GluePoint23X" fmla="*/ 21223 w 53300"/>
              <a:gd name="GluePoint23Y" fmla="*/ 12668 h 60737"/>
              <a:gd name="GluePoint24X" fmla="*/ 0 w 53300"/>
              <a:gd name="GluePoint24Y" fmla="*/ 12668 h 60737"/>
              <a:gd name="GluePoint25X" fmla="*/ 0 w 53300"/>
              <a:gd name="GluePoint25Y" fmla="*/ 42930 h 60737"/>
              <a:gd name="GluePoint26X" fmla="*/ 8798 w 53300"/>
              <a:gd name="GluePoint26Y" fmla="*/ 42930 h 60737"/>
              <a:gd name="GluePoint27X" fmla="*/ 30777 w 53300"/>
              <a:gd name="GluePoint27Y" fmla="*/ 31321 h 60737"/>
              <a:gd name="GluePoint28X" fmla="*/ 30777 w 53300"/>
              <a:gd name="GluePoint28Y" fmla="*/ 19954 h 60737"/>
              <a:gd name="GluePoint29X" fmla="*/ 43717 w 53300"/>
              <a:gd name="GluePoint29Y" fmla="*/ 19954 h 60737"/>
              <a:gd name="GluePoint30X" fmla="*/ 43717 w 53300"/>
              <a:gd name="GluePoint30Y" fmla="*/ 31321 h 60737"/>
              <a:gd name="GluePoint31X" fmla="*/ 30777 w 53300"/>
              <a:gd name="GluePoint31Y" fmla="*/ 31321 h 60737"/>
            </a:gdLst>
            <a:ahLst/>
            <a:cxnLst/>
            <a:rect l="textAreaLeft" t="textAreaTop" r="textAreaRight" b="textAreaBottom"/>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33" name="任意多边形: 形状 34"/>
          <p:cNvSpPr>
            <a:spLocks noGrp="1"/>
          </p:cNvSpPr>
          <p:nvPr/>
        </p:nvSpPr>
        <p:spPr>
          <a:xfrm>
            <a:off x="10353240" y="6559560"/>
            <a:ext cx="89640" cy="97560"/>
          </a:xfrm>
          <a:custGeom>
            <a:avLst/>
            <a:gdLst>
              <a:gd name="textAreaLeft" fmla="*/ 0 w 89640"/>
              <a:gd name="textAreaRight" fmla="*/ 90000 w 89640"/>
              <a:gd name="textAreaTop" fmla="*/ 0 h 97560"/>
              <a:gd name="textAreaBottom" fmla="*/ 97920 h 97560"/>
              <a:gd name="GluePoint1X" fmla="*/ 45531 w 54056"/>
              <a:gd name="GluePoint1Y" fmla="*/ 48614 h 58923"/>
              <a:gd name="GluePoint2X" fmla="*/ 8284 w 54056"/>
              <a:gd name="GluePoint2Y" fmla="*/ 48614 h 58923"/>
              <a:gd name="GluePoint3X" fmla="*/ 8284 w 54056"/>
              <a:gd name="GluePoint3Y" fmla="*/ 6984 h 58923"/>
              <a:gd name="GluePoint4X" fmla="*/ 45531 w 54056"/>
              <a:gd name="GluePoint4Y" fmla="*/ 6984 h 58923"/>
              <a:gd name="GluePoint5X" fmla="*/ 45531 w 54056"/>
              <a:gd name="GluePoint5Y" fmla="*/ 48614 h 58923"/>
              <a:gd name="GluePoint6X" fmla="*/ 8284 w 54056"/>
              <a:gd name="GluePoint6Y" fmla="*/ 58893 h 58923"/>
              <a:gd name="GluePoint7X" fmla="*/ 8284 w 54056"/>
              <a:gd name="GluePoint7Y" fmla="*/ 55538 h 58923"/>
              <a:gd name="GluePoint8X" fmla="*/ 45531 w 54056"/>
              <a:gd name="GluePoint8Y" fmla="*/ 55538 h 58923"/>
              <a:gd name="GluePoint9X" fmla="*/ 45531 w 54056"/>
              <a:gd name="GluePoint9Y" fmla="*/ 58379 h 58923"/>
              <a:gd name="GluePoint10X" fmla="*/ 54056 w 54056"/>
              <a:gd name="GluePoint10Y" fmla="*/ 58379 h 58923"/>
              <a:gd name="GluePoint11X" fmla="*/ 54056 w 54056"/>
              <a:gd name="GluePoint11Y" fmla="*/ 0 h 58923"/>
              <a:gd name="GluePoint12X" fmla="*/ 0 w 54056"/>
              <a:gd name="GluePoint12Y" fmla="*/ 0 h 58923"/>
              <a:gd name="GluePoint13X" fmla="*/ 0 w 54056"/>
              <a:gd name="GluePoint13Y" fmla="*/ 58924 h 58923"/>
              <a:gd name="GluePoint14X" fmla="*/ 8284 w 54056"/>
              <a:gd name="GluePoint14Y" fmla="*/ 58924 h 58923"/>
              <a:gd name="GluePoint15X" fmla="*/ 11640 w 54056"/>
              <a:gd name="GluePoint15Y" fmla="*/ 29477 h 58923"/>
              <a:gd name="GluePoint16X" fmla="*/ 22251 w 54056"/>
              <a:gd name="GluePoint16Y" fmla="*/ 29477 h 58923"/>
              <a:gd name="GluePoint17X" fmla="*/ 22251 w 54056"/>
              <a:gd name="GluePoint17Y" fmla="*/ 38003 h 58923"/>
              <a:gd name="GluePoint18X" fmla="*/ 10098 w 54056"/>
              <a:gd name="GluePoint18Y" fmla="*/ 38003 h 58923"/>
              <a:gd name="GluePoint19X" fmla="*/ 10098 w 54056"/>
              <a:gd name="GluePoint19Y" fmla="*/ 44714 h 58923"/>
              <a:gd name="GluePoint20X" fmla="*/ 43717 w 54056"/>
              <a:gd name="GluePoint20Y" fmla="*/ 44714 h 58923"/>
              <a:gd name="GluePoint21X" fmla="*/ 43717 w 54056"/>
              <a:gd name="GluePoint21Y" fmla="*/ 38003 h 58923"/>
              <a:gd name="GluePoint22X" fmla="*/ 38819 w 54056"/>
              <a:gd name="GluePoint22Y" fmla="*/ 38003 h 58923"/>
              <a:gd name="GluePoint23X" fmla="*/ 42689 w 54056"/>
              <a:gd name="GluePoint23Y" fmla="*/ 35403 h 58923"/>
              <a:gd name="GluePoint24X" fmla="*/ 39061 w 54056"/>
              <a:gd name="GluePoint24Y" fmla="*/ 29447 h 58923"/>
              <a:gd name="GluePoint25X" fmla="*/ 42144 w 54056"/>
              <a:gd name="GluePoint25Y" fmla="*/ 29447 h 58923"/>
              <a:gd name="GluePoint26X" fmla="*/ 42144 w 54056"/>
              <a:gd name="GluePoint26Y" fmla="*/ 22977 h 58923"/>
              <a:gd name="GluePoint27X" fmla="*/ 30505 w 54056"/>
              <a:gd name="GluePoint27Y" fmla="*/ 22977 h 58923"/>
              <a:gd name="GluePoint28X" fmla="*/ 30505 w 54056"/>
              <a:gd name="GluePoint28Y" fmla="*/ 17293 h 58923"/>
              <a:gd name="GluePoint29X" fmla="*/ 43172 w 54056"/>
              <a:gd name="GluePoint29Y" fmla="*/ 17293 h 58923"/>
              <a:gd name="GluePoint30X" fmla="*/ 43172 w 54056"/>
              <a:gd name="GluePoint30Y" fmla="*/ 10823 h 58923"/>
              <a:gd name="GluePoint31X" fmla="*/ 10581 w 54056"/>
              <a:gd name="GluePoint31Y" fmla="*/ 10823 h 58923"/>
              <a:gd name="GluePoint32X" fmla="*/ 10581 w 54056"/>
              <a:gd name="GluePoint32Y" fmla="*/ 17293 h 58923"/>
              <a:gd name="GluePoint33X" fmla="*/ 22221 w 54056"/>
              <a:gd name="GluePoint33Y" fmla="*/ 17293 h 58923"/>
              <a:gd name="GluePoint34X" fmla="*/ 22221 w 54056"/>
              <a:gd name="GluePoint34Y" fmla="*/ 22977 h 58923"/>
              <a:gd name="GluePoint35X" fmla="*/ 11609 w 54056"/>
              <a:gd name="GluePoint35Y" fmla="*/ 22977 h 58923"/>
              <a:gd name="GluePoint36X" fmla="*/ 11609 w 54056"/>
              <a:gd name="GluePoint36Y" fmla="*/ 29447 h 58923"/>
              <a:gd name="GluePoint37X" fmla="*/ 35705 w 54056"/>
              <a:gd name="GluePoint37Y" fmla="*/ 38003 h 58923"/>
              <a:gd name="GluePoint38X" fmla="*/ 30535 w 54056"/>
              <a:gd name="GluePoint38Y" fmla="*/ 38003 h 58923"/>
              <a:gd name="GluePoint39X" fmla="*/ 30535 w 54056"/>
              <a:gd name="GluePoint39Y" fmla="*/ 29477 h 58923"/>
              <a:gd name="GluePoint40X" fmla="*/ 35705 w 54056"/>
              <a:gd name="GluePoint40Y" fmla="*/ 29477 h 58923"/>
              <a:gd name="GluePoint41X" fmla="*/ 31835 w 54056"/>
              <a:gd name="GluePoint41Y" fmla="*/ 32077 h 58923"/>
              <a:gd name="GluePoint42X" fmla="*/ 35705 w 54056"/>
              <a:gd name="GluePoint42Y" fmla="*/ 38033 h 58923"/>
            </a:gdLst>
            <a:ahLst/>
            <a:cxnLst/>
            <a:rect l="textAreaLeft" t="textAreaTop" r="textAreaRight" b="textAreaBottom"/>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34" name="任意多边形: 形状 35"/>
          <p:cNvSpPr>
            <a:spLocks noGrp="1"/>
          </p:cNvSpPr>
          <p:nvPr/>
        </p:nvSpPr>
        <p:spPr>
          <a:xfrm>
            <a:off x="10494720" y="6557400"/>
            <a:ext cx="102240" cy="99360"/>
          </a:xfrm>
          <a:custGeom>
            <a:avLst/>
            <a:gdLst>
              <a:gd name="textAreaLeft" fmla="*/ 0 w 102240"/>
              <a:gd name="textAreaRight" fmla="*/ 102600 w 102240"/>
              <a:gd name="textAreaTop" fmla="*/ 0 h 99360"/>
              <a:gd name="textAreaBottom" fmla="*/ 99720 h 99360"/>
              <a:gd name="GluePoint1X" fmla="*/ 45017 w 61584"/>
              <a:gd name="GluePoint1Y" fmla="*/ 13998 h 59981"/>
              <a:gd name="GluePoint2X" fmla="*/ 39061 w 61584"/>
              <a:gd name="GluePoint2Y" fmla="*/ 18654 h 59981"/>
              <a:gd name="GluePoint3X" fmla="*/ 37640 w 61584"/>
              <a:gd name="GluePoint3Y" fmla="*/ 16779 h 59981"/>
              <a:gd name="GluePoint4X" fmla="*/ 31019 w 61584"/>
              <a:gd name="GluePoint4Y" fmla="*/ 8314 h 59981"/>
              <a:gd name="GluePoint5X" fmla="*/ 37489 w 61584"/>
              <a:gd name="GluePoint5Y" fmla="*/ 3658 h 59981"/>
              <a:gd name="GluePoint6X" fmla="*/ 44986 w 61584"/>
              <a:gd name="GluePoint6Y" fmla="*/ 13998 h 59981"/>
              <a:gd name="GluePoint7X" fmla="*/ 45803 w 61584"/>
              <a:gd name="GluePoint7Y" fmla="*/ 30 h 59981"/>
              <a:gd name="GluePoint8X" fmla="*/ 51244 w 61584"/>
              <a:gd name="GluePoint8Y" fmla="*/ 30 h 59981"/>
              <a:gd name="GluePoint9X" fmla="*/ 54600 w 61584"/>
              <a:gd name="GluePoint9Y" fmla="*/ 1058 h 59981"/>
              <a:gd name="GluePoint10X" fmla="*/ 54510 w 61584"/>
              <a:gd name="GluePoint10Y" fmla="*/ 1814 h 59981"/>
              <a:gd name="GluePoint11X" fmla="*/ 54086 w 61584"/>
              <a:gd name="GluePoint11Y" fmla="*/ 5986 h 59981"/>
              <a:gd name="GluePoint12X" fmla="*/ 54086 w 61584"/>
              <a:gd name="GluePoint12Y" fmla="*/ 34949 h 59981"/>
              <a:gd name="GluePoint13X" fmla="*/ 61070 w 61584"/>
              <a:gd name="GluePoint13Y" fmla="*/ 33921 h 59981"/>
              <a:gd name="GluePoint14X" fmla="*/ 61584 w 61584"/>
              <a:gd name="GluePoint14Y" fmla="*/ 40633 h 59981"/>
              <a:gd name="GluePoint15X" fmla="*/ 54086 w 61584"/>
              <a:gd name="GluePoint15Y" fmla="*/ 41933 h 59981"/>
              <a:gd name="GluePoint16X" fmla="*/ 54086 w 61584"/>
              <a:gd name="GluePoint16Y" fmla="*/ 59982 h 59981"/>
              <a:gd name="GluePoint17X" fmla="*/ 45803 w 61584"/>
              <a:gd name="GluePoint17Y" fmla="*/ 59982 h 59981"/>
              <a:gd name="GluePoint18X" fmla="*/ 45803 w 61584"/>
              <a:gd name="GluePoint18Y" fmla="*/ 43233 h 59981"/>
              <a:gd name="GluePoint19X" fmla="*/ 26937 w 61584"/>
              <a:gd name="GluePoint19Y" fmla="*/ 46075 h 59981"/>
              <a:gd name="GluePoint20X" fmla="*/ 26151 w 61584"/>
              <a:gd name="GluePoint20Y" fmla="*/ 40391 h 59981"/>
              <a:gd name="GluePoint21X" fmla="*/ 25123 w 61584"/>
              <a:gd name="GluePoint21Y" fmla="*/ 41177 h 59981"/>
              <a:gd name="GluePoint22X" fmla="*/ 24337 w 61584"/>
              <a:gd name="GluePoint22Y" fmla="*/ 40179 h 59981"/>
              <a:gd name="GluePoint23X" fmla="*/ 20195 w 61584"/>
              <a:gd name="GluePoint23Y" fmla="*/ 34707 h 59981"/>
              <a:gd name="GluePoint24X" fmla="*/ 20195 w 61584"/>
              <a:gd name="GluePoint24Y" fmla="*/ 59468 h 59981"/>
              <a:gd name="GluePoint25X" fmla="*/ 12426 w 61584"/>
              <a:gd name="GluePoint25Y" fmla="*/ 59468 h 59981"/>
              <a:gd name="GluePoint26X" fmla="*/ 12426 w 61584"/>
              <a:gd name="GluePoint26Y" fmla="*/ 37277 h 59981"/>
              <a:gd name="GluePoint27X" fmla="*/ 10642 w 61584"/>
              <a:gd name="GluePoint27Y" fmla="*/ 40512 h 59981"/>
              <a:gd name="GluePoint28X" fmla="*/ 5170 w 61584"/>
              <a:gd name="GluePoint28Y" fmla="*/ 49703 h 59981"/>
              <a:gd name="GluePoint29X" fmla="*/ 877 w 61584"/>
              <a:gd name="GluePoint29Y" fmla="*/ 44261 h 59981"/>
              <a:gd name="GluePoint30X" fmla="*/ 0 w 61584"/>
              <a:gd name="GluePoint30Y" fmla="*/ 43233 h 59981"/>
              <a:gd name="GluePoint31X" fmla="*/ 11126 w 61584"/>
              <a:gd name="GluePoint31Y" fmla="*/ 23823 h 59981"/>
              <a:gd name="GluePoint32X" fmla="*/ 1542 w 61584"/>
              <a:gd name="GluePoint32Y" fmla="*/ 23823 h 59981"/>
              <a:gd name="GluePoint33X" fmla="*/ 1542 w 61584"/>
              <a:gd name="GluePoint33Y" fmla="*/ 17112 h 59981"/>
              <a:gd name="GluePoint34X" fmla="*/ 12395 w 61584"/>
              <a:gd name="GluePoint34Y" fmla="*/ 17112 h 59981"/>
              <a:gd name="GluePoint35X" fmla="*/ 12395 w 61584"/>
              <a:gd name="GluePoint35Y" fmla="*/ 9856 h 59981"/>
              <a:gd name="GluePoint36X" fmla="*/ 4112 w 61584"/>
              <a:gd name="GluePoint36Y" fmla="*/ 10642 h 59981"/>
              <a:gd name="GluePoint37X" fmla="*/ 1270 w 61584"/>
              <a:gd name="GluePoint37Y" fmla="*/ 4172 h 59981"/>
              <a:gd name="GluePoint38X" fmla="*/ 25335 w 61584"/>
              <a:gd name="GluePoint38Y" fmla="*/ 544 h 59981"/>
              <a:gd name="GluePoint39X" fmla="*/ 26998 w 61584"/>
              <a:gd name="GluePoint39Y" fmla="*/ 3658 h 59981"/>
              <a:gd name="GluePoint40X" fmla="*/ 28691 w 61584"/>
              <a:gd name="GluePoint40Y" fmla="*/ 6772 h 59981"/>
              <a:gd name="GluePoint41X" fmla="*/ 28993 w 61584"/>
              <a:gd name="GluePoint41Y" fmla="*/ 7800 h 59981"/>
              <a:gd name="GluePoint42X" fmla="*/ 28691 w 61584"/>
              <a:gd name="GluePoint42Y" fmla="*/ 8314 h 59981"/>
              <a:gd name="GluePoint43X" fmla="*/ 20165 w 61584"/>
              <a:gd name="GluePoint43Y" fmla="*/ 9100 h 59981"/>
              <a:gd name="GluePoint44X" fmla="*/ 20165 w 61584"/>
              <a:gd name="GluePoint44Y" fmla="*/ 17112 h 59981"/>
              <a:gd name="GluePoint45X" fmla="*/ 28963 w 61584"/>
              <a:gd name="GluePoint45Y" fmla="*/ 17112 h 59981"/>
              <a:gd name="GluePoint46X" fmla="*/ 28963 w 61584"/>
              <a:gd name="GluePoint46Y" fmla="*/ 23823 h 59981"/>
              <a:gd name="GluePoint47X" fmla="*/ 20165 w 61584"/>
              <a:gd name="GluePoint47Y" fmla="*/ 23823 h 59981"/>
              <a:gd name="GluePoint48X" fmla="*/ 20165 w 61584"/>
              <a:gd name="GluePoint48Y" fmla="*/ 29779 h 59981"/>
              <a:gd name="GluePoint49X" fmla="*/ 23793 w 61584"/>
              <a:gd name="GluePoint49Y" fmla="*/ 27179 h 59981"/>
              <a:gd name="GluePoint50X" fmla="*/ 31291 w 61584"/>
              <a:gd name="GluePoint50Y" fmla="*/ 36491 h 59981"/>
              <a:gd name="GluePoint51X" fmla="*/ 28449 w 61584"/>
              <a:gd name="GluePoint51Y" fmla="*/ 38819 h 59981"/>
              <a:gd name="GluePoint52X" fmla="*/ 45772 w 61584"/>
              <a:gd name="GluePoint52Y" fmla="*/ 36219 h 59981"/>
              <a:gd name="GluePoint53X" fmla="*/ 45772 w 61584"/>
              <a:gd name="GluePoint53Y" fmla="*/ 0 h 59981"/>
              <a:gd name="GluePoint54X" fmla="*/ 43203 w 61584"/>
              <a:gd name="GluePoint54Y" fmla="*/ 31563 h 59981"/>
              <a:gd name="GluePoint55X" fmla="*/ 36219 w 61584"/>
              <a:gd name="GluePoint55Y" fmla="*/ 34919 h 59981"/>
              <a:gd name="GluePoint56X" fmla="*/ 29749 w 61584"/>
              <a:gd name="GluePoint56Y" fmla="*/ 23521 h 59981"/>
              <a:gd name="GluePoint57X" fmla="*/ 36733 w 61584"/>
              <a:gd name="GluePoint57Y" fmla="*/ 19379 h 59981"/>
              <a:gd name="GluePoint58X" fmla="*/ 43203 w 61584"/>
              <a:gd name="GluePoint58Y" fmla="*/ 31533 h 59981"/>
            </a:gdLst>
            <a:ahLst/>
            <a:cxnLst/>
            <a:rect l="textAreaLeft" t="textAreaTop" r="textAreaRight" b="textAreaBottom"/>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35" name="任意多边形: 形状 36"/>
          <p:cNvSpPr>
            <a:spLocks noGrp="1"/>
          </p:cNvSpPr>
          <p:nvPr/>
        </p:nvSpPr>
        <p:spPr>
          <a:xfrm>
            <a:off x="10646280" y="6555960"/>
            <a:ext cx="95040" cy="101880"/>
          </a:xfrm>
          <a:custGeom>
            <a:avLst/>
            <a:gdLst>
              <a:gd name="textAreaLeft" fmla="*/ 0 w 95040"/>
              <a:gd name="textAreaRight" fmla="*/ 95400 w 95040"/>
              <a:gd name="textAreaTop" fmla="*/ 0 h 101880"/>
              <a:gd name="textAreaBottom" fmla="*/ 102240 h 101880"/>
              <a:gd name="GluePoint1X" fmla="*/ 25637 w 57442"/>
              <a:gd name="GluePoint1Y" fmla="*/ 12154 h 61463"/>
              <a:gd name="GluePoint2X" fmla="*/ 22554 w 57442"/>
              <a:gd name="GluePoint2Y" fmla="*/ 1814 h 61463"/>
              <a:gd name="GluePoint3X" fmla="*/ 24458 w 57442"/>
              <a:gd name="GluePoint3Y" fmla="*/ 1512 h 61463"/>
              <a:gd name="GluePoint4X" fmla="*/ 32137 w 57442"/>
              <a:gd name="GluePoint4Y" fmla="*/ 514 h 61463"/>
              <a:gd name="GluePoint5X" fmla="*/ 32561 w 57442"/>
              <a:gd name="GluePoint5Y" fmla="*/ 2267 h 61463"/>
              <a:gd name="GluePoint6X" fmla="*/ 34193 w 57442"/>
              <a:gd name="GluePoint6Y" fmla="*/ 10854 h 61463"/>
              <a:gd name="GluePoint7X" fmla="*/ 25668 w 57442"/>
              <a:gd name="GluePoint7Y" fmla="*/ 12154 h 61463"/>
              <a:gd name="GluePoint8X" fmla="*/ 15812 w 57442"/>
              <a:gd name="GluePoint8Y" fmla="*/ 14481 h 61463"/>
              <a:gd name="GluePoint9X" fmla="*/ 34707 w 57442"/>
              <a:gd name="GluePoint9Y" fmla="*/ 14481 h 61463"/>
              <a:gd name="GluePoint10X" fmla="*/ 42991 w 57442"/>
              <a:gd name="GluePoint10Y" fmla="*/ 0 h 61463"/>
              <a:gd name="GluePoint11X" fmla="*/ 52817 w 57442"/>
              <a:gd name="GluePoint11Y" fmla="*/ 3870 h 61463"/>
              <a:gd name="GluePoint12X" fmla="*/ 51486 w 57442"/>
              <a:gd name="GluePoint12Y" fmla="*/ 5502 h 61463"/>
              <a:gd name="GluePoint13X" fmla="*/ 49975 w 57442"/>
              <a:gd name="GluePoint13Y" fmla="*/ 6984 h 61463"/>
              <a:gd name="GluePoint14X" fmla="*/ 47707 w 57442"/>
              <a:gd name="GluePoint14Y" fmla="*/ 9765 h 61463"/>
              <a:gd name="GluePoint15X" fmla="*/ 44019 w 57442"/>
              <a:gd name="GluePoint15Y" fmla="*/ 14209 h 61463"/>
              <a:gd name="GluePoint16X" fmla="*/ 56686 w 57442"/>
              <a:gd name="GluePoint16Y" fmla="*/ 14209 h 61463"/>
              <a:gd name="GluePoint17X" fmla="*/ 56686 w 57442"/>
              <a:gd name="GluePoint17Y" fmla="*/ 28177 h 61463"/>
              <a:gd name="GluePoint18X" fmla="*/ 47889 w 57442"/>
              <a:gd name="GluePoint18Y" fmla="*/ 28177 h 61463"/>
              <a:gd name="GluePoint19X" fmla="*/ 47889 w 57442"/>
              <a:gd name="GluePoint19Y" fmla="*/ 21465 h 61463"/>
              <a:gd name="GluePoint20X" fmla="*/ 8828 w 57442"/>
              <a:gd name="GluePoint20Y" fmla="*/ 21465 h 61463"/>
              <a:gd name="GluePoint21X" fmla="*/ 8828 w 57442"/>
              <a:gd name="GluePoint21Y" fmla="*/ 28177 h 61463"/>
              <a:gd name="GluePoint22X" fmla="*/ 544 w 57442"/>
              <a:gd name="GluePoint22Y" fmla="*/ 28177 h 61463"/>
              <a:gd name="GluePoint23X" fmla="*/ 544 w 57442"/>
              <a:gd name="GluePoint23Y" fmla="*/ 14451 h 61463"/>
              <a:gd name="GluePoint24X" fmla="*/ 13212 w 57442"/>
              <a:gd name="GluePoint24Y" fmla="*/ 14451 h 61463"/>
              <a:gd name="GluePoint25X" fmla="*/ 6500 w 57442"/>
              <a:gd name="GluePoint25Y" fmla="*/ 5926 h 61463"/>
              <a:gd name="GluePoint26X" fmla="*/ 15056 w 57442"/>
              <a:gd name="GluePoint26Y" fmla="*/ 1784 h 61463"/>
              <a:gd name="GluePoint27X" fmla="*/ 21526 w 57442"/>
              <a:gd name="GluePoint27Y" fmla="*/ 11095 h 61463"/>
              <a:gd name="GluePoint28X" fmla="*/ 17082 w 57442"/>
              <a:gd name="GluePoint28Y" fmla="*/ 13756 h 61463"/>
              <a:gd name="GluePoint29X" fmla="*/ 15812 w 57442"/>
              <a:gd name="GluePoint29Y" fmla="*/ 14481 h 61463"/>
              <a:gd name="GluePoint30X" fmla="*/ 31079 w 57442"/>
              <a:gd name="GluePoint30Y" fmla="*/ 32863 h 61463"/>
              <a:gd name="GluePoint31X" fmla="*/ 10642 w 57442"/>
              <a:gd name="GluePoint31Y" fmla="*/ 32863 h 61463"/>
              <a:gd name="GluePoint32X" fmla="*/ 10642 w 57442"/>
              <a:gd name="GluePoint32Y" fmla="*/ 25879 h 61463"/>
              <a:gd name="GluePoint33X" fmla="*/ 46075 w 57442"/>
              <a:gd name="GluePoint33Y" fmla="*/ 25879 h 61463"/>
              <a:gd name="GluePoint34X" fmla="*/ 34435 w 57442"/>
              <a:gd name="GluePoint34Y" fmla="*/ 38547 h 61463"/>
              <a:gd name="GluePoint35X" fmla="*/ 34435 w 57442"/>
              <a:gd name="GluePoint35Y" fmla="*/ 39061 h 61463"/>
              <a:gd name="GluePoint36X" fmla="*/ 57442 w 57442"/>
              <a:gd name="GluePoint36Y" fmla="*/ 39061 h 61463"/>
              <a:gd name="GluePoint37X" fmla="*/ 57442 w 57442"/>
              <a:gd name="GluePoint37Y" fmla="*/ 46286 h 61463"/>
              <a:gd name="GluePoint38X" fmla="*/ 34163 w 57442"/>
              <a:gd name="GluePoint38Y" fmla="*/ 46286 h 61463"/>
              <a:gd name="GluePoint39X" fmla="*/ 34163 w 57442"/>
              <a:gd name="GluePoint39Y" fmla="*/ 54751 h 61463"/>
              <a:gd name="GluePoint40X" fmla="*/ 31896 w 57442"/>
              <a:gd name="GluePoint40Y" fmla="*/ 60072 h 61463"/>
              <a:gd name="GluePoint41X" fmla="*/ 20195 w 57442"/>
              <a:gd name="GluePoint41Y" fmla="*/ 61463 h 61463"/>
              <a:gd name="GluePoint42X" fmla="*/ 17595 w 57442"/>
              <a:gd name="GluePoint42Y" fmla="*/ 52998 h 61463"/>
              <a:gd name="GluePoint43X" fmla="*/ 18744 w 57442"/>
              <a:gd name="GluePoint43Y" fmla="*/ 52847 h 61463"/>
              <a:gd name="GluePoint44X" fmla="*/ 25335 w 57442"/>
              <a:gd name="GluePoint44Y" fmla="*/ 50156 h 61463"/>
              <a:gd name="GluePoint45X" fmla="*/ 25335 w 57442"/>
              <a:gd name="GluePoint45Y" fmla="*/ 46286 h 61463"/>
              <a:gd name="GluePoint46X" fmla="*/ 0 w 57442"/>
              <a:gd name="GluePoint46Y" fmla="*/ 46286 h 61463"/>
              <a:gd name="GluePoint47X" fmla="*/ 0 w 57442"/>
              <a:gd name="GluePoint47Y" fmla="*/ 39061 h 61463"/>
              <a:gd name="GluePoint48X" fmla="*/ 25335 w 57442"/>
              <a:gd name="GluePoint48Y" fmla="*/ 39061 h 61463"/>
              <a:gd name="GluePoint49X" fmla="*/ 25335 w 57442"/>
              <a:gd name="GluePoint49Y" fmla="*/ 36975 h 61463"/>
              <a:gd name="GluePoint50X" fmla="*/ 26484 w 57442"/>
              <a:gd name="GluePoint50Y" fmla="*/ 35342 h 61463"/>
              <a:gd name="GluePoint51X" fmla="*/ 31049 w 57442"/>
              <a:gd name="GluePoint51Y" fmla="*/ 32863 h 61463"/>
            </a:gdLst>
            <a:ahLst/>
            <a:cxnLst/>
            <a:rect l="textAreaLeft" t="textAreaTop" r="textAreaRight" b="textAreaBottom"/>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36" name="任意多边形: 形状 37"/>
          <p:cNvSpPr>
            <a:spLocks noGrp="1"/>
          </p:cNvSpPr>
          <p:nvPr/>
        </p:nvSpPr>
        <p:spPr>
          <a:xfrm>
            <a:off x="10792800" y="6556320"/>
            <a:ext cx="97920" cy="100080"/>
          </a:xfrm>
          <a:custGeom>
            <a:avLst/>
            <a:gdLst>
              <a:gd name="textAreaLeft" fmla="*/ 0 w 97920"/>
              <a:gd name="textAreaRight" fmla="*/ 98280 w 97920"/>
              <a:gd name="textAreaTop" fmla="*/ 0 h 100080"/>
              <a:gd name="textAreaBottom" fmla="*/ 100440 h 100080"/>
              <a:gd name="GluePoint1X" fmla="*/ 7770 w 58984"/>
              <a:gd name="GluePoint1Y" fmla="*/ 25093 h 60465"/>
              <a:gd name="GluePoint2X" fmla="*/ 12668 w 58984"/>
              <a:gd name="GluePoint2Y" fmla="*/ 34919 h 60465"/>
              <a:gd name="GluePoint3X" fmla="*/ 7498 w 58984"/>
              <a:gd name="GluePoint3Y" fmla="*/ 40089 h 60465"/>
              <a:gd name="GluePoint4X" fmla="*/ 7498 w 58984"/>
              <a:gd name="GluePoint4Y" fmla="*/ 9584 h 60465"/>
              <a:gd name="GluePoint5X" fmla="*/ 11367 w 58984"/>
              <a:gd name="GluePoint5Y" fmla="*/ 9584 h 60465"/>
              <a:gd name="GluePoint6X" fmla="*/ 7740 w 58984"/>
              <a:gd name="GluePoint6Y" fmla="*/ 25093 h 60465"/>
              <a:gd name="GluePoint7X" fmla="*/ 20195 w 58984"/>
              <a:gd name="GluePoint7Y" fmla="*/ 20195 h 60465"/>
              <a:gd name="GluePoint8X" fmla="*/ 24065 w 58984"/>
              <a:gd name="GluePoint8Y" fmla="*/ 20195 h 60465"/>
              <a:gd name="GluePoint9X" fmla="*/ 24065 w 58984"/>
              <a:gd name="GluePoint9Y" fmla="*/ 25365 h 60465"/>
              <a:gd name="GluePoint10X" fmla="*/ 51728 w 58984"/>
              <a:gd name="GluePoint10Y" fmla="*/ 25365 h 60465"/>
              <a:gd name="GluePoint11X" fmla="*/ 51728 w 58984"/>
              <a:gd name="GluePoint11Y" fmla="*/ 20195 h 60465"/>
              <a:gd name="GluePoint12X" fmla="*/ 55870 w 58984"/>
              <a:gd name="GluePoint12Y" fmla="*/ 20195 h 60465"/>
              <a:gd name="GluePoint13X" fmla="*/ 55870 w 58984"/>
              <a:gd name="GluePoint13Y" fmla="*/ 7256 h 60465"/>
              <a:gd name="GluePoint14X" fmla="*/ 42689 w 58984"/>
              <a:gd name="GluePoint14Y" fmla="*/ 7256 h 60465"/>
              <a:gd name="GluePoint15X" fmla="*/ 40633 w 58984"/>
              <a:gd name="GluePoint15Y" fmla="*/ 0 h 60465"/>
              <a:gd name="GluePoint16X" fmla="*/ 32107 w 58984"/>
              <a:gd name="GluePoint16Y" fmla="*/ 786 h 60465"/>
              <a:gd name="GluePoint17X" fmla="*/ 32682 w 58984"/>
              <a:gd name="GluePoint17Y" fmla="*/ 2540 h 60465"/>
              <a:gd name="GluePoint18X" fmla="*/ 34405 w 58984"/>
              <a:gd name="GluePoint18Y" fmla="*/ 7256 h 60465"/>
              <a:gd name="GluePoint19X" fmla="*/ 20195 w 58984"/>
              <a:gd name="GluePoint19Y" fmla="*/ 7256 h 60465"/>
              <a:gd name="GluePoint20X" fmla="*/ 20195 w 58984"/>
              <a:gd name="GluePoint20Y" fmla="*/ 20195 h 60465"/>
              <a:gd name="GluePoint21X" fmla="*/ 0 w 58984"/>
              <a:gd name="GluePoint21Y" fmla="*/ 60465 h 60465"/>
              <a:gd name="GluePoint22X" fmla="*/ 7498 w 58984"/>
              <a:gd name="GluePoint22Y" fmla="*/ 60465 h 60465"/>
              <a:gd name="GluePoint23X" fmla="*/ 7498 w 58984"/>
              <a:gd name="GluePoint23Y" fmla="*/ 41903 h 60465"/>
              <a:gd name="GluePoint24X" fmla="*/ 9312 w 58984"/>
              <a:gd name="GluePoint24Y" fmla="*/ 47586 h 60465"/>
              <a:gd name="GluePoint25X" fmla="*/ 19409 w 58984"/>
              <a:gd name="GluePoint25Y" fmla="*/ 36975 h 60465"/>
              <a:gd name="GluePoint26X" fmla="*/ 28207 w 58984"/>
              <a:gd name="GluePoint26Y" fmla="*/ 36975 h 60465"/>
              <a:gd name="GluePoint27X" fmla="*/ 12940 w 58984"/>
              <a:gd name="GluePoint27Y" fmla="*/ 53965 h 60465"/>
              <a:gd name="GluePoint28X" fmla="*/ 18351 w 58984"/>
              <a:gd name="GluePoint28Y" fmla="*/ 60435 h 60465"/>
              <a:gd name="GluePoint29X" fmla="*/ 32228 w 58984"/>
              <a:gd name="GluePoint29Y" fmla="*/ 51124 h 60465"/>
              <a:gd name="GluePoint30X" fmla="*/ 35433 w 58984"/>
              <a:gd name="GluePoint30Y" fmla="*/ 36975 h 60465"/>
              <a:gd name="GluePoint31X" fmla="*/ 37761 w 58984"/>
              <a:gd name="GluePoint31Y" fmla="*/ 36975 h 60465"/>
              <a:gd name="GluePoint32X" fmla="*/ 37761 w 58984"/>
              <a:gd name="GluePoint32Y" fmla="*/ 55265 h 60465"/>
              <a:gd name="GluePoint33X" fmla="*/ 42930 w 58984"/>
              <a:gd name="GluePoint33Y" fmla="*/ 59407 h 60465"/>
              <a:gd name="GluePoint34X" fmla="*/ 50942 w 58984"/>
              <a:gd name="GluePoint34Y" fmla="*/ 59407 h 60465"/>
              <a:gd name="GluePoint35X" fmla="*/ 56868 w 58984"/>
              <a:gd name="GluePoint35Y" fmla="*/ 57261 h 60465"/>
              <a:gd name="GluePoint36X" fmla="*/ 58984 w 58984"/>
              <a:gd name="GluePoint36Y" fmla="*/ 48856 h 60465"/>
              <a:gd name="GluePoint37X" fmla="*/ 51728 w 58984"/>
              <a:gd name="GluePoint37Y" fmla="*/ 46014 h 60465"/>
              <a:gd name="GluePoint38X" fmla="*/ 49400 w 58984"/>
              <a:gd name="GluePoint38Y" fmla="*/ 52484 h 60465"/>
              <a:gd name="GluePoint39X" fmla="*/ 46830 w 58984"/>
              <a:gd name="GluePoint39Y" fmla="*/ 52484 h 60465"/>
              <a:gd name="GluePoint40X" fmla="*/ 45531 w 58984"/>
              <a:gd name="GluePoint40Y" fmla="*/ 50670 h 60465"/>
              <a:gd name="GluePoint41X" fmla="*/ 45531 w 58984"/>
              <a:gd name="GluePoint41Y" fmla="*/ 36975 h 60465"/>
              <a:gd name="GluePoint42X" fmla="*/ 56928 w 58984"/>
              <a:gd name="GluePoint42Y" fmla="*/ 36975 h 60465"/>
              <a:gd name="GluePoint43X" fmla="*/ 56928 w 58984"/>
              <a:gd name="GluePoint43Y" fmla="*/ 29991 h 60465"/>
              <a:gd name="GluePoint44X" fmla="*/ 19440 w 58984"/>
              <a:gd name="GluePoint44Y" fmla="*/ 29991 h 60465"/>
              <a:gd name="GluePoint45X" fmla="*/ 19440 w 58984"/>
              <a:gd name="GluePoint45Y" fmla="*/ 35161 h 60465"/>
              <a:gd name="GluePoint46X" fmla="*/ 15298 w 58984"/>
              <a:gd name="GluePoint46Y" fmla="*/ 23763 h 60465"/>
              <a:gd name="GluePoint47X" fmla="*/ 16507 w 58984"/>
              <a:gd name="GluePoint47Y" fmla="*/ 17323 h 60465"/>
              <a:gd name="GluePoint48X" fmla="*/ 19168 w 58984"/>
              <a:gd name="GluePoint48Y" fmla="*/ 3054 h 60465"/>
              <a:gd name="GluePoint49X" fmla="*/ 30 w 58984"/>
              <a:gd name="GluePoint49Y" fmla="*/ 3054 h 60465"/>
              <a:gd name="GluePoint50X" fmla="*/ 30 w 58984"/>
              <a:gd name="GluePoint50Y" fmla="*/ 60405 h 60465"/>
              <a:gd name="GluePoint51X" fmla="*/ 27935 w 58984"/>
              <a:gd name="GluePoint51Y" fmla="*/ 18895 h 60465"/>
              <a:gd name="GluePoint52X" fmla="*/ 27935 w 58984"/>
              <a:gd name="GluePoint52Y" fmla="*/ 13726 h 60465"/>
              <a:gd name="GluePoint53X" fmla="*/ 47344 w 58984"/>
              <a:gd name="GluePoint53Y" fmla="*/ 13726 h 60465"/>
              <a:gd name="GluePoint54X" fmla="*/ 47344 w 58984"/>
              <a:gd name="GluePoint54Y" fmla="*/ 18895 h 60465"/>
              <a:gd name="GluePoint55X" fmla="*/ 27935 w 58984"/>
              <a:gd name="GluePoint55Y" fmla="*/ 18895 h 60465"/>
            </a:gdLst>
            <a:ahLst/>
            <a:cxnLst/>
            <a:rect l="textAreaLeft" t="textAreaTop" r="textAreaRight" b="textAreaBottom"/>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37" name="任意多边形: 形状 38"/>
          <p:cNvSpPr>
            <a:spLocks noGrp="1"/>
          </p:cNvSpPr>
          <p:nvPr/>
        </p:nvSpPr>
        <p:spPr>
          <a:xfrm>
            <a:off x="10939320" y="6556320"/>
            <a:ext cx="100440" cy="101520"/>
          </a:xfrm>
          <a:custGeom>
            <a:avLst/>
            <a:gdLst>
              <a:gd name="textAreaLeft" fmla="*/ 0 w 100440"/>
              <a:gd name="textAreaRight" fmla="*/ 100800 w 100440"/>
              <a:gd name="textAreaTop" fmla="*/ 0 h 101520"/>
              <a:gd name="textAreaBottom" fmla="*/ 101880 h 101520"/>
              <a:gd name="GluePoint1X" fmla="*/ 242 w 60525"/>
              <a:gd name="GluePoint1Y" fmla="*/ 14754 h 61221"/>
              <a:gd name="GluePoint2X" fmla="*/ 242 w 60525"/>
              <a:gd name="GluePoint2Y" fmla="*/ 8284 h 61221"/>
              <a:gd name="GluePoint3X" fmla="*/ 8767 w 60525"/>
              <a:gd name="GluePoint3Y" fmla="*/ 8284 h 61221"/>
              <a:gd name="GluePoint4X" fmla="*/ 9040 w 60525"/>
              <a:gd name="GluePoint4Y" fmla="*/ 7407 h 61221"/>
              <a:gd name="GluePoint5X" fmla="*/ 11126 w 60525"/>
              <a:gd name="GluePoint5Y" fmla="*/ 0 h 61221"/>
              <a:gd name="GluePoint6X" fmla="*/ 19651 w 60525"/>
              <a:gd name="GluePoint6Y" fmla="*/ 2600 h 61221"/>
              <a:gd name="GluePoint7X" fmla="*/ 16809 w 60525"/>
              <a:gd name="GluePoint7Y" fmla="*/ 8284 h 61221"/>
              <a:gd name="GluePoint8X" fmla="*/ 28207 w 60525"/>
              <a:gd name="GluePoint8Y" fmla="*/ 8284 h 61221"/>
              <a:gd name="GluePoint9X" fmla="*/ 28207 w 60525"/>
              <a:gd name="GluePoint9Y" fmla="*/ 14754 h 61221"/>
              <a:gd name="GluePoint10X" fmla="*/ 14512 w 60525"/>
              <a:gd name="GluePoint10Y" fmla="*/ 14754 h 61221"/>
              <a:gd name="GluePoint11X" fmla="*/ 13061 w 60525"/>
              <a:gd name="GluePoint11Y" fmla="*/ 18382 h 61221"/>
              <a:gd name="GluePoint12X" fmla="*/ 9614 w 60525"/>
              <a:gd name="GluePoint12Y" fmla="*/ 27179 h 61221"/>
              <a:gd name="GluePoint13X" fmla="*/ 13756 w 60525"/>
              <a:gd name="GluePoint13Y" fmla="*/ 27179 h 61221"/>
              <a:gd name="GluePoint14X" fmla="*/ 13756 w 60525"/>
              <a:gd name="GluePoint14Y" fmla="*/ 17868 h 61221"/>
              <a:gd name="GluePoint15X" fmla="*/ 15298 w 60525"/>
              <a:gd name="GluePoint15Y" fmla="*/ 17868 h 61221"/>
              <a:gd name="GluePoint16X" fmla="*/ 19984 w 60525"/>
              <a:gd name="GluePoint16Y" fmla="*/ 18019 h 61221"/>
              <a:gd name="GluePoint17X" fmla="*/ 21495 w 60525"/>
              <a:gd name="GluePoint17Y" fmla="*/ 18623 h 61221"/>
              <a:gd name="GluePoint18X" fmla="*/ 21405 w 60525"/>
              <a:gd name="GluePoint18Y" fmla="*/ 19833 h 61221"/>
              <a:gd name="GluePoint19X" fmla="*/ 20981 w 60525"/>
              <a:gd name="GluePoint19Y" fmla="*/ 24065 h 61221"/>
              <a:gd name="GluePoint20X" fmla="*/ 20981 w 60525"/>
              <a:gd name="GluePoint20Y" fmla="*/ 27179 h 61221"/>
              <a:gd name="GluePoint21X" fmla="*/ 28479 w 60525"/>
              <a:gd name="GluePoint21Y" fmla="*/ 27179 h 61221"/>
              <a:gd name="GluePoint22X" fmla="*/ 28479 w 60525"/>
              <a:gd name="GluePoint22Y" fmla="*/ 33649 h 61221"/>
              <a:gd name="GluePoint23X" fmla="*/ 20981 w 60525"/>
              <a:gd name="GluePoint23Y" fmla="*/ 33649 h 61221"/>
              <a:gd name="GluePoint24X" fmla="*/ 20981 w 60525"/>
              <a:gd name="GluePoint24Y" fmla="*/ 39091 h 61221"/>
              <a:gd name="GluePoint25X" fmla="*/ 30535 w 60525"/>
              <a:gd name="GluePoint25Y" fmla="*/ 38063 h 61221"/>
              <a:gd name="GluePoint26X" fmla="*/ 30535 w 60525"/>
              <a:gd name="GluePoint26Y" fmla="*/ 44775 h 61221"/>
              <a:gd name="GluePoint27X" fmla="*/ 20981 w 60525"/>
              <a:gd name="GluePoint27Y" fmla="*/ 45803 h 61221"/>
              <a:gd name="GluePoint28X" fmla="*/ 20981 w 60525"/>
              <a:gd name="GluePoint28Y" fmla="*/ 59952 h 61221"/>
              <a:gd name="GluePoint29X" fmla="*/ 13726 w 60525"/>
              <a:gd name="GluePoint29Y" fmla="*/ 59952 h 61221"/>
              <a:gd name="GluePoint30X" fmla="*/ 13726 w 60525"/>
              <a:gd name="GluePoint30Y" fmla="*/ 47072 h 61221"/>
              <a:gd name="GluePoint31X" fmla="*/ 1814 w 60525"/>
              <a:gd name="GluePoint31Y" fmla="*/ 49672 h 61221"/>
              <a:gd name="GluePoint32X" fmla="*/ 0 w 60525"/>
              <a:gd name="GluePoint32Y" fmla="*/ 40875 h 61221"/>
              <a:gd name="GluePoint33X" fmla="*/ 13695 w 60525"/>
              <a:gd name="GluePoint33Y" fmla="*/ 39847 h 61221"/>
              <a:gd name="GluePoint34X" fmla="*/ 13695 w 60525"/>
              <a:gd name="GluePoint34Y" fmla="*/ 33921 h 61221"/>
              <a:gd name="GluePoint35X" fmla="*/ 13030 w 60525"/>
              <a:gd name="GluePoint35Y" fmla="*/ 33921 h 61221"/>
              <a:gd name="GluePoint36X" fmla="*/ 2600 w 60525"/>
              <a:gd name="GluePoint36Y" fmla="*/ 34919 h 61221"/>
              <a:gd name="GluePoint37X" fmla="*/ 514 w 60525"/>
              <a:gd name="GluePoint37Y" fmla="*/ 27421 h 61221"/>
              <a:gd name="GluePoint38X" fmla="*/ 1330 w 60525"/>
              <a:gd name="GluePoint38Y" fmla="*/ 26544 h 61221"/>
              <a:gd name="GluePoint39X" fmla="*/ 2086 w 60525"/>
              <a:gd name="GluePoint39Y" fmla="*/ 25879 h 61221"/>
              <a:gd name="GluePoint40X" fmla="*/ 5442 w 60525"/>
              <a:gd name="GluePoint40Y" fmla="*/ 18654 h 61221"/>
              <a:gd name="GluePoint41X" fmla="*/ 6742 w 60525"/>
              <a:gd name="GluePoint41Y" fmla="*/ 14754 h 61221"/>
              <a:gd name="GluePoint42X" fmla="*/ 272 w 60525"/>
              <a:gd name="GluePoint42Y" fmla="*/ 14754 h 61221"/>
              <a:gd name="GluePoint43X" fmla="*/ 37217 w 60525"/>
              <a:gd name="GluePoint43Y" fmla="*/ 28449 h 61221"/>
              <a:gd name="GluePoint44X" fmla="*/ 37217 w 60525"/>
              <a:gd name="GluePoint44Y" fmla="*/ 20437 h 61221"/>
              <a:gd name="GluePoint45X" fmla="*/ 41630 w 60525"/>
              <a:gd name="GluePoint45Y" fmla="*/ 20437 h 61221"/>
              <a:gd name="GluePoint46X" fmla="*/ 46286 w 60525"/>
              <a:gd name="GluePoint46Y" fmla="*/ 21737 h 61221"/>
              <a:gd name="GluePoint47X" fmla="*/ 46165 w 60525"/>
              <a:gd name="GluePoint47Y" fmla="*/ 22584 h 61221"/>
              <a:gd name="GluePoint48X" fmla="*/ 45772 w 60525"/>
              <a:gd name="GluePoint48Y" fmla="*/ 26907 h 61221"/>
              <a:gd name="GluePoint49X" fmla="*/ 45772 w 60525"/>
              <a:gd name="GluePoint49Y" fmla="*/ 28449 h 61221"/>
              <a:gd name="GluePoint50X" fmla="*/ 60526 w 60525"/>
              <a:gd name="GluePoint50Y" fmla="*/ 53300 h 61221"/>
              <a:gd name="GluePoint51X" fmla="*/ 53542 w 60525"/>
              <a:gd name="GluePoint51Y" fmla="*/ 60465 h 61221"/>
              <a:gd name="GluePoint52X" fmla="*/ 42417 w 60525"/>
              <a:gd name="GluePoint52Y" fmla="*/ 44744 h 61221"/>
              <a:gd name="GluePoint53X" fmla="*/ 29749 w 60525"/>
              <a:gd name="GluePoint53Y" fmla="*/ 61221 h 61221"/>
              <a:gd name="GluePoint54X" fmla="*/ 22765 w 60525"/>
              <a:gd name="GluePoint54Y" fmla="*/ 55538 h 61221"/>
              <a:gd name="GluePoint55X" fmla="*/ 37247 w 60525"/>
              <a:gd name="GluePoint55Y" fmla="*/ 28419 h 61221"/>
              <a:gd name="GluePoint56X" fmla="*/ 38758 w 60525"/>
              <a:gd name="GluePoint56Y" fmla="*/ 10884 h 61221"/>
              <a:gd name="GluePoint57X" fmla="*/ 59710 w 60525"/>
              <a:gd name="GluePoint57Y" fmla="*/ 10884 h 61221"/>
              <a:gd name="GluePoint58X" fmla="*/ 56596 w 60525"/>
              <a:gd name="GluePoint58Y" fmla="*/ 24851 h 61221"/>
              <a:gd name="GluePoint59X" fmla="*/ 48312 w 60525"/>
              <a:gd name="GluePoint59Y" fmla="*/ 24337 h 61221"/>
              <a:gd name="GluePoint60X" fmla="*/ 49854 w 60525"/>
              <a:gd name="GluePoint60Y" fmla="*/ 18140 h 61221"/>
              <a:gd name="GluePoint61X" fmla="*/ 36128 w 60525"/>
              <a:gd name="GluePoint61Y" fmla="*/ 18140 h 61221"/>
              <a:gd name="GluePoint62X" fmla="*/ 32258 w 60525"/>
              <a:gd name="GluePoint62Y" fmla="*/ 25879 h 61221"/>
              <a:gd name="GluePoint63X" fmla="*/ 24488 w 60525"/>
              <a:gd name="GluePoint63Y" fmla="*/ 23037 h 61221"/>
              <a:gd name="GluePoint64X" fmla="*/ 33286 w 60525"/>
              <a:gd name="GluePoint64Y" fmla="*/ 30 h 61221"/>
              <a:gd name="GluePoint65X" fmla="*/ 39877 w 60525"/>
              <a:gd name="GluePoint65Y" fmla="*/ 1905 h 61221"/>
              <a:gd name="GluePoint66X" fmla="*/ 43112 w 60525"/>
              <a:gd name="GluePoint66Y" fmla="*/ 2872 h 61221"/>
              <a:gd name="GluePoint67X" fmla="*/ 38698 w 60525"/>
              <a:gd name="GluePoint67Y" fmla="*/ 10884 h 61221"/>
            </a:gdLst>
            <a:ahLst/>
            <a:cxnLst/>
            <a:rect l="textAreaLeft" t="textAreaTop" r="textAreaRight" b="textAreaBottom"/>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38" name="任意多边形: 形状 39"/>
          <p:cNvSpPr>
            <a:spLocks noGrp="1"/>
          </p:cNvSpPr>
          <p:nvPr/>
        </p:nvSpPr>
        <p:spPr>
          <a:xfrm>
            <a:off x="11086200" y="6557040"/>
            <a:ext cx="101880" cy="100080"/>
          </a:xfrm>
          <a:custGeom>
            <a:avLst/>
            <a:gdLst>
              <a:gd name="textAreaLeft" fmla="*/ 0 w 101880"/>
              <a:gd name="textAreaRight" fmla="*/ 102240 w 101880"/>
              <a:gd name="textAreaTop" fmla="*/ 0 h 100080"/>
              <a:gd name="textAreaBottom" fmla="*/ 100440 h 100080"/>
              <a:gd name="GluePoint1X" fmla="*/ 17868 w 61553"/>
              <a:gd name="GluePoint1Y" fmla="*/ 16007 h 60479"/>
              <a:gd name="GluePoint2X" fmla="*/ 17868 w 61553"/>
              <a:gd name="GluePoint2Y" fmla="*/ 59663 h 60479"/>
              <a:gd name="GluePoint3X" fmla="*/ 9856 w 61553"/>
              <a:gd name="GluePoint3Y" fmla="*/ 59663 h 60479"/>
              <a:gd name="GluePoint4X" fmla="*/ 9856 w 61553"/>
              <a:gd name="GluePoint4Y" fmla="*/ 30761 h 60479"/>
              <a:gd name="GluePoint5X" fmla="*/ 5714 w 61553"/>
              <a:gd name="GluePoint5Y" fmla="*/ 36202 h 60479"/>
              <a:gd name="GluePoint6X" fmla="*/ 5654 w 61553"/>
              <a:gd name="GluePoint6Y" fmla="*/ 36323 h 60479"/>
              <a:gd name="GluePoint7X" fmla="*/ 5442 w 61553"/>
              <a:gd name="GluePoint7Y" fmla="*/ 36202 h 60479"/>
              <a:gd name="GluePoint8X" fmla="*/ 0 w 61553"/>
              <a:gd name="GluePoint8Y" fmla="*/ 31305 h 60479"/>
              <a:gd name="GluePoint9X" fmla="*/ 0 w 61553"/>
              <a:gd name="GluePoint9Y" fmla="*/ 31063 h 60479"/>
              <a:gd name="GluePoint10X" fmla="*/ 12668 w 61553"/>
              <a:gd name="GluePoint10Y" fmla="*/ 14 h 60479"/>
              <a:gd name="GluePoint11X" fmla="*/ 21465 w 61553"/>
              <a:gd name="GluePoint11Y" fmla="*/ 2100 h 60479"/>
              <a:gd name="GluePoint12X" fmla="*/ 22251 w 61553"/>
              <a:gd name="GluePoint12Y" fmla="*/ 3400 h 60479"/>
              <a:gd name="GluePoint13X" fmla="*/ 21647 w 61553"/>
              <a:gd name="GluePoint13Y" fmla="*/ 5123 h 60479"/>
              <a:gd name="GluePoint14X" fmla="*/ 17868 w 61553"/>
              <a:gd name="GluePoint14Y" fmla="*/ 16098 h 60479"/>
              <a:gd name="GluePoint15X" fmla="*/ 32077 w 61553"/>
              <a:gd name="GluePoint15Y" fmla="*/ 13437 h 60479"/>
              <a:gd name="GluePoint16X" fmla="*/ 37247 w 61553"/>
              <a:gd name="GluePoint16Y" fmla="*/ 13437 h 60479"/>
              <a:gd name="GluePoint17X" fmla="*/ 37247 w 61553"/>
              <a:gd name="GluePoint17Y" fmla="*/ 226 h 60479"/>
              <a:gd name="GluePoint18X" fmla="*/ 40089 w 61553"/>
              <a:gd name="GluePoint18Y" fmla="*/ 226 h 60479"/>
              <a:gd name="GluePoint19X" fmla="*/ 44956 w 61553"/>
              <a:gd name="GluePoint19Y" fmla="*/ 407 h 60479"/>
              <a:gd name="GluePoint20X" fmla="*/ 46317 w 61553"/>
              <a:gd name="GluePoint20Y" fmla="*/ 1253 h 60479"/>
              <a:gd name="GluePoint21X" fmla="*/ 46135 w 61553"/>
              <a:gd name="GluePoint21Y" fmla="*/ 2977 h 60479"/>
              <a:gd name="GluePoint22X" fmla="*/ 45531 w 61553"/>
              <a:gd name="GluePoint22Y" fmla="*/ 5667 h 60479"/>
              <a:gd name="GluePoint23X" fmla="*/ 45531 w 61553"/>
              <a:gd name="GluePoint23Y" fmla="*/ 13437 h 60479"/>
              <a:gd name="GluePoint24X" fmla="*/ 58198 w 61553"/>
              <a:gd name="GluePoint24Y" fmla="*/ 13437 h 60479"/>
              <a:gd name="GluePoint25X" fmla="*/ 58198 w 61553"/>
              <a:gd name="GluePoint25Y" fmla="*/ 20421 h 60479"/>
              <a:gd name="GluePoint26X" fmla="*/ 45531 w 61553"/>
              <a:gd name="GluePoint26Y" fmla="*/ 20421 h 60479"/>
              <a:gd name="GluePoint27X" fmla="*/ 45531 w 61553"/>
              <a:gd name="GluePoint27Y" fmla="*/ 31819 h 60479"/>
              <a:gd name="GluePoint28X" fmla="*/ 61554 w 61553"/>
              <a:gd name="GluePoint28Y" fmla="*/ 31819 h 60479"/>
              <a:gd name="GluePoint29X" fmla="*/ 61554 w 61553"/>
              <a:gd name="GluePoint29Y" fmla="*/ 39075 h 60479"/>
              <a:gd name="GluePoint30X" fmla="*/ 45531 w 61553"/>
              <a:gd name="GluePoint30Y" fmla="*/ 39075 h 60479"/>
              <a:gd name="GluePoint31X" fmla="*/ 45531 w 61553"/>
              <a:gd name="GluePoint31Y" fmla="*/ 60479 h 60479"/>
              <a:gd name="GluePoint32X" fmla="*/ 37519 w 61553"/>
              <a:gd name="GluePoint32Y" fmla="*/ 60479 h 60479"/>
              <a:gd name="GluePoint33X" fmla="*/ 37519 w 61553"/>
              <a:gd name="GluePoint33Y" fmla="*/ 39075 h 60479"/>
              <a:gd name="GluePoint34X" fmla="*/ 19923 w 61553"/>
              <a:gd name="GluePoint34Y" fmla="*/ 39075 h 60479"/>
              <a:gd name="GluePoint35X" fmla="*/ 19923 w 61553"/>
              <a:gd name="GluePoint35Y" fmla="*/ 31819 h 60479"/>
              <a:gd name="GluePoint36X" fmla="*/ 37519 w 61553"/>
              <a:gd name="GluePoint36Y" fmla="*/ 31819 h 60479"/>
              <a:gd name="GluePoint37X" fmla="*/ 37519 w 61553"/>
              <a:gd name="GluePoint37Y" fmla="*/ 20421 h 60479"/>
              <a:gd name="GluePoint38X" fmla="*/ 30293 w 61553"/>
              <a:gd name="GluePoint38Y" fmla="*/ 20421 h 60479"/>
              <a:gd name="GluePoint39X" fmla="*/ 26423 w 61553"/>
              <a:gd name="GluePoint39Y" fmla="*/ 29733 h 60479"/>
              <a:gd name="GluePoint40X" fmla="*/ 19682 w 61553"/>
              <a:gd name="GluePoint40Y" fmla="*/ 27163 h 60479"/>
              <a:gd name="GluePoint41X" fmla="*/ 25879 w 61553"/>
              <a:gd name="GluePoint41Y" fmla="*/ 5426 h 60479"/>
              <a:gd name="GluePoint42X" fmla="*/ 33105 w 61553"/>
              <a:gd name="GluePoint42Y" fmla="*/ 6967 h 60479"/>
              <a:gd name="GluePoint43X" fmla="*/ 33861 w 61553"/>
              <a:gd name="GluePoint43Y" fmla="*/ 7270 h 60479"/>
              <a:gd name="GluePoint44X" fmla="*/ 33649 w 61553"/>
              <a:gd name="GluePoint44Y" fmla="*/ 8267 h 60479"/>
              <a:gd name="GluePoint45X" fmla="*/ 32954 w 61553"/>
              <a:gd name="GluePoint45Y" fmla="*/ 10565 h 60479"/>
              <a:gd name="GluePoint46X" fmla="*/ 32077 w 61553"/>
              <a:gd name="GluePoint46Y" fmla="*/ 13437 h 60479"/>
            </a:gdLst>
            <a:ahLst/>
            <a:cxnLst/>
            <a:rect l="textAreaLeft" t="textAreaTop" r="textAreaRight" b="textAreaBottom"/>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39" name="任意多边形: 形状 40"/>
          <p:cNvSpPr>
            <a:spLocks noGrp="1"/>
          </p:cNvSpPr>
          <p:nvPr/>
        </p:nvSpPr>
        <p:spPr>
          <a:xfrm>
            <a:off x="11233800" y="6560640"/>
            <a:ext cx="102960" cy="96480"/>
          </a:xfrm>
          <a:custGeom>
            <a:avLst/>
            <a:gdLst>
              <a:gd name="textAreaLeft" fmla="*/ 0 w 102960"/>
              <a:gd name="textAreaRight" fmla="*/ 103320 w 102960"/>
              <a:gd name="textAreaTop" fmla="*/ 0 h 96480"/>
              <a:gd name="textAreaBottom" fmla="*/ 96840 h 96480"/>
              <a:gd name="GluePoint1X" fmla="*/ 41389 w 62067"/>
              <a:gd name="GluePoint1Y" fmla="*/ 23037 h 58137"/>
              <a:gd name="GluePoint2X" fmla="*/ 41389 w 62067"/>
              <a:gd name="GluePoint2Y" fmla="*/ 6742 h 58137"/>
              <a:gd name="GluePoint3X" fmla="*/ 46558 w 62067"/>
              <a:gd name="GluePoint3Y" fmla="*/ 6742 h 58137"/>
              <a:gd name="GluePoint4X" fmla="*/ 46558 w 62067"/>
              <a:gd name="GluePoint4Y" fmla="*/ 23037 h 58137"/>
              <a:gd name="GluePoint5X" fmla="*/ 41389 w 62067"/>
              <a:gd name="GluePoint5Y" fmla="*/ 23037 h 58137"/>
              <a:gd name="GluePoint6X" fmla="*/ 1300 w 62067"/>
              <a:gd name="GluePoint6Y" fmla="*/ 8526 h 58137"/>
              <a:gd name="GluePoint7X" fmla="*/ 9312 w 62067"/>
              <a:gd name="GluePoint7Y" fmla="*/ 8526 h 58137"/>
              <a:gd name="GluePoint8X" fmla="*/ 0 w 62067"/>
              <a:gd name="GluePoint8Y" fmla="*/ 30505 h 58137"/>
              <a:gd name="GluePoint9X" fmla="*/ 2419 w 62067"/>
              <a:gd name="GluePoint9Y" fmla="*/ 34133 h 58137"/>
              <a:gd name="GluePoint10X" fmla="*/ 4656 w 62067"/>
              <a:gd name="GluePoint10Y" fmla="*/ 37489 h 58137"/>
              <a:gd name="GluePoint11X" fmla="*/ 6984 w 62067"/>
              <a:gd name="GluePoint11Y" fmla="*/ 34889 h 58137"/>
              <a:gd name="GluePoint12X" fmla="*/ 6984 w 62067"/>
              <a:gd name="GluePoint12Y" fmla="*/ 51396 h 58137"/>
              <a:gd name="GluePoint13X" fmla="*/ 14240 w 62067"/>
              <a:gd name="GluePoint13Y" fmla="*/ 51396 h 58137"/>
              <a:gd name="GluePoint14X" fmla="*/ 14240 w 62067"/>
              <a:gd name="GluePoint14Y" fmla="*/ 45500 h 58137"/>
              <a:gd name="GluePoint15X" fmla="*/ 19137 w 62067"/>
              <a:gd name="GluePoint15Y" fmla="*/ 45500 h 58137"/>
              <a:gd name="GluePoint16X" fmla="*/ 19137 w 62067"/>
              <a:gd name="GluePoint16Y" fmla="*/ 47586 h 58137"/>
              <a:gd name="GluePoint17X" fmla="*/ 26877 w 62067"/>
              <a:gd name="GluePoint17Y" fmla="*/ 47586 h 58137"/>
              <a:gd name="GluePoint18X" fmla="*/ 26877 w 62067"/>
              <a:gd name="GluePoint18Y" fmla="*/ 29991 h 58137"/>
              <a:gd name="GluePoint19X" fmla="*/ 33347 w 62067"/>
              <a:gd name="GluePoint19Y" fmla="*/ 29991 h 58137"/>
              <a:gd name="GluePoint20X" fmla="*/ 33347 w 62067"/>
              <a:gd name="GluePoint20Y" fmla="*/ 31533 h 58137"/>
              <a:gd name="GluePoint21X" fmla="*/ 22221 w 62067"/>
              <a:gd name="GluePoint21Y" fmla="*/ 52696 h 58137"/>
              <a:gd name="GluePoint22X" fmla="*/ 29961 w 62067"/>
              <a:gd name="GluePoint22Y" fmla="*/ 58138 h 58137"/>
              <a:gd name="GluePoint23X" fmla="*/ 41086 w 62067"/>
              <a:gd name="GluePoint23Y" fmla="*/ 31049 h 58137"/>
              <a:gd name="GluePoint24X" fmla="*/ 41086 w 62067"/>
              <a:gd name="GluePoint24Y" fmla="*/ 30021 h 58137"/>
              <a:gd name="GluePoint25X" fmla="*/ 46528 w 62067"/>
              <a:gd name="GluePoint25Y" fmla="*/ 30021 h 58137"/>
              <a:gd name="GluePoint26X" fmla="*/ 46528 w 62067"/>
              <a:gd name="GluePoint26Y" fmla="*/ 57896 h 58137"/>
              <a:gd name="GluePoint27X" fmla="*/ 54812 w 62067"/>
              <a:gd name="GluePoint27Y" fmla="*/ 57896 h 58137"/>
              <a:gd name="GluePoint28X" fmla="*/ 54812 w 62067"/>
              <a:gd name="GluePoint28Y" fmla="*/ 30021 h 58137"/>
              <a:gd name="GluePoint29X" fmla="*/ 62068 w 62067"/>
              <a:gd name="GluePoint29Y" fmla="*/ 30021 h 58137"/>
              <a:gd name="GluePoint30X" fmla="*/ 62068 w 62067"/>
              <a:gd name="GluePoint30Y" fmla="*/ 22765 h 58137"/>
              <a:gd name="GluePoint31X" fmla="*/ 54812 w 62067"/>
              <a:gd name="GluePoint31Y" fmla="*/ 22765 h 58137"/>
              <a:gd name="GluePoint32X" fmla="*/ 54812 w 62067"/>
              <a:gd name="GluePoint32Y" fmla="*/ 6984 h 58137"/>
              <a:gd name="GluePoint33X" fmla="*/ 59740 w 62067"/>
              <a:gd name="GluePoint33Y" fmla="*/ 6984 h 58137"/>
              <a:gd name="GluePoint34X" fmla="*/ 59740 w 62067"/>
              <a:gd name="GluePoint34Y" fmla="*/ 0 h 58137"/>
              <a:gd name="GluePoint35X" fmla="*/ 27663 w 62067"/>
              <a:gd name="GluePoint35Y" fmla="*/ 0 h 58137"/>
              <a:gd name="GluePoint36X" fmla="*/ 27663 w 62067"/>
              <a:gd name="GluePoint36Y" fmla="*/ 1542 h 58137"/>
              <a:gd name="GluePoint37X" fmla="*/ 1270 w 62067"/>
              <a:gd name="GluePoint37Y" fmla="*/ 1542 h 58137"/>
              <a:gd name="GluePoint38X" fmla="*/ 1270 w 62067"/>
              <a:gd name="GluePoint38Y" fmla="*/ 8526 h 58137"/>
              <a:gd name="GluePoint39X" fmla="*/ 17081 w 62067"/>
              <a:gd name="GluePoint39Y" fmla="*/ 10914 h 58137"/>
              <a:gd name="GluePoint40X" fmla="*/ 17595 w 62067"/>
              <a:gd name="GluePoint40Y" fmla="*/ 8526 h 58137"/>
              <a:gd name="GluePoint41X" fmla="*/ 28207 w 62067"/>
              <a:gd name="GluePoint41Y" fmla="*/ 8526 h 58137"/>
              <a:gd name="GluePoint42X" fmla="*/ 28207 w 62067"/>
              <a:gd name="GluePoint42Y" fmla="*/ 6984 h 58137"/>
              <a:gd name="GluePoint43X" fmla="*/ 33377 w 62067"/>
              <a:gd name="GluePoint43Y" fmla="*/ 6984 h 58137"/>
              <a:gd name="GluePoint44X" fmla="*/ 33377 w 62067"/>
              <a:gd name="GluePoint44Y" fmla="*/ 23007 h 58137"/>
              <a:gd name="GluePoint45X" fmla="*/ 26907 w 62067"/>
              <a:gd name="GluePoint45Y" fmla="*/ 23007 h 58137"/>
              <a:gd name="GluePoint46X" fmla="*/ 26907 w 62067"/>
              <a:gd name="GluePoint46Y" fmla="*/ 18351 h 58137"/>
              <a:gd name="GluePoint47X" fmla="*/ 15026 w 62067"/>
              <a:gd name="GluePoint47Y" fmla="*/ 18351 h 58137"/>
              <a:gd name="GluePoint48X" fmla="*/ 17081 w 62067"/>
              <a:gd name="GluePoint48Y" fmla="*/ 10914 h 58137"/>
              <a:gd name="GluePoint49X" fmla="*/ 19168 w 62067"/>
              <a:gd name="GluePoint49Y" fmla="*/ 25093 h 58137"/>
              <a:gd name="GluePoint50X" fmla="*/ 19168 w 62067"/>
              <a:gd name="GluePoint50Y" fmla="*/ 39333 h 58137"/>
              <a:gd name="GluePoint51X" fmla="*/ 14270 w 62067"/>
              <a:gd name="GluePoint51Y" fmla="*/ 39333 h 58137"/>
              <a:gd name="GluePoint52X" fmla="*/ 14270 w 62067"/>
              <a:gd name="GluePoint52Y" fmla="*/ 25093 h 58137"/>
              <a:gd name="GluePoint53X" fmla="*/ 19168 w 62067"/>
              <a:gd name="GluePoint53Y" fmla="*/ 25093 h 58137"/>
            </a:gdLst>
            <a:ahLst/>
            <a:cxnLst/>
            <a:rect l="textAreaLeft" t="textAreaTop" r="textAreaRight" b="textAreaBottom"/>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40" name="任意多边形: 形状 41"/>
          <p:cNvSpPr>
            <a:spLocks noGrp="1"/>
          </p:cNvSpPr>
          <p:nvPr/>
        </p:nvSpPr>
        <p:spPr>
          <a:xfrm>
            <a:off x="11384280" y="6557040"/>
            <a:ext cx="97560" cy="100440"/>
          </a:xfrm>
          <a:custGeom>
            <a:avLst/>
            <a:gdLst>
              <a:gd name="textAreaLeft" fmla="*/ 0 w 97560"/>
              <a:gd name="textAreaRight" fmla="*/ 97920 w 97560"/>
              <a:gd name="textAreaTop" fmla="*/ 0 h 100440"/>
              <a:gd name="textAreaBottom" fmla="*/ 100800 h 100440"/>
              <a:gd name="GluePoint1X" fmla="*/ 33347 w 58953"/>
              <a:gd name="GluePoint1Y" fmla="*/ 6845 h 60598"/>
              <a:gd name="GluePoint2X" fmla="*/ 55084 w 58953"/>
              <a:gd name="GluePoint2Y" fmla="*/ 6845 h 60598"/>
              <a:gd name="GluePoint3X" fmla="*/ 55084 w 58953"/>
              <a:gd name="GluePoint3Y" fmla="*/ 19271 h 60598"/>
              <a:gd name="GluePoint4X" fmla="*/ 46800 w 58953"/>
              <a:gd name="GluePoint4Y" fmla="*/ 19271 h 60598"/>
              <a:gd name="GluePoint5X" fmla="*/ 46800 w 58953"/>
              <a:gd name="GluePoint5Y" fmla="*/ 13829 h 60598"/>
              <a:gd name="GluePoint6X" fmla="*/ 10340 w 58953"/>
              <a:gd name="GluePoint6Y" fmla="*/ 13829 h 60598"/>
              <a:gd name="GluePoint7X" fmla="*/ 10340 w 58953"/>
              <a:gd name="GluePoint7Y" fmla="*/ 19785 h 60598"/>
              <a:gd name="GluePoint8X" fmla="*/ 2328 w 58953"/>
              <a:gd name="GluePoint8Y" fmla="*/ 19785 h 60598"/>
              <a:gd name="GluePoint9X" fmla="*/ 2328 w 58953"/>
              <a:gd name="GluePoint9Y" fmla="*/ 6845 h 60598"/>
              <a:gd name="GluePoint10X" fmla="*/ 24579 w 58953"/>
              <a:gd name="GluePoint10Y" fmla="*/ 6845 h 60598"/>
              <a:gd name="GluePoint11X" fmla="*/ 22765 w 58953"/>
              <a:gd name="GluePoint11Y" fmla="*/ 375 h 60598"/>
              <a:gd name="GluePoint12X" fmla="*/ 27814 w 58953"/>
              <a:gd name="GluePoint12Y" fmla="*/ 43 h 60598"/>
              <a:gd name="GluePoint13X" fmla="*/ 31472 w 58953"/>
              <a:gd name="GluePoint13Y" fmla="*/ 13 h 60598"/>
              <a:gd name="GluePoint14X" fmla="*/ 32863 w 58953"/>
              <a:gd name="GluePoint14Y" fmla="*/ 103 h 60598"/>
              <a:gd name="GluePoint15X" fmla="*/ 33044 w 58953"/>
              <a:gd name="GluePoint15Y" fmla="*/ 2220 h 60598"/>
              <a:gd name="GluePoint16X" fmla="*/ 33347 w 58953"/>
              <a:gd name="GluePoint16Y" fmla="*/ 6845 h 60598"/>
              <a:gd name="GluePoint17X" fmla="*/ 8284 w 58953"/>
              <a:gd name="GluePoint17Y" fmla="*/ 31666 h 60598"/>
              <a:gd name="GluePoint18X" fmla="*/ 2086 w 58953"/>
              <a:gd name="GluePoint18Y" fmla="*/ 26496 h 60598"/>
              <a:gd name="GluePoint19X" fmla="*/ 19168 w 58953"/>
              <a:gd name="GluePoint19Y" fmla="*/ 14343 h 60598"/>
              <a:gd name="GluePoint20X" fmla="*/ 26393 w 58953"/>
              <a:gd name="GluePoint20Y" fmla="*/ 18757 h 60598"/>
              <a:gd name="GluePoint21X" fmla="*/ 25879 w 58953"/>
              <a:gd name="GluePoint21Y" fmla="*/ 20208 h 60598"/>
              <a:gd name="GluePoint22X" fmla="*/ 25365 w 58953"/>
              <a:gd name="GluePoint22Y" fmla="*/ 20571 h 60598"/>
              <a:gd name="GluePoint23X" fmla="*/ 8284 w 58953"/>
              <a:gd name="GluePoint23Y" fmla="*/ 31696 h 60598"/>
              <a:gd name="GluePoint24X" fmla="*/ 54056 w 58953"/>
              <a:gd name="GluePoint24Y" fmla="*/ 26496 h 60598"/>
              <a:gd name="GluePoint25X" fmla="*/ 47858 w 58953"/>
              <a:gd name="GluePoint25Y" fmla="*/ 32694 h 60598"/>
              <a:gd name="GluePoint26X" fmla="*/ 32379 w 58953"/>
              <a:gd name="GluePoint26Y" fmla="*/ 21629 h 60598"/>
              <a:gd name="GluePoint27X" fmla="*/ 30263 w 58953"/>
              <a:gd name="GluePoint27Y" fmla="*/ 20268 h 60598"/>
              <a:gd name="GluePoint28X" fmla="*/ 36219 w 58953"/>
              <a:gd name="GluePoint28Y" fmla="*/ 15099 h 60598"/>
              <a:gd name="GluePoint29X" fmla="*/ 54056 w 58953"/>
              <a:gd name="GluePoint29Y" fmla="*/ 26466 h 60598"/>
              <a:gd name="GluePoint30X" fmla="*/ 29749 w 58953"/>
              <a:gd name="GluePoint30Y" fmla="*/ 31908 h 60598"/>
              <a:gd name="GluePoint31X" fmla="*/ 43444 w 58953"/>
              <a:gd name="GluePoint31Y" fmla="*/ 31908 h 60598"/>
              <a:gd name="GluePoint32X" fmla="*/ 43444 w 58953"/>
              <a:gd name="GluePoint32Y" fmla="*/ 49262 h 60598"/>
              <a:gd name="GluePoint33X" fmla="*/ 43717 w 58953"/>
              <a:gd name="GluePoint33Y" fmla="*/ 51166 h 60598"/>
              <a:gd name="GluePoint34X" fmla="*/ 44744 w 58953"/>
              <a:gd name="GluePoint34Y" fmla="*/ 51590 h 60598"/>
              <a:gd name="GluePoint35X" fmla="*/ 47344 w 58953"/>
              <a:gd name="GluePoint35Y" fmla="*/ 51590 h 60598"/>
              <a:gd name="GluePoint36X" fmla="*/ 49763 w 58953"/>
              <a:gd name="GluePoint36Y" fmla="*/ 50592 h 60598"/>
              <a:gd name="GluePoint37X" fmla="*/ 50428 w 58953"/>
              <a:gd name="GluePoint37Y" fmla="*/ 45120 h 60598"/>
              <a:gd name="GluePoint38X" fmla="*/ 58954 w 58953"/>
              <a:gd name="GluePoint38Y" fmla="*/ 47720 h 60598"/>
              <a:gd name="GluePoint39X" fmla="*/ 57170 w 58953"/>
              <a:gd name="GluePoint39Y" fmla="*/ 56971 h 60598"/>
              <a:gd name="GluePoint40X" fmla="*/ 51456 w 58953"/>
              <a:gd name="GluePoint40Y" fmla="*/ 59027 h 60598"/>
              <a:gd name="GluePoint41X" fmla="*/ 42144 w 58953"/>
              <a:gd name="GluePoint41Y" fmla="*/ 59027 h 60598"/>
              <a:gd name="GluePoint42X" fmla="*/ 36310 w 58953"/>
              <a:gd name="GluePoint42Y" fmla="*/ 58120 h 60598"/>
              <a:gd name="GluePoint43X" fmla="*/ 35372 w 58953"/>
              <a:gd name="GluePoint43Y" fmla="*/ 56820 h 60598"/>
              <a:gd name="GluePoint44X" fmla="*/ 35161 w 58953"/>
              <a:gd name="GluePoint44Y" fmla="*/ 54371 h 60598"/>
              <a:gd name="GluePoint45X" fmla="*/ 35161 w 58953"/>
              <a:gd name="GluePoint45Y" fmla="*/ 38922 h 60598"/>
              <a:gd name="GluePoint46X" fmla="*/ 28449 w 58953"/>
              <a:gd name="GluePoint46Y" fmla="*/ 38922 h 60598"/>
              <a:gd name="GluePoint47X" fmla="*/ 5412 w 58953"/>
              <a:gd name="GluePoint47Y" fmla="*/ 60599 h 60598"/>
              <a:gd name="GluePoint48X" fmla="*/ 0 w 58953"/>
              <a:gd name="GluePoint48Y" fmla="*/ 52890 h 60598"/>
              <a:gd name="GluePoint49X" fmla="*/ 19651 w 58953"/>
              <a:gd name="GluePoint49Y" fmla="*/ 39194 h 60598"/>
              <a:gd name="GluePoint50X" fmla="*/ 5170 w 58953"/>
              <a:gd name="GluePoint50Y" fmla="*/ 39194 h 60598"/>
              <a:gd name="GluePoint51X" fmla="*/ 5170 w 58953"/>
              <a:gd name="GluePoint51Y" fmla="*/ 32210 h 60598"/>
              <a:gd name="GluePoint52X" fmla="*/ 20951 w 58953"/>
              <a:gd name="GluePoint52Y" fmla="*/ 32210 h 60598"/>
              <a:gd name="GluePoint53X" fmla="*/ 21344 w 58953"/>
              <a:gd name="GluePoint53Y" fmla="*/ 28068 h 60598"/>
              <a:gd name="GluePoint54X" fmla="*/ 21737 w 58953"/>
              <a:gd name="GluePoint54Y" fmla="*/ 23927 h 60598"/>
              <a:gd name="GluePoint55X" fmla="*/ 31563 w 58953"/>
              <a:gd name="GluePoint55Y" fmla="*/ 24713 h 60598"/>
              <a:gd name="GluePoint56X" fmla="*/ 31140 w 58953"/>
              <a:gd name="GluePoint56Y" fmla="*/ 26375 h 60598"/>
              <a:gd name="GluePoint57X" fmla="*/ 29749 w 58953"/>
              <a:gd name="GluePoint57Y" fmla="*/ 31969 h 60598"/>
            </a:gdLst>
            <a:ahLst/>
            <a:cxnLst/>
            <a:rect l="textAreaLeft" t="textAreaTop" r="textAreaRight" b="textAreaBottom"/>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41" name="任意多边形: 形状 42"/>
          <p:cNvSpPr>
            <a:spLocks noGrp="1"/>
          </p:cNvSpPr>
          <p:nvPr/>
        </p:nvSpPr>
        <p:spPr>
          <a:xfrm>
            <a:off x="11530440" y="6557040"/>
            <a:ext cx="100800" cy="99720"/>
          </a:xfrm>
          <a:custGeom>
            <a:avLst/>
            <a:gdLst>
              <a:gd name="textAreaLeft" fmla="*/ 0 w 100800"/>
              <a:gd name="textAreaRight" fmla="*/ 101160 w 100800"/>
              <a:gd name="textAreaTop" fmla="*/ 0 h 99720"/>
              <a:gd name="textAreaBottom" fmla="*/ 100080 h 99720"/>
              <a:gd name="GluePoint1X" fmla="*/ 20165 w 60798"/>
              <a:gd name="GluePoint1Y" fmla="*/ 23793 h 60193"/>
              <a:gd name="GluePoint2X" fmla="*/ 20165 w 60798"/>
              <a:gd name="GluePoint2Y" fmla="*/ 33105 h 60193"/>
              <a:gd name="GluePoint3X" fmla="*/ 13181 w 60798"/>
              <a:gd name="GluePoint3Y" fmla="*/ 33105 h 60193"/>
              <a:gd name="GluePoint4X" fmla="*/ 13181 w 60798"/>
              <a:gd name="GluePoint4Y" fmla="*/ 23793 h 60193"/>
              <a:gd name="GluePoint5X" fmla="*/ 20165 w 60798"/>
              <a:gd name="GluePoint5Y" fmla="*/ 23793 h 60193"/>
              <a:gd name="GluePoint6X" fmla="*/ 30505 w 60798"/>
              <a:gd name="GluePoint6Y" fmla="*/ 8526 h 60193"/>
              <a:gd name="GluePoint7X" fmla="*/ 26756 w 60798"/>
              <a:gd name="GluePoint7Y" fmla="*/ 1935 h 60193"/>
              <a:gd name="GluePoint8X" fmla="*/ 25607 w 60798"/>
              <a:gd name="GluePoint8Y" fmla="*/ 0 h 60193"/>
              <a:gd name="GluePoint9X" fmla="*/ 5170 w 60798"/>
              <a:gd name="GluePoint9Y" fmla="*/ 4656 h 60193"/>
              <a:gd name="GluePoint10X" fmla="*/ 5170 w 60798"/>
              <a:gd name="GluePoint10Y" fmla="*/ 35433 h 60193"/>
              <a:gd name="GluePoint11X" fmla="*/ 4112 w 60798"/>
              <a:gd name="GluePoint11Y" fmla="*/ 45047 h 60193"/>
              <a:gd name="GluePoint12X" fmla="*/ 0 w 60798"/>
              <a:gd name="GluePoint12Y" fmla="*/ 55296 h 60193"/>
              <a:gd name="GluePoint13X" fmla="*/ 6470 w 60798"/>
              <a:gd name="GluePoint13Y" fmla="*/ 60193 h 60193"/>
              <a:gd name="GluePoint14X" fmla="*/ 12940 w 60798"/>
              <a:gd name="GluePoint14Y" fmla="*/ 39575 h 60193"/>
              <a:gd name="GluePoint15X" fmla="*/ 20195 w 60798"/>
              <a:gd name="GluePoint15Y" fmla="*/ 39575 h 60193"/>
              <a:gd name="GluePoint16X" fmla="*/ 20195 w 60798"/>
              <a:gd name="GluePoint16Y" fmla="*/ 41903 h 60193"/>
              <a:gd name="GluePoint17X" fmla="*/ 28479 w 60798"/>
              <a:gd name="GluePoint17Y" fmla="*/ 41903 h 60193"/>
              <a:gd name="GluePoint18X" fmla="*/ 28479 w 60798"/>
              <a:gd name="GluePoint18Y" fmla="*/ 16809 h 60193"/>
              <a:gd name="GluePoint19X" fmla="*/ 13212 w 60798"/>
              <a:gd name="GluePoint19Y" fmla="*/ 16809 h 60193"/>
              <a:gd name="GluePoint20X" fmla="*/ 13212 w 60798"/>
              <a:gd name="GluePoint20Y" fmla="*/ 10612 h 60193"/>
              <a:gd name="GluePoint21X" fmla="*/ 30535 w 60798"/>
              <a:gd name="GluePoint21Y" fmla="*/ 8526 h 60193"/>
              <a:gd name="GluePoint22X" fmla="*/ 52877 w 60798"/>
              <a:gd name="GluePoint22Y" fmla="*/ 9705 h 60193"/>
              <a:gd name="GluePoint23X" fmla="*/ 60254 w 60798"/>
              <a:gd name="GluePoint23Y" fmla="*/ 9312 h 60193"/>
              <a:gd name="GluePoint24X" fmla="*/ 55084 w 60798"/>
              <a:gd name="GluePoint24Y" fmla="*/ 514 h 60193"/>
              <a:gd name="GluePoint25X" fmla="*/ 32319 w 60798"/>
              <a:gd name="GluePoint25Y" fmla="*/ 4142 h 60193"/>
              <a:gd name="GluePoint26X" fmla="*/ 32319 w 60798"/>
              <a:gd name="GluePoint26Y" fmla="*/ 28963 h 60193"/>
              <a:gd name="GluePoint27X" fmla="*/ 29719 w 60798"/>
              <a:gd name="GluePoint27Y" fmla="*/ 43898 h 60193"/>
              <a:gd name="GluePoint28X" fmla="*/ 20437 w 60798"/>
              <a:gd name="GluePoint28Y" fmla="*/ 55296 h 60193"/>
              <a:gd name="GluePoint29X" fmla="*/ 28721 w 60798"/>
              <a:gd name="GluePoint29Y" fmla="*/ 59710 h 60193"/>
              <a:gd name="GluePoint30X" fmla="*/ 40361 w 60798"/>
              <a:gd name="GluePoint30Y" fmla="*/ 33135 h 60193"/>
              <a:gd name="GluePoint31X" fmla="*/ 40361 w 60798"/>
              <a:gd name="GluePoint31Y" fmla="*/ 26665 h 60193"/>
              <a:gd name="GluePoint32X" fmla="*/ 45803 w 60798"/>
              <a:gd name="GluePoint32Y" fmla="*/ 26665 h 60193"/>
              <a:gd name="GluePoint33X" fmla="*/ 45803 w 60798"/>
              <a:gd name="GluePoint33Y" fmla="*/ 59710 h 60193"/>
              <a:gd name="GluePoint34X" fmla="*/ 54328 w 60798"/>
              <a:gd name="GluePoint34Y" fmla="*/ 59710 h 60193"/>
              <a:gd name="GluePoint35X" fmla="*/ 54328 w 60798"/>
              <a:gd name="GluePoint35Y" fmla="*/ 26665 h 60193"/>
              <a:gd name="GluePoint36X" fmla="*/ 60798 w 60798"/>
              <a:gd name="GluePoint36Y" fmla="*/ 26665 h 60193"/>
              <a:gd name="GluePoint37X" fmla="*/ 60798 w 60798"/>
              <a:gd name="GluePoint37Y" fmla="*/ 19440 h 60193"/>
              <a:gd name="GluePoint38X" fmla="*/ 40603 w 60798"/>
              <a:gd name="GluePoint38Y" fmla="*/ 19440 h 60193"/>
              <a:gd name="GluePoint39X" fmla="*/ 40603 w 60798"/>
              <a:gd name="GluePoint39Y" fmla="*/ 10400 h 60193"/>
              <a:gd name="GluePoint40X" fmla="*/ 52907 w 60798"/>
              <a:gd name="GluePoint40Y" fmla="*/ 9765 h 60193"/>
            </a:gdLst>
            <a:ahLst/>
            <a:cxnLst/>
            <a:rect l="textAreaLeft" t="textAreaTop" r="textAreaRight" b="textAreaBottom"/>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43" name="任意多边形: 形状 44"/>
          <p:cNvSpPr>
            <a:spLocks noGrp="1"/>
          </p:cNvSpPr>
          <p:nvPr/>
        </p:nvSpPr>
        <p:spPr>
          <a:xfrm>
            <a:off x="10208160" y="6684120"/>
            <a:ext cx="7920" cy="44280"/>
          </a:xfrm>
          <a:custGeom>
            <a:avLst/>
            <a:gdLst>
              <a:gd name="textAreaLeft" fmla="*/ 0 w 7920"/>
              <a:gd name="textAreaRight" fmla="*/ 8280 w 7920"/>
              <a:gd name="textAreaTop" fmla="*/ 0 h 44280"/>
              <a:gd name="textAreaBottom" fmla="*/ 44640 h 44280"/>
              <a:gd name="GluePoint1X" fmla="*/ 4898 w 4897"/>
              <a:gd name="GluePoint1Y" fmla="*/ 0 h 26816"/>
              <a:gd name="GluePoint2X" fmla="*/ 4898 w 4897"/>
              <a:gd name="GluePoint2Y" fmla="*/ 26816 h 26816"/>
              <a:gd name="GluePoint3X" fmla="*/ 0 w 4897"/>
              <a:gd name="GluePoint3Y" fmla="*/ 26816 h 26816"/>
              <a:gd name="GluePoint4X" fmla="*/ 0 w 4897"/>
              <a:gd name="GluePoint4Y" fmla="*/ 0 h 26816"/>
              <a:gd name="GluePoint5X" fmla="*/ 4898 w 4897"/>
              <a:gd name="GluePoint5Y" fmla="*/ 0 h 26816"/>
            </a:gdLst>
            <a:ahLst/>
            <a:cxnLst/>
            <a:rect l="textAreaLeft" t="textAreaTop" r="textAreaRight" b="textAreaBottom"/>
            <a:pathLst>
              <a:path w="4897" h="26816">
                <a:moveTo>
                  <a:pt x="4898" y="0"/>
                </a:moveTo>
                <a:lnTo>
                  <a:pt x="4898" y="26816"/>
                </a:lnTo>
                <a:lnTo>
                  <a:pt x="0" y="26816"/>
                </a:lnTo>
                <a:lnTo>
                  <a:pt x="0" y="0"/>
                </a:lnTo>
                <a:lnTo>
                  <a:pt x="489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44" name="任意多边形: 形状 45"/>
          <p:cNvSpPr>
            <a:spLocks noGrp="1"/>
          </p:cNvSpPr>
          <p:nvPr/>
        </p:nvSpPr>
        <p:spPr>
          <a:xfrm>
            <a:off x="1022508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45" name="任意多边形: 形状 46"/>
          <p:cNvSpPr>
            <a:spLocks noGrp="1"/>
          </p:cNvSpPr>
          <p:nvPr/>
        </p:nvSpPr>
        <p:spPr>
          <a:xfrm>
            <a:off x="10261080" y="6695640"/>
            <a:ext cx="22680" cy="33120"/>
          </a:xfrm>
          <a:custGeom>
            <a:avLst/>
            <a:gdLst>
              <a:gd name="textAreaLeft" fmla="*/ 0 w 22680"/>
              <a:gd name="textAreaRight" fmla="*/ 23040 w 22680"/>
              <a:gd name="textAreaTop" fmla="*/ 0 h 33120"/>
              <a:gd name="textAreaBottom" fmla="*/ 33480 h 33120"/>
              <a:gd name="GluePoint1X" fmla="*/ 96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46" name="任意多边形: 形状 47"/>
          <p:cNvSpPr>
            <a:spLocks noGrp="1"/>
          </p:cNvSpPr>
          <p:nvPr/>
        </p:nvSpPr>
        <p:spPr>
          <a:xfrm>
            <a:off x="1028772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5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47" name="任意多边形: 形状 48"/>
          <p:cNvSpPr>
            <a:spLocks noGrp="1"/>
          </p:cNvSpPr>
          <p:nvPr/>
        </p:nvSpPr>
        <p:spPr>
          <a:xfrm>
            <a:off x="1031328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87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48" name="任意多边形: 形状 49"/>
          <p:cNvSpPr>
            <a:spLocks noGrp="1"/>
          </p:cNvSpPr>
          <p:nvPr/>
        </p:nvSpPr>
        <p:spPr>
          <a:xfrm>
            <a:off x="1032768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8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49" name="任意多边形: 形状 50"/>
          <p:cNvSpPr>
            <a:spLocks noGrp="1"/>
          </p:cNvSpPr>
          <p:nvPr/>
        </p:nvSpPr>
        <p:spPr>
          <a:xfrm>
            <a:off x="10353960" y="6696360"/>
            <a:ext cx="28800" cy="32400"/>
          </a:xfrm>
          <a:custGeom>
            <a:avLst/>
            <a:gdLst>
              <a:gd name="textAreaLeft" fmla="*/ 0 w 28800"/>
              <a:gd name="textAreaRight" fmla="*/ 29160 w 28800"/>
              <a:gd name="textAreaTop" fmla="*/ 0 h 32400"/>
              <a:gd name="textAreaBottom" fmla="*/ 32760 h 32400"/>
              <a:gd name="GluePoint1X" fmla="*/ 17444 w 17595"/>
              <a:gd name="GluePoint1Y" fmla="*/ 13544 h 19772"/>
              <a:gd name="GluePoint2X" fmla="*/ 17595 w 17595"/>
              <a:gd name="GluePoint2Y" fmla="*/ 19349 h 19772"/>
              <a:gd name="GluePoint3X" fmla="*/ 13302 w 17595"/>
              <a:gd name="GluePoint3Y" fmla="*/ 19349 h 19772"/>
              <a:gd name="GluePoint4X" fmla="*/ 13061 w 17595"/>
              <a:gd name="GluePoint4Y" fmla="*/ 16416 h 19772"/>
              <a:gd name="GluePoint5X" fmla="*/ 12940 w 17595"/>
              <a:gd name="GluePoint5Y" fmla="*/ 16416 h 19772"/>
              <a:gd name="GluePoint6X" fmla="*/ 6742 w 17595"/>
              <a:gd name="GluePoint6Y" fmla="*/ 19772 h 19772"/>
              <a:gd name="GluePoint7X" fmla="*/ 0 w 17595"/>
              <a:gd name="GluePoint7Y" fmla="*/ 11337 h 19772"/>
              <a:gd name="GluePoint8X" fmla="*/ 0 w 17595"/>
              <a:gd name="GluePoint8Y" fmla="*/ 0 h 19772"/>
              <a:gd name="GluePoint9X" fmla="*/ 4898 w 17595"/>
              <a:gd name="GluePoint9Y" fmla="*/ 0 h 19772"/>
              <a:gd name="GluePoint10X" fmla="*/ 4898 w 17595"/>
              <a:gd name="GluePoint10Y" fmla="*/ 10551 h 19772"/>
              <a:gd name="GluePoint11X" fmla="*/ 8526 w 17595"/>
              <a:gd name="GluePoint11Y" fmla="*/ 15842 h 19772"/>
              <a:gd name="GluePoint12X" fmla="*/ 12274 w 17595"/>
              <a:gd name="GluePoint12Y" fmla="*/ 13212 h 19772"/>
              <a:gd name="GluePoint13X" fmla="*/ 12547 w 17595"/>
              <a:gd name="GluePoint13Y" fmla="*/ 11700 h 19772"/>
              <a:gd name="GluePoint14X" fmla="*/ 12547 w 17595"/>
              <a:gd name="GluePoint14Y" fmla="*/ 0 h 19772"/>
              <a:gd name="GluePoint15X" fmla="*/ 17444 w 17595"/>
              <a:gd name="GluePoint15Y" fmla="*/ 0 h 19772"/>
              <a:gd name="GluePoint16X" fmla="*/ 17444 w 17595"/>
              <a:gd name="GluePoint16Y" fmla="*/ 13575 h 19772"/>
            </a:gdLst>
            <a:ahLst/>
            <a:cxnLst/>
            <a:rect l="textAreaLeft" t="textAreaTop" r="textAreaRight" b="textAreaBottom"/>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50" name="任意多边形: 形状 51"/>
          <p:cNvSpPr>
            <a:spLocks noGrp="1"/>
          </p:cNvSpPr>
          <p:nvPr/>
        </p:nvSpPr>
        <p:spPr>
          <a:xfrm>
            <a:off x="1038852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51" name="任意多边形: 形状 52"/>
          <p:cNvSpPr>
            <a:spLocks noGrp="1"/>
          </p:cNvSpPr>
          <p:nvPr/>
        </p:nvSpPr>
        <p:spPr>
          <a:xfrm>
            <a:off x="1041264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52" name="任意多边形: 形状 53"/>
          <p:cNvSpPr>
            <a:spLocks noGrp="1"/>
          </p:cNvSpPr>
          <p:nvPr/>
        </p:nvSpPr>
        <p:spPr>
          <a:xfrm>
            <a:off x="10460520" y="6695640"/>
            <a:ext cx="32400" cy="33480"/>
          </a:xfrm>
          <a:custGeom>
            <a:avLst/>
            <a:gdLst>
              <a:gd name="textAreaLeft" fmla="*/ 0 w 32400"/>
              <a:gd name="textAreaRight" fmla="*/ 32760 w 32400"/>
              <a:gd name="textAreaTop" fmla="*/ 0 h 33480"/>
              <a:gd name="textAreaBottom" fmla="*/ 33840 h 33480"/>
              <a:gd name="GluePoint1X" fmla="*/ 9765 w 19621"/>
              <a:gd name="GluePoint1Y" fmla="*/ 16688 h 20255"/>
              <a:gd name="GluePoint2X" fmla="*/ 498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674 w 19621"/>
              <a:gd name="GluePoint11Y" fmla="*/ 20256 h 20255"/>
              <a:gd name="GluePoint12X" fmla="*/ 9705 w 19621"/>
              <a:gd name="GluePoint12Y" fmla="*/ 20256 h 20255"/>
            </a:gdLst>
            <a:ahLst/>
            <a:cxnLst/>
            <a:rect l="textAreaLeft" t="textAreaTop" r="textAreaRight" b="textAreaBottom"/>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53" name="任意多边形: 形状 54"/>
          <p:cNvSpPr>
            <a:spLocks noGrp="1"/>
          </p:cNvSpPr>
          <p:nvPr/>
        </p:nvSpPr>
        <p:spPr>
          <a:xfrm>
            <a:off x="1049652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54" name="任意多边形: 形状 55"/>
          <p:cNvSpPr>
            <a:spLocks noGrp="1"/>
          </p:cNvSpPr>
          <p:nvPr/>
        </p:nvSpPr>
        <p:spPr>
          <a:xfrm>
            <a:off x="1053324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295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55" name="任意多边形: 形状 56"/>
          <p:cNvSpPr>
            <a:spLocks noGrp="1"/>
          </p:cNvSpPr>
          <p:nvPr/>
        </p:nvSpPr>
        <p:spPr>
          <a:xfrm>
            <a:off x="1056708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795 w 19621"/>
              <a:gd name="GluePoint3Y" fmla="*/ 3567 h 20255"/>
              <a:gd name="GluePoint4X" fmla="*/ 14512 w 19621"/>
              <a:gd name="GluePoint4Y" fmla="*/ 10098 h 20255"/>
              <a:gd name="GluePoint5X" fmla="*/ 9765 w 19621"/>
              <a:gd name="GluePoint5Y" fmla="*/ 16688 h 20255"/>
              <a:gd name="GluePoint6X" fmla="*/ 973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56" name="任意多边形: 形状 57"/>
          <p:cNvSpPr>
            <a:spLocks noGrp="1"/>
          </p:cNvSpPr>
          <p:nvPr/>
        </p:nvSpPr>
        <p:spPr>
          <a:xfrm>
            <a:off x="1060308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57" name="任意多边形: 形状 58"/>
          <p:cNvSpPr>
            <a:spLocks noGrp="1"/>
          </p:cNvSpPr>
          <p:nvPr/>
        </p:nvSpPr>
        <p:spPr>
          <a:xfrm>
            <a:off x="1062540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58" name="任意多边形: 形状 59"/>
          <p:cNvSpPr>
            <a:spLocks noGrp="1"/>
          </p:cNvSpPr>
          <p:nvPr/>
        </p:nvSpPr>
        <p:spPr>
          <a:xfrm>
            <a:off x="10648440" y="6696360"/>
            <a:ext cx="47520" cy="32040"/>
          </a:xfrm>
          <a:custGeom>
            <a:avLst/>
            <a:gdLst>
              <a:gd name="textAreaLeft" fmla="*/ 0 w 47520"/>
              <a:gd name="textAreaRight" fmla="*/ 47880 w 47520"/>
              <a:gd name="textAreaTop" fmla="*/ 0 h 32040"/>
              <a:gd name="textAreaBottom" fmla="*/ 32400 h 32040"/>
              <a:gd name="GluePoint1X" fmla="*/ 5019 w 28751"/>
              <a:gd name="GluePoint1Y" fmla="*/ 0 h 19409"/>
              <a:gd name="GluePoint2X" fmla="*/ 7044 w 28751"/>
              <a:gd name="GluePoint2Y" fmla="*/ 8798 h 19409"/>
              <a:gd name="GluePoint3X" fmla="*/ 8284 w 28751"/>
              <a:gd name="GluePoint3Y" fmla="*/ 15086 h 19409"/>
              <a:gd name="GluePoint4X" fmla="*/ 8374 w 28751"/>
              <a:gd name="GluePoint4Y" fmla="*/ 15086 h 19409"/>
              <a:gd name="GluePoint5X" fmla="*/ 9947 w 28751"/>
              <a:gd name="GluePoint5Y" fmla="*/ 8858 h 19409"/>
              <a:gd name="GluePoint6X" fmla="*/ 12486 w 28751"/>
              <a:gd name="GluePoint6Y" fmla="*/ 30 h 19409"/>
              <a:gd name="GluePoint7X" fmla="*/ 16447 w 28751"/>
              <a:gd name="GluePoint7Y" fmla="*/ 30 h 19409"/>
              <a:gd name="GluePoint8X" fmla="*/ 18865 w 28751"/>
              <a:gd name="GluePoint8Y" fmla="*/ 8616 h 19409"/>
              <a:gd name="GluePoint9X" fmla="*/ 20407 w 28751"/>
              <a:gd name="GluePoint9Y" fmla="*/ 15086 h 19409"/>
              <a:gd name="GluePoint10X" fmla="*/ 20498 w 28751"/>
              <a:gd name="GluePoint10Y" fmla="*/ 15086 h 19409"/>
              <a:gd name="GluePoint11X" fmla="*/ 21798 w 28751"/>
              <a:gd name="GluePoint11Y" fmla="*/ 8616 h 19409"/>
              <a:gd name="GluePoint12X" fmla="*/ 23944 w 28751"/>
              <a:gd name="GluePoint12Y" fmla="*/ 30 h 19409"/>
              <a:gd name="GluePoint13X" fmla="*/ 28751 w 28751"/>
              <a:gd name="GluePoint13Y" fmla="*/ 30 h 19409"/>
              <a:gd name="GluePoint14X" fmla="*/ 22675 w 28751"/>
              <a:gd name="GluePoint14Y" fmla="*/ 19409 h 19409"/>
              <a:gd name="GluePoint15X" fmla="*/ 18109 w 28751"/>
              <a:gd name="GluePoint15Y" fmla="*/ 19409 h 19409"/>
              <a:gd name="GluePoint16X" fmla="*/ 15781 w 28751"/>
              <a:gd name="GluePoint16Y" fmla="*/ 11519 h 19409"/>
              <a:gd name="GluePoint17X" fmla="*/ 14330 w 28751"/>
              <a:gd name="GluePoint17Y" fmla="*/ 5321 h 19409"/>
              <a:gd name="GluePoint18X" fmla="*/ 14240 w 28751"/>
              <a:gd name="GluePoint18Y" fmla="*/ 5321 h 19409"/>
              <a:gd name="GluePoint19X" fmla="*/ 12758 w 28751"/>
              <a:gd name="GluePoint19Y" fmla="*/ 11519 h 19409"/>
              <a:gd name="GluePoint20X" fmla="*/ 10279 w 28751"/>
              <a:gd name="GluePoint20Y" fmla="*/ 19409 h 19409"/>
              <a:gd name="GluePoint21X" fmla="*/ 5714 w 28751"/>
              <a:gd name="GluePoint21Y" fmla="*/ 19409 h 19409"/>
              <a:gd name="GluePoint22X" fmla="*/ 0 w 28751"/>
              <a:gd name="GluePoint22Y" fmla="*/ 30 h 19409"/>
              <a:gd name="GluePoint23X" fmla="*/ 4988 w 28751"/>
              <a:gd name="GluePoint23Y" fmla="*/ 30 h 19409"/>
            </a:gdLst>
            <a:ahLst/>
            <a:cxnLst/>
            <a:rect l="textAreaLeft" t="textAreaTop" r="textAreaRight" b="textAreaBottom"/>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600" rIns="90000" bIns="-12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59" name="任意多边形: 形状 60"/>
          <p:cNvSpPr>
            <a:spLocks noGrp="1"/>
          </p:cNvSpPr>
          <p:nvPr/>
        </p:nvSpPr>
        <p:spPr>
          <a:xfrm>
            <a:off x="1069884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88 w 16688"/>
              <a:gd name="GluePoint2Y" fmla="*/ 14058 h 20255"/>
              <a:gd name="GluePoint3X" fmla="*/ 7649 w 16688"/>
              <a:gd name="GluePoint3Y" fmla="*/ 16719 h 20255"/>
              <a:gd name="GluePoint4X" fmla="*/ 4867 w 16688"/>
              <a:gd name="GluePoint4Y" fmla="*/ 13937 h 20255"/>
              <a:gd name="GluePoint5X" fmla="*/ 11609 w 16688"/>
              <a:gd name="GluePoint5Y" fmla="*/ 10309 h 20255"/>
              <a:gd name="GluePoint6X" fmla="*/ 1160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60" name="任意多边形: 形状 61"/>
          <p:cNvSpPr>
            <a:spLocks noGrp="1"/>
          </p:cNvSpPr>
          <p:nvPr/>
        </p:nvSpPr>
        <p:spPr>
          <a:xfrm>
            <a:off x="10734480" y="6695640"/>
            <a:ext cx="18000" cy="32760"/>
          </a:xfrm>
          <a:custGeom>
            <a:avLst/>
            <a:gdLst>
              <a:gd name="textAreaLeft" fmla="*/ 0 w 18000"/>
              <a:gd name="textAreaRight" fmla="*/ 18360 w 18000"/>
              <a:gd name="textAreaTop" fmla="*/ 0 h 32760"/>
              <a:gd name="textAreaBottom" fmla="*/ 33120 h 32760"/>
              <a:gd name="GluePoint1X" fmla="*/ 151 w 11004"/>
              <a:gd name="GluePoint1Y" fmla="*/ 6651 h 19832"/>
              <a:gd name="GluePoint2X" fmla="*/ 0 w 11004"/>
              <a:gd name="GluePoint2Y" fmla="*/ 423 h 19832"/>
              <a:gd name="GluePoint3X" fmla="*/ 4233 w 11004"/>
              <a:gd name="GluePoint3Y" fmla="*/ 423 h 19832"/>
              <a:gd name="GluePoint4X" fmla="*/ 4414 w 11004"/>
              <a:gd name="GluePoint4Y" fmla="*/ 4112 h 19832"/>
              <a:gd name="GluePoint5X" fmla="*/ 4535 w 11004"/>
              <a:gd name="GluePoint5Y" fmla="*/ 4112 h 19832"/>
              <a:gd name="GluePoint6X" fmla="*/ 9856 w 11004"/>
              <a:gd name="GluePoint6Y" fmla="*/ 0 h 19832"/>
              <a:gd name="GluePoint7X" fmla="*/ 11005 w 11004"/>
              <a:gd name="GluePoint7Y" fmla="*/ 121 h 19832"/>
              <a:gd name="GluePoint8X" fmla="*/ 11005 w 11004"/>
              <a:gd name="GluePoint8Y" fmla="*/ 4716 h 19832"/>
              <a:gd name="GluePoint9X" fmla="*/ 9584 w 11004"/>
              <a:gd name="GluePoint9Y" fmla="*/ 4595 h 19832"/>
              <a:gd name="GluePoint10X" fmla="*/ 5200 w 11004"/>
              <a:gd name="GluePoint10Y" fmla="*/ 8314 h 19832"/>
              <a:gd name="GluePoint11X" fmla="*/ 5079 w 11004"/>
              <a:gd name="GluePoint11Y" fmla="*/ 9795 h 19832"/>
              <a:gd name="GluePoint12X" fmla="*/ 5079 w 11004"/>
              <a:gd name="GluePoint12Y" fmla="*/ 19833 h 19832"/>
              <a:gd name="GluePoint13X" fmla="*/ 181 w 11004"/>
              <a:gd name="GluePoint13Y" fmla="*/ 19833 h 19832"/>
              <a:gd name="GluePoint14X" fmla="*/ 181 w 11004"/>
              <a:gd name="GluePoint14Y" fmla="*/ 6681 h 19832"/>
            </a:gdLst>
            <a:ahLst/>
            <a:cxnLst/>
            <a:rect l="textAreaLeft" t="textAreaTop" r="textAreaRight" b="textAreaBottom"/>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880" rIns="90000" bIns="-11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61" name="任意多边形: 形状 62"/>
          <p:cNvSpPr>
            <a:spLocks noGrp="1"/>
          </p:cNvSpPr>
          <p:nvPr/>
        </p:nvSpPr>
        <p:spPr>
          <a:xfrm>
            <a:off x="10755720" y="6695640"/>
            <a:ext cx="29160" cy="33120"/>
          </a:xfrm>
          <a:custGeom>
            <a:avLst/>
            <a:gdLst>
              <a:gd name="textAreaLeft" fmla="*/ 0 w 29160"/>
              <a:gd name="textAreaRight" fmla="*/ 29520 w 29160"/>
              <a:gd name="textAreaTop" fmla="*/ 0 h 33120"/>
              <a:gd name="textAreaBottom" fmla="*/ 33480 h 33120"/>
              <a:gd name="GluePoint1X" fmla="*/ 4686 w 17807"/>
              <a:gd name="GluePoint1Y" fmla="*/ 8072 h 20225"/>
              <a:gd name="GluePoint2X" fmla="*/ 9161 w 17807"/>
              <a:gd name="GluePoint2Y" fmla="*/ 3356 h 20225"/>
              <a:gd name="GluePoint3X" fmla="*/ 13212 w 17807"/>
              <a:gd name="GluePoint3Y" fmla="*/ 8072 h 20225"/>
              <a:gd name="GluePoint4X" fmla="*/ 468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62" name="任意多边形: 形状 63"/>
          <p:cNvSpPr>
            <a:spLocks noGrp="1"/>
          </p:cNvSpPr>
          <p:nvPr/>
        </p:nvSpPr>
        <p:spPr>
          <a:xfrm>
            <a:off x="10803600" y="6683400"/>
            <a:ext cx="34200" cy="45720"/>
          </a:xfrm>
          <a:custGeom>
            <a:avLst/>
            <a:gdLst>
              <a:gd name="textAreaLeft" fmla="*/ 0 w 34200"/>
              <a:gd name="textAreaRight" fmla="*/ 34560 w 34200"/>
              <a:gd name="textAreaTop" fmla="*/ 0 h 45720"/>
              <a:gd name="textAreaBottom" fmla="*/ 46080 h 45720"/>
              <a:gd name="GluePoint1X" fmla="*/ 20649 w 20860"/>
              <a:gd name="GluePoint1Y" fmla="*/ 26454 h 27662"/>
              <a:gd name="GluePoint2X" fmla="*/ 13695 w 20860"/>
              <a:gd name="GluePoint2Y" fmla="*/ 27663 h 27662"/>
              <a:gd name="GluePoint3X" fmla="*/ 0 w 20860"/>
              <a:gd name="GluePoint3Y" fmla="*/ 14149 h 27662"/>
              <a:gd name="GluePoint4X" fmla="*/ 14361 w 20860"/>
              <a:gd name="GluePoint4Y" fmla="*/ 0 h 27662"/>
              <a:gd name="GluePoint5X" fmla="*/ 20861 w 20860"/>
              <a:gd name="GluePoint5Y" fmla="*/ 1179 h 27662"/>
              <a:gd name="GluePoint6X" fmla="*/ 19802 w 20860"/>
              <a:gd name="GluePoint6Y" fmla="*/ 5079 h 27662"/>
              <a:gd name="GluePoint7X" fmla="*/ 14572 w 20860"/>
              <a:gd name="GluePoint7Y" fmla="*/ 4021 h 27662"/>
              <a:gd name="GluePoint8X" fmla="*/ 5170 w 20860"/>
              <a:gd name="GluePoint8Y" fmla="*/ 13877 h 27662"/>
              <a:gd name="GluePoint9X" fmla="*/ 14512 w 20860"/>
              <a:gd name="GluePoint9Y" fmla="*/ 23521 h 27662"/>
              <a:gd name="GluePoint10X" fmla="*/ 19863 w 20860"/>
              <a:gd name="GluePoint10Y" fmla="*/ 22554 h 27662"/>
              <a:gd name="GluePoint11X" fmla="*/ 20679 w 20860"/>
              <a:gd name="GluePoint11Y" fmla="*/ 26423 h 27662"/>
            </a:gdLst>
            <a:ahLst/>
            <a:cxnLst/>
            <a:rect l="textAreaLeft" t="textAreaTop" r="textAreaRight" b="textAreaBottom"/>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63" name="任意多边形: 形状 64"/>
          <p:cNvSpPr>
            <a:spLocks noGrp="1"/>
          </p:cNvSpPr>
          <p:nvPr/>
        </p:nvSpPr>
        <p:spPr>
          <a:xfrm>
            <a:off x="10844640" y="6681600"/>
            <a:ext cx="28800" cy="46800"/>
          </a:xfrm>
          <a:custGeom>
            <a:avLst/>
            <a:gdLst>
              <a:gd name="textAreaLeft" fmla="*/ 0 w 28800"/>
              <a:gd name="textAreaRight" fmla="*/ 29160 w 28800"/>
              <a:gd name="textAreaTop" fmla="*/ 0 h 46800"/>
              <a:gd name="textAreaBottom" fmla="*/ 47160 h 46800"/>
              <a:gd name="GluePoint1X" fmla="*/ 0 w 17535"/>
              <a:gd name="GluePoint1Y" fmla="*/ 30 h 28297"/>
              <a:gd name="GluePoint2X" fmla="*/ 4898 w 17535"/>
              <a:gd name="GluePoint2Y" fmla="*/ 30 h 28297"/>
              <a:gd name="GluePoint3X" fmla="*/ 4898 w 17535"/>
              <a:gd name="GluePoint3Y" fmla="*/ 11549 h 28297"/>
              <a:gd name="GluePoint4X" fmla="*/ 4988 w 17535"/>
              <a:gd name="GluePoint4Y" fmla="*/ 11549 h 28297"/>
              <a:gd name="GluePoint5X" fmla="*/ 7407 w 17535"/>
              <a:gd name="GluePoint5Y" fmla="*/ 9342 h 28297"/>
              <a:gd name="GluePoint6X" fmla="*/ 10763 w 17535"/>
              <a:gd name="GluePoint6Y" fmla="*/ 8465 h 28297"/>
              <a:gd name="GluePoint7X" fmla="*/ 17535 w 17535"/>
              <a:gd name="GluePoint7Y" fmla="*/ 16870 h 28297"/>
              <a:gd name="GluePoint8X" fmla="*/ 17535 w 17535"/>
              <a:gd name="GluePoint8Y" fmla="*/ 28298 h 28297"/>
              <a:gd name="GluePoint9X" fmla="*/ 12637 w 17535"/>
              <a:gd name="GluePoint9Y" fmla="*/ 28298 h 28297"/>
              <a:gd name="GluePoint10X" fmla="*/ 12637 w 17535"/>
              <a:gd name="GluePoint10Y" fmla="*/ 17414 h 28297"/>
              <a:gd name="GluePoint11X" fmla="*/ 8919 w 17535"/>
              <a:gd name="GluePoint11Y" fmla="*/ 12456 h 28297"/>
              <a:gd name="GluePoint12X" fmla="*/ 5140 w 17535"/>
              <a:gd name="GluePoint12Y" fmla="*/ 15207 h 28297"/>
              <a:gd name="GluePoint13X" fmla="*/ 4928 w 17535"/>
              <a:gd name="GluePoint13Y" fmla="*/ 16688 h 28297"/>
              <a:gd name="GluePoint14X" fmla="*/ 4928 w 17535"/>
              <a:gd name="GluePoint14Y" fmla="*/ 28268 h 28297"/>
              <a:gd name="GluePoint15X" fmla="*/ 30 w 17535"/>
              <a:gd name="GluePoint15Y" fmla="*/ 28268 h 28297"/>
              <a:gd name="GluePoint16X" fmla="*/ 30 w 17535"/>
              <a:gd name="GluePoint16Y" fmla="*/ 0 h 28297"/>
            </a:gdLst>
            <a:ahLst/>
            <a:cxnLst/>
            <a:rect l="textAreaLeft" t="textAreaTop" r="textAreaRight" b="textAreaBottom"/>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160" rIns="90000" bIns="2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64" name="任意多边形: 形状 65"/>
          <p:cNvSpPr>
            <a:spLocks noGrp="1"/>
          </p:cNvSpPr>
          <p:nvPr/>
        </p:nvSpPr>
        <p:spPr>
          <a:xfrm>
            <a:off x="1088172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65" name="任意多边形: 形状 66"/>
          <p:cNvSpPr>
            <a:spLocks noGrp="1"/>
          </p:cNvSpPr>
          <p:nvPr/>
        </p:nvSpPr>
        <p:spPr>
          <a:xfrm>
            <a:off x="108990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109 w 17716"/>
              <a:gd name="GluePoint13Y" fmla="*/ 8405 h 19802"/>
              <a:gd name="GluePoint14X" fmla="*/ 5109 w 17716"/>
              <a:gd name="GluePoint14Y" fmla="*/ 19802 h 19802"/>
              <a:gd name="GluePoint15X" fmla="*/ 212 w 17716"/>
              <a:gd name="GluePoint15Y" fmla="*/ 19802 h 19802"/>
              <a:gd name="GluePoint16X" fmla="*/ 212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66" name="任意多边形: 形状 67"/>
          <p:cNvSpPr>
            <a:spLocks noGrp="1"/>
          </p:cNvSpPr>
          <p:nvPr/>
        </p:nvSpPr>
        <p:spPr>
          <a:xfrm>
            <a:off x="109350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61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67" name="任意多边形: 形状 68"/>
          <p:cNvSpPr>
            <a:spLocks noGrp="1"/>
          </p:cNvSpPr>
          <p:nvPr/>
        </p:nvSpPr>
        <p:spPr>
          <a:xfrm>
            <a:off x="10969200" y="6695640"/>
            <a:ext cx="22680" cy="33120"/>
          </a:xfrm>
          <a:custGeom>
            <a:avLst/>
            <a:gdLst>
              <a:gd name="textAreaLeft" fmla="*/ 0 w 22680"/>
              <a:gd name="textAreaRight" fmla="*/ 23040 w 22680"/>
              <a:gd name="textAreaTop" fmla="*/ 0 h 33120"/>
              <a:gd name="textAreaBottom" fmla="*/ 33480 h 33120"/>
              <a:gd name="GluePoint1X" fmla="*/ 998 w 13755"/>
              <a:gd name="GluePoint1Y" fmla="*/ 15298 h 20225"/>
              <a:gd name="GluePoint2X" fmla="*/ 5926 w 13755"/>
              <a:gd name="GluePoint2Y" fmla="*/ 16719 h 20225"/>
              <a:gd name="GluePoint3X" fmla="*/ 9040 w 13755"/>
              <a:gd name="GluePoint3Y" fmla="*/ 14542 h 20225"/>
              <a:gd name="GluePoint4X" fmla="*/ 5865 w 13755"/>
              <a:gd name="GluePoint4Y" fmla="*/ 11700 h 20225"/>
              <a:gd name="GluePoint5X" fmla="*/ 514 w 13755"/>
              <a:gd name="GluePoint5Y" fmla="*/ 6047 h 20225"/>
              <a:gd name="GluePoint6X" fmla="*/ 7860 w 13755"/>
              <a:gd name="GluePoint6Y" fmla="*/ 0 h 20225"/>
              <a:gd name="GluePoint7X" fmla="*/ 13000 w 13755"/>
              <a:gd name="GluePoint7Y" fmla="*/ 1149 h 20225"/>
              <a:gd name="GluePoint8X" fmla="*/ 12033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68" name="任意多边形: 形状 69"/>
          <p:cNvSpPr>
            <a:spLocks noGrp="1"/>
          </p:cNvSpPr>
          <p:nvPr/>
        </p:nvSpPr>
        <p:spPr>
          <a:xfrm>
            <a:off x="1099692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69" name="任意多边形: 形状 70"/>
          <p:cNvSpPr>
            <a:spLocks noGrp="1"/>
          </p:cNvSpPr>
          <p:nvPr/>
        </p:nvSpPr>
        <p:spPr>
          <a:xfrm>
            <a:off x="11043720" y="6684120"/>
            <a:ext cx="38880" cy="44280"/>
          </a:xfrm>
          <a:custGeom>
            <a:avLst/>
            <a:gdLst>
              <a:gd name="textAreaLeft" fmla="*/ 0 w 38880"/>
              <a:gd name="textAreaRight" fmla="*/ 39240 w 38880"/>
              <a:gd name="textAreaTop" fmla="*/ 0 h 44280"/>
              <a:gd name="textAreaBottom" fmla="*/ 44640 h 44280"/>
              <a:gd name="GluePoint1X" fmla="*/ 8163 w 23551"/>
              <a:gd name="GluePoint1Y" fmla="*/ 15509 h 26816"/>
              <a:gd name="GluePoint2X" fmla="*/ 10249 w 23551"/>
              <a:gd name="GluePoint2Y" fmla="*/ 8888 h 26816"/>
              <a:gd name="GluePoint3X" fmla="*/ 11519 w 23551"/>
              <a:gd name="GluePoint3Y" fmla="*/ 3870 h 26816"/>
              <a:gd name="GluePoint4X" fmla="*/ 11609 w 23551"/>
              <a:gd name="GluePoint4Y" fmla="*/ 3870 h 26816"/>
              <a:gd name="GluePoint5X" fmla="*/ 12970 w 23551"/>
              <a:gd name="GluePoint5Y" fmla="*/ 8919 h 26816"/>
              <a:gd name="GluePoint6X" fmla="*/ 15086 w 23551"/>
              <a:gd name="GluePoint6Y" fmla="*/ 15509 h 26816"/>
              <a:gd name="GluePoint7X" fmla="*/ 8163 w 23551"/>
              <a:gd name="GluePoint7Y" fmla="*/ 15509 h 26816"/>
              <a:gd name="GluePoint8X" fmla="*/ 15872 w 23551"/>
              <a:gd name="GluePoint8Y" fmla="*/ 19228 h 26816"/>
              <a:gd name="GluePoint9X" fmla="*/ 18291 w 23551"/>
              <a:gd name="GluePoint9Y" fmla="*/ 26816 h 26816"/>
              <a:gd name="GluePoint10X" fmla="*/ 23551 w 23551"/>
              <a:gd name="GluePoint10Y" fmla="*/ 26816 h 26816"/>
              <a:gd name="GluePoint11X" fmla="*/ 14844 w 23551"/>
              <a:gd name="GluePoint11Y" fmla="*/ 0 h 26816"/>
              <a:gd name="GluePoint12X" fmla="*/ 8616 w 23551"/>
              <a:gd name="GluePoint12Y" fmla="*/ 0 h 26816"/>
              <a:gd name="GluePoint13X" fmla="*/ 0 w 23551"/>
              <a:gd name="GluePoint13Y" fmla="*/ 26816 h 26816"/>
              <a:gd name="GluePoint14X" fmla="*/ 5079 w 23551"/>
              <a:gd name="GluePoint14Y" fmla="*/ 26816 h 26816"/>
              <a:gd name="GluePoint15X" fmla="*/ 7377 w 23551"/>
              <a:gd name="GluePoint15Y" fmla="*/ 19228 h 26816"/>
              <a:gd name="GluePoint16X" fmla="*/ 15902 w 23551"/>
              <a:gd name="GluePoint16Y" fmla="*/ 19228 h 26816"/>
            </a:gdLst>
            <a:ahLst/>
            <a:cxnLst/>
            <a:rect l="textAreaLeft" t="textAreaTop" r="textAreaRight" b="textAreaBottom"/>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70" name="任意多边形: 形状 71"/>
          <p:cNvSpPr>
            <a:spLocks noGrp="1"/>
          </p:cNvSpPr>
          <p:nvPr/>
        </p:nvSpPr>
        <p:spPr>
          <a:xfrm>
            <a:off x="1108584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884 w 15479"/>
              <a:gd name="GluePoint7Y" fmla="*/ 3809 h 20225"/>
              <a:gd name="GluePoint8X" fmla="*/ 4958 w 15479"/>
              <a:gd name="GluePoint8Y" fmla="*/ 10098 h 20225"/>
              <a:gd name="GluePoint9X" fmla="*/ 1091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71" name="任意多边形: 形状 72"/>
          <p:cNvSpPr>
            <a:spLocks noGrp="1"/>
          </p:cNvSpPr>
          <p:nvPr/>
        </p:nvSpPr>
        <p:spPr>
          <a:xfrm>
            <a:off x="1111536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58 w 16688"/>
              <a:gd name="GluePoint2Y" fmla="*/ 14058 h 20255"/>
              <a:gd name="GluePoint3X" fmla="*/ 7619 w 16688"/>
              <a:gd name="GluePoint3Y" fmla="*/ 16719 h 20255"/>
              <a:gd name="GluePoint4X" fmla="*/ 4807 w 16688"/>
              <a:gd name="GluePoint4Y" fmla="*/ 13937 h 20255"/>
              <a:gd name="GluePoint5X" fmla="*/ 11579 w 16688"/>
              <a:gd name="GluePoint5Y" fmla="*/ 10309 h 20255"/>
              <a:gd name="GluePoint6X" fmla="*/ 1157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72" name="任意多边形: 形状 73"/>
          <p:cNvSpPr>
            <a:spLocks noGrp="1"/>
          </p:cNvSpPr>
          <p:nvPr/>
        </p:nvSpPr>
        <p:spPr>
          <a:xfrm>
            <a:off x="11149200" y="6681600"/>
            <a:ext cx="31680" cy="47520"/>
          </a:xfrm>
          <a:custGeom>
            <a:avLst/>
            <a:gdLst>
              <a:gd name="textAreaLeft" fmla="*/ 0 w 31680"/>
              <a:gd name="textAreaRight" fmla="*/ 32040 w 31680"/>
              <a:gd name="textAreaTop" fmla="*/ 0 h 47520"/>
              <a:gd name="textAreaBottom" fmla="*/ 47880 h 47520"/>
              <a:gd name="GluePoint1X" fmla="*/ 14179 w 19228"/>
              <a:gd name="GluePoint1Y" fmla="*/ 19863 h 28690"/>
              <a:gd name="GluePoint2X" fmla="*/ 14028 w 19228"/>
              <a:gd name="GluePoint2Y" fmla="*/ 21284 h 28690"/>
              <a:gd name="GluePoint3X" fmla="*/ 9796 w 19228"/>
              <a:gd name="GluePoint3Y" fmla="*/ 24761 h 28690"/>
              <a:gd name="GluePoint4X" fmla="*/ 4958 w 19228"/>
              <a:gd name="GluePoint4Y" fmla="*/ 18593 h 28690"/>
              <a:gd name="GluePoint5X" fmla="*/ 9856 w 19228"/>
              <a:gd name="GluePoint5Y" fmla="*/ 12214 h 28690"/>
              <a:gd name="GluePoint6X" fmla="*/ 14058 w 19228"/>
              <a:gd name="GluePoint6Y" fmla="*/ 15661 h 28690"/>
              <a:gd name="GluePoint7X" fmla="*/ 14179 w 19228"/>
              <a:gd name="GluePoint7Y" fmla="*/ 16930 h 28690"/>
              <a:gd name="GluePoint8X" fmla="*/ 14179 w 19228"/>
              <a:gd name="GluePoint8Y" fmla="*/ 19833 h 28690"/>
              <a:gd name="GluePoint9X" fmla="*/ 14179 w 19228"/>
              <a:gd name="GluePoint9Y" fmla="*/ 0 h 28690"/>
              <a:gd name="GluePoint10X" fmla="*/ 14179 w 19228"/>
              <a:gd name="GluePoint10Y" fmla="*/ 10974 h 28690"/>
              <a:gd name="GluePoint11X" fmla="*/ 14089 w 19228"/>
              <a:gd name="GluePoint11Y" fmla="*/ 10974 h 28690"/>
              <a:gd name="GluePoint12X" fmla="*/ 8677 w 19228"/>
              <a:gd name="GluePoint12Y" fmla="*/ 8465 h 28690"/>
              <a:gd name="GluePoint13X" fmla="*/ 0 w 19228"/>
              <a:gd name="GluePoint13Y" fmla="*/ 18805 h 28690"/>
              <a:gd name="GluePoint14X" fmla="*/ 8284 w 19228"/>
              <a:gd name="GluePoint14Y" fmla="*/ 28691 h 28690"/>
              <a:gd name="GluePoint15X" fmla="*/ 14572 w 19228"/>
              <a:gd name="GluePoint15Y" fmla="*/ 25184 h 28690"/>
              <a:gd name="GluePoint16X" fmla="*/ 14663 w 19228"/>
              <a:gd name="GluePoint16Y" fmla="*/ 25184 h 28690"/>
              <a:gd name="GluePoint17X" fmla="*/ 14875 w 19228"/>
              <a:gd name="GluePoint17Y" fmla="*/ 28268 h 28690"/>
              <a:gd name="GluePoint18X" fmla="*/ 19228 w 19228"/>
              <a:gd name="GluePoint18Y" fmla="*/ 28268 h 28690"/>
              <a:gd name="GluePoint19X" fmla="*/ 19077 w 19228"/>
              <a:gd name="GluePoint19Y" fmla="*/ 22826 h 28690"/>
              <a:gd name="GluePoint20X" fmla="*/ 19077 w 19228"/>
              <a:gd name="GluePoint20Y" fmla="*/ 0 h 28690"/>
              <a:gd name="GluePoint21X" fmla="*/ 14179 w 19228"/>
              <a:gd name="GluePoint21Y" fmla="*/ 0 h 28690"/>
            </a:gdLst>
            <a:ahLst/>
            <a:cxnLst/>
            <a:rect l="textAreaLeft" t="textAreaTop" r="textAreaRight" b="textAreaBottom"/>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73" name="任意多边形: 形状 74"/>
          <p:cNvSpPr>
            <a:spLocks noGrp="1"/>
          </p:cNvSpPr>
          <p:nvPr/>
        </p:nvSpPr>
        <p:spPr>
          <a:xfrm>
            <a:off x="11187720" y="6695640"/>
            <a:ext cx="29160" cy="33120"/>
          </a:xfrm>
          <a:custGeom>
            <a:avLst/>
            <a:gdLst>
              <a:gd name="textAreaLeft" fmla="*/ 0 w 29160"/>
              <a:gd name="textAreaRight" fmla="*/ 29520 w 29160"/>
              <a:gd name="textAreaTop" fmla="*/ 0 h 33120"/>
              <a:gd name="textAreaBottom" fmla="*/ 33480 h 33120"/>
              <a:gd name="GluePoint1X" fmla="*/ 4686 w 17837"/>
              <a:gd name="GluePoint1Y" fmla="*/ 8072 h 20225"/>
              <a:gd name="GluePoint2X" fmla="*/ 9161 w 17837"/>
              <a:gd name="GluePoint2Y" fmla="*/ 3356 h 20225"/>
              <a:gd name="GluePoint3X" fmla="*/ 13212 w 17837"/>
              <a:gd name="GluePoint3Y" fmla="*/ 8072 h 20225"/>
              <a:gd name="GluePoint4X" fmla="*/ 4686 w 17837"/>
              <a:gd name="GluePoint4Y" fmla="*/ 8072 h 20225"/>
              <a:gd name="GluePoint5X" fmla="*/ 17656 w 17837"/>
              <a:gd name="GluePoint5Y" fmla="*/ 11488 h 20225"/>
              <a:gd name="GluePoint6X" fmla="*/ 17837 w 17837"/>
              <a:gd name="GluePoint6Y" fmla="*/ 9433 h 20225"/>
              <a:gd name="GluePoint7X" fmla="*/ 9493 w 17837"/>
              <a:gd name="GluePoint7Y" fmla="*/ 0 h 20225"/>
              <a:gd name="GluePoint8X" fmla="*/ 0 w 17837"/>
              <a:gd name="GluePoint8Y" fmla="*/ 10400 h 20225"/>
              <a:gd name="GluePoint9X" fmla="*/ 9977 w 17837"/>
              <a:gd name="GluePoint9Y" fmla="*/ 20226 h 20225"/>
              <a:gd name="GluePoint10X" fmla="*/ 16749 w 17837"/>
              <a:gd name="GluePoint10Y" fmla="*/ 18986 h 20225"/>
              <a:gd name="GluePoint11X" fmla="*/ 16023 w 17837"/>
              <a:gd name="GluePoint11Y" fmla="*/ 15600 h 20225"/>
              <a:gd name="GluePoint12X" fmla="*/ 10672 w 17837"/>
              <a:gd name="GluePoint12Y" fmla="*/ 16507 h 20225"/>
              <a:gd name="GluePoint13X" fmla="*/ 4686 w 17837"/>
              <a:gd name="GluePoint13Y" fmla="*/ 11458 h 20225"/>
              <a:gd name="GluePoint14X" fmla="*/ 17656 w 17837"/>
              <a:gd name="GluePoint14Y" fmla="*/ 11458 h 20225"/>
            </a:gdLst>
            <a:ahLst/>
            <a:cxnLst/>
            <a:rect l="textAreaLeft" t="textAreaTop" r="textAreaRight" b="textAreaBottom"/>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74" name="任意多边形: 形状 75"/>
          <p:cNvSpPr>
            <a:spLocks noGrp="1"/>
          </p:cNvSpPr>
          <p:nvPr/>
        </p:nvSpPr>
        <p:spPr>
          <a:xfrm>
            <a:off x="11223720" y="6695640"/>
            <a:ext cx="47520" cy="32400"/>
          </a:xfrm>
          <a:custGeom>
            <a:avLst/>
            <a:gdLst>
              <a:gd name="textAreaLeft" fmla="*/ 0 w 47520"/>
              <a:gd name="textAreaRight" fmla="*/ 47880 w 47520"/>
              <a:gd name="textAreaTop" fmla="*/ 0 h 32400"/>
              <a:gd name="textAreaBottom" fmla="*/ 32760 h 32400"/>
              <a:gd name="GluePoint1X" fmla="*/ 151 w 28721"/>
              <a:gd name="GluePoint1Y" fmla="*/ 6258 h 19802"/>
              <a:gd name="GluePoint2X" fmla="*/ 0 w 28721"/>
              <a:gd name="GluePoint2Y" fmla="*/ 484 h 19802"/>
              <a:gd name="GluePoint3X" fmla="*/ 4172 w 28721"/>
              <a:gd name="GluePoint3Y" fmla="*/ 484 h 19802"/>
              <a:gd name="GluePoint4X" fmla="*/ 4384 w 28721"/>
              <a:gd name="GluePoint4Y" fmla="*/ 3326 h 19802"/>
              <a:gd name="GluePoint5X" fmla="*/ 4505 w 28721"/>
              <a:gd name="GluePoint5Y" fmla="*/ 3326 h 19802"/>
              <a:gd name="GluePoint6X" fmla="*/ 10461 w 28721"/>
              <a:gd name="GluePoint6Y" fmla="*/ 30 h 19802"/>
              <a:gd name="GluePoint7X" fmla="*/ 15842 w 28721"/>
              <a:gd name="GluePoint7Y" fmla="*/ 3598 h 19802"/>
              <a:gd name="GluePoint8X" fmla="*/ 15933 w 28721"/>
              <a:gd name="GluePoint8Y" fmla="*/ 3598 h 19802"/>
              <a:gd name="GluePoint9X" fmla="*/ 18321 w 28721"/>
              <a:gd name="GluePoint9Y" fmla="*/ 1149 h 19802"/>
              <a:gd name="GluePoint10X" fmla="*/ 22251 w 28721"/>
              <a:gd name="GluePoint10Y" fmla="*/ 0 h 19802"/>
              <a:gd name="GluePoint11X" fmla="*/ 28721 w 28721"/>
              <a:gd name="GluePoint11Y" fmla="*/ 8405 h 19802"/>
              <a:gd name="GluePoint12X" fmla="*/ 28721 w 28721"/>
              <a:gd name="GluePoint12Y" fmla="*/ 19802 h 19802"/>
              <a:gd name="GluePoint13X" fmla="*/ 23944 w 28721"/>
              <a:gd name="GluePoint13Y" fmla="*/ 19802 h 19802"/>
              <a:gd name="GluePoint14X" fmla="*/ 23944 w 28721"/>
              <a:gd name="GluePoint14Y" fmla="*/ 9070 h 19802"/>
              <a:gd name="GluePoint15X" fmla="*/ 20498 w 28721"/>
              <a:gd name="GluePoint15Y" fmla="*/ 3960 h 19802"/>
              <a:gd name="GluePoint16X" fmla="*/ 17112 w 28721"/>
              <a:gd name="GluePoint16Y" fmla="*/ 6530 h 19802"/>
              <a:gd name="GluePoint17X" fmla="*/ 16870 w 28721"/>
              <a:gd name="GluePoint17Y" fmla="*/ 8163 h 19802"/>
              <a:gd name="GluePoint18X" fmla="*/ 16870 w 28721"/>
              <a:gd name="GluePoint18Y" fmla="*/ 19802 h 19802"/>
              <a:gd name="GluePoint19X" fmla="*/ 12093 w 28721"/>
              <a:gd name="GluePoint19Y" fmla="*/ 19802 h 19802"/>
              <a:gd name="GluePoint20X" fmla="*/ 12093 w 28721"/>
              <a:gd name="GluePoint20Y" fmla="*/ 8586 h 19802"/>
              <a:gd name="GluePoint21X" fmla="*/ 8767 w 28721"/>
              <a:gd name="GluePoint21Y" fmla="*/ 3960 h 19802"/>
              <a:gd name="GluePoint22X" fmla="*/ 5230 w 28721"/>
              <a:gd name="GluePoint22Y" fmla="*/ 6742 h 19802"/>
              <a:gd name="GluePoint23X" fmla="*/ 4988 w 28721"/>
              <a:gd name="GluePoint23Y" fmla="*/ 8344 h 19802"/>
              <a:gd name="GluePoint24X" fmla="*/ 4988 w 28721"/>
              <a:gd name="GluePoint24Y" fmla="*/ 19802 h 19802"/>
              <a:gd name="GluePoint25X" fmla="*/ 212 w 28721"/>
              <a:gd name="GluePoint25Y" fmla="*/ 19802 h 19802"/>
              <a:gd name="GluePoint26X" fmla="*/ 212 w 28721"/>
              <a:gd name="GluePoint26Y" fmla="*/ 6198 h 19802"/>
            </a:gdLst>
            <a:ahLst/>
            <a:cxnLst/>
            <a:rect l="textAreaLeft" t="textAreaTop" r="textAreaRight" b="textAreaBottom"/>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75" name="任意多边形: 形状 76"/>
          <p:cNvSpPr>
            <a:spLocks noGrp="1"/>
          </p:cNvSpPr>
          <p:nvPr/>
        </p:nvSpPr>
        <p:spPr>
          <a:xfrm>
            <a:off x="11275200" y="6696360"/>
            <a:ext cx="32040" cy="46440"/>
          </a:xfrm>
          <a:custGeom>
            <a:avLst/>
            <a:gdLst>
              <a:gd name="textAreaLeft" fmla="*/ 0 w 32040"/>
              <a:gd name="textAreaRight" fmla="*/ 32400 w 32040"/>
              <a:gd name="textAreaTop" fmla="*/ 0 h 46440"/>
              <a:gd name="textAreaBottom" fmla="*/ 46800 h 46440"/>
              <a:gd name="GluePoint1X" fmla="*/ 5381 w 19379"/>
              <a:gd name="GluePoint1Y" fmla="*/ 30 h 28146"/>
              <a:gd name="GluePoint2X" fmla="*/ 8858 w 19379"/>
              <a:gd name="GluePoint2Y" fmla="*/ 10400 h 28146"/>
              <a:gd name="GluePoint3X" fmla="*/ 9947 w 19379"/>
              <a:gd name="GluePoint3Y" fmla="*/ 14149 h 28146"/>
              <a:gd name="GluePoint4X" fmla="*/ 10068 w 19379"/>
              <a:gd name="GluePoint4Y" fmla="*/ 14149 h 28146"/>
              <a:gd name="GluePoint5X" fmla="*/ 11095 w 19379"/>
              <a:gd name="GluePoint5Y" fmla="*/ 10340 h 28146"/>
              <a:gd name="GluePoint6X" fmla="*/ 14149 w 19379"/>
              <a:gd name="GluePoint6Y" fmla="*/ 0 h 28146"/>
              <a:gd name="GluePoint7X" fmla="*/ 19379 w 19379"/>
              <a:gd name="GluePoint7Y" fmla="*/ 0 h 28146"/>
              <a:gd name="GluePoint8X" fmla="*/ 14542 w 19379"/>
              <a:gd name="GluePoint8Y" fmla="*/ 13212 h 28146"/>
              <a:gd name="GluePoint9X" fmla="*/ 7800 w 19379"/>
              <a:gd name="GluePoint9Y" fmla="*/ 25668 h 28146"/>
              <a:gd name="GluePoint10X" fmla="*/ 2660 w 19379"/>
              <a:gd name="GluePoint10Y" fmla="*/ 28147 h 28146"/>
              <a:gd name="GluePoint11X" fmla="*/ 1542 w 19379"/>
              <a:gd name="GluePoint11Y" fmla="*/ 24035 h 28146"/>
              <a:gd name="GluePoint12X" fmla="*/ 4384 w 19379"/>
              <a:gd name="GluePoint12Y" fmla="*/ 22705 h 28146"/>
              <a:gd name="GluePoint13X" fmla="*/ 7074 w 19379"/>
              <a:gd name="GluePoint13Y" fmla="*/ 19621 h 28146"/>
              <a:gd name="GluePoint14X" fmla="*/ 7377 w 19379"/>
              <a:gd name="GluePoint14Y" fmla="*/ 18775 h 28146"/>
              <a:gd name="GluePoint15X" fmla="*/ 7105 w 19379"/>
              <a:gd name="GluePoint15Y" fmla="*/ 17807 h 28146"/>
              <a:gd name="GluePoint16X" fmla="*/ 0 w 19379"/>
              <a:gd name="GluePoint16Y" fmla="*/ 30 h 28146"/>
              <a:gd name="GluePoint17X" fmla="*/ 5412 w 19379"/>
              <a:gd name="GluePoint17Y" fmla="*/ 30 h 28146"/>
            </a:gdLst>
            <a:ahLst/>
            <a:cxnLst/>
            <a:rect l="textAreaLeft" t="textAreaTop" r="textAreaRight" b="textAreaBottom"/>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76" name="任意多边形: 形状 77"/>
          <p:cNvSpPr>
            <a:spLocks noGrp="1"/>
          </p:cNvSpPr>
          <p:nvPr/>
        </p:nvSpPr>
        <p:spPr>
          <a:xfrm>
            <a:off x="1132380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77" name="任意多边形: 形状 78"/>
          <p:cNvSpPr>
            <a:spLocks noGrp="1"/>
          </p:cNvSpPr>
          <p:nvPr/>
        </p:nvSpPr>
        <p:spPr>
          <a:xfrm>
            <a:off x="1135944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78" name="任意多边形: 形状 79"/>
          <p:cNvSpPr>
            <a:spLocks noGrp="1"/>
          </p:cNvSpPr>
          <p:nvPr/>
        </p:nvSpPr>
        <p:spPr>
          <a:xfrm>
            <a:off x="1139616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326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79" name="任意多边形: 形状 80"/>
          <p:cNvSpPr>
            <a:spLocks noGrp="1"/>
          </p:cNvSpPr>
          <p:nvPr/>
        </p:nvSpPr>
        <p:spPr>
          <a:xfrm>
            <a:off x="1143000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914 w 15479"/>
              <a:gd name="GluePoint7Y" fmla="*/ 3809 h 20225"/>
              <a:gd name="GluePoint8X" fmla="*/ 4988 w 15479"/>
              <a:gd name="GluePoint8Y" fmla="*/ 10098 h 20225"/>
              <a:gd name="GluePoint9X" fmla="*/ 1094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80" name="任意多边形: 形状 81"/>
          <p:cNvSpPr>
            <a:spLocks noGrp="1"/>
          </p:cNvSpPr>
          <p:nvPr/>
        </p:nvSpPr>
        <p:spPr>
          <a:xfrm>
            <a:off x="11461320" y="6682320"/>
            <a:ext cx="9360" cy="46080"/>
          </a:xfrm>
          <a:custGeom>
            <a:avLst/>
            <a:gdLst>
              <a:gd name="textAreaLeft" fmla="*/ 0 w 9360"/>
              <a:gd name="textAreaRight" fmla="*/ 9720 w 9360"/>
              <a:gd name="textAreaTop" fmla="*/ 0 h 46080"/>
              <a:gd name="textAreaBottom" fmla="*/ 46440 h 46080"/>
              <a:gd name="GluePoint1X" fmla="*/ 454 w 5774"/>
              <a:gd name="GluePoint1Y" fmla="*/ 27935 h 27935"/>
              <a:gd name="GluePoint2X" fmla="*/ 454 w 5774"/>
              <a:gd name="GluePoint2Y" fmla="*/ 8556 h 27935"/>
              <a:gd name="GluePoint3X" fmla="*/ 5351 w 5774"/>
              <a:gd name="GluePoint3Y" fmla="*/ 8556 h 27935"/>
              <a:gd name="GluePoint4X" fmla="*/ 5351 w 5774"/>
              <a:gd name="GluePoint4Y" fmla="*/ 27935 h 27935"/>
              <a:gd name="GluePoint5X" fmla="*/ 454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12 w 5774"/>
              <a:gd name="GluePoint11Y" fmla="*/ 5593 h 27935"/>
            </a:gdLst>
            <a:ahLst/>
            <a:cxnLst/>
            <a:rect l="textAreaLeft" t="textAreaTop" r="textAreaRight" b="textAreaBottom"/>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81" name="任意多边形: 形状 82"/>
          <p:cNvSpPr>
            <a:spLocks noGrp="1"/>
          </p:cNvSpPr>
          <p:nvPr/>
        </p:nvSpPr>
        <p:spPr>
          <a:xfrm>
            <a:off x="114768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82" name="任意多边形: 形状 83"/>
          <p:cNvSpPr>
            <a:spLocks noGrp="1"/>
          </p:cNvSpPr>
          <p:nvPr/>
        </p:nvSpPr>
        <p:spPr>
          <a:xfrm>
            <a:off x="115128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83" name="任意多边形: 形状 84"/>
          <p:cNvSpPr>
            <a:spLocks noGrp="1"/>
          </p:cNvSpPr>
          <p:nvPr/>
        </p:nvSpPr>
        <p:spPr>
          <a:xfrm>
            <a:off x="11548800" y="6695640"/>
            <a:ext cx="25560" cy="33120"/>
          </a:xfrm>
          <a:custGeom>
            <a:avLst/>
            <a:gdLst>
              <a:gd name="textAreaLeft" fmla="*/ 0 w 25560"/>
              <a:gd name="textAreaRight" fmla="*/ 25920 w 25560"/>
              <a:gd name="textAreaTop" fmla="*/ 0 h 33120"/>
              <a:gd name="textAreaBottom" fmla="*/ 33480 h 33120"/>
              <a:gd name="GluePoint1X" fmla="*/ 15449 w 15509"/>
              <a:gd name="GluePoint1Y" fmla="*/ 19228 h 20225"/>
              <a:gd name="GluePoint2X" fmla="*/ 9977 w 15509"/>
              <a:gd name="GluePoint2Y" fmla="*/ 20226 h 20225"/>
              <a:gd name="GluePoint3X" fmla="*/ 0 w 15509"/>
              <a:gd name="GluePoint3Y" fmla="*/ 10309 h 20225"/>
              <a:gd name="GluePoint4X" fmla="*/ 10763 w 15509"/>
              <a:gd name="GluePoint4Y" fmla="*/ 0 h 20225"/>
              <a:gd name="GluePoint5X" fmla="*/ 15509 w 15509"/>
              <a:gd name="GluePoint5Y" fmla="*/ 877 h 20225"/>
              <a:gd name="GluePoint6X" fmla="*/ 14633 w 15509"/>
              <a:gd name="GluePoint6Y" fmla="*/ 4565 h 20225"/>
              <a:gd name="GluePoint7X" fmla="*/ 10944 w 15509"/>
              <a:gd name="GluePoint7Y" fmla="*/ 3809 h 20225"/>
              <a:gd name="GluePoint8X" fmla="*/ 5019 w 15509"/>
              <a:gd name="GluePoint8Y" fmla="*/ 10098 h 20225"/>
              <a:gd name="GluePoint9X" fmla="*/ 10975 w 15509"/>
              <a:gd name="GluePoint9Y" fmla="*/ 16356 h 20225"/>
              <a:gd name="GluePoint10X" fmla="*/ 14814 w 15509"/>
              <a:gd name="GluePoint10Y" fmla="*/ 15600 h 20225"/>
              <a:gd name="GluePoint11X" fmla="*/ 15479 w 15509"/>
              <a:gd name="GluePoint11Y" fmla="*/ 19228 h 20225"/>
            </a:gdLst>
            <a:ahLst/>
            <a:cxnLst/>
            <a:rect l="textAreaLeft" t="textAreaTop" r="textAreaRight" b="textAreaBottom"/>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84" name="任意多边形: 形状 85"/>
          <p:cNvSpPr>
            <a:spLocks noGrp="1"/>
          </p:cNvSpPr>
          <p:nvPr/>
        </p:nvSpPr>
        <p:spPr>
          <a:xfrm>
            <a:off x="1157796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2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85" name="任意多边形: 形状 86"/>
          <p:cNvSpPr>
            <a:spLocks noGrp="1"/>
          </p:cNvSpPr>
          <p:nvPr/>
        </p:nvSpPr>
        <p:spPr>
          <a:xfrm>
            <a:off x="11612160" y="6695640"/>
            <a:ext cx="22680" cy="33120"/>
          </a:xfrm>
          <a:custGeom>
            <a:avLst/>
            <a:gdLst>
              <a:gd name="textAreaLeft" fmla="*/ 0 w 22680"/>
              <a:gd name="textAreaRight" fmla="*/ 23040 w 22680"/>
              <a:gd name="textAreaTop" fmla="*/ 0 h 33120"/>
              <a:gd name="textAreaBottom" fmla="*/ 33480 h 33120"/>
              <a:gd name="GluePoint1X" fmla="*/ 93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587" name="任意多边形: 形状 13"/>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588" name="任意多边形: 形状 94"/>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589" name="任意多边形: 形状 122"/>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590" name="任意多边形: 形状 123"/>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591" name="任意多边形: 形状 124"/>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593" name="任意多边形: 形状 126"/>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594" name="任意多边形: 形状 127"/>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595" name="任意多边形: 形状 128"/>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596" name="任意多边形: 形状 129"/>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597" name="任意多边形: 形状 130"/>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598" name="任意多边形: 形状 132"/>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599" name="PlaceHolder 2"/>
          <p:cNvSpPr>
            <a:spLocks noGrp="1"/>
          </p:cNvSpPr>
          <p:nvPr>
            <p:ph type="body" idx="10" hasCustomPrompt="1"/>
          </p:nvPr>
        </p:nvSpPr>
        <p:spPr>
          <a:xfrm>
            <a:off x="704880" y="1263240"/>
            <a:ext cx="5447880" cy="2170080"/>
          </a:xfrm>
          <a:prstGeom prst="rect">
            <a:avLst/>
          </a:prstGeom>
          <a:noFill/>
          <a:ln w="0">
            <a:noFill/>
          </a:ln>
        </p:spPr>
        <p:txBody>
          <a:bodyPr lIns="91440" tIns="45720" rIns="91440" bIns="45720" anchor="t">
            <a:noAutofit/>
          </a:bodyPr>
          <a:lstStyle>
            <a:lvl1pPr indent="0" algn="just" defTabSz="914400">
              <a:lnSpc>
                <a:spcPct val="140000"/>
              </a:lnSpc>
              <a:spcAft>
                <a:spcPts val="1200"/>
              </a:spcAft>
              <a:buNone/>
              <a:tabLst>
                <a:tab pos="0" algn="l"/>
              </a:tabLst>
              <a:defRPr sz="1400" b="0" u="none" spc="119">
                <a:solidFill>
                  <a:srgbClr val="262626"/>
                </a:solidFill>
                <a:latin typeface="Arial" panose="020B0604020202090204"/>
                <a:ea typeface="Arial" panose="020B0604020202090204"/>
                <a:cs typeface="Arial" panose="020B0604020202090204"/>
              </a:defRPr>
            </a:lvl1pPr>
            <a:lvl2pPr indent="0" algn="just" defTabSz="914400">
              <a:lnSpc>
                <a:spcPct val="140000"/>
              </a:lnSpc>
              <a:spcAft>
                <a:spcPts val="1200"/>
              </a:spcAft>
              <a:buNone/>
              <a:tabLst>
                <a:tab pos="0" algn="l"/>
              </a:tabLst>
              <a:defRPr sz="1400" b="0" u="none" spc="119">
                <a:solidFill>
                  <a:srgbClr val="262626"/>
                </a:solidFill>
                <a:latin typeface="Arial" panose="020B0604020202090204"/>
                <a:ea typeface="Arial" panose="020B0604020202090204"/>
                <a:cs typeface="Arial" panose="020B0604020202090204"/>
              </a:defRPr>
            </a:lvl2pPr>
          </a:lstStyle>
          <a:p>
            <a:pPr indent="0" algn="just" defTabSz="914400">
              <a:lnSpc>
                <a:spcPct val="140000"/>
              </a:lnSpc>
              <a:spcAft>
                <a:spcPts val="1200"/>
              </a:spcAft>
              <a:buNone/>
              <a:tabLst>
                <a:tab pos="0" algn="l"/>
              </a:tabLst>
            </a:pPr>
            <a:r>
              <a:rPr sz="1400" b="0" u="none" spc="119">
                <a:solidFill>
                  <a:srgbClr val="262626"/>
                </a:solidFill>
                <a:latin typeface="Arial" panose="020B0604020202090204"/>
                <a:ea typeface="Arial" panose="020B0604020202090204"/>
                <a:cs typeface="Arial" panose="020B0604020202090204"/>
              </a:rPr>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sz="1400" b="1" u="none">
              <a:solidFill>
                <a:schemeClr val="accent1"/>
              </a:solidFill>
              <a:latin typeface="Arial" panose="020B0604020202090204"/>
              <a:ea typeface="Arial" panose="020B0604020202090204"/>
              <a:cs typeface="Arial" panose="020B0604020202090204"/>
            </a:endParaRPr>
          </a:p>
          <a:p>
            <a:pPr indent="0" algn="just" defTabSz="914400">
              <a:lnSpc>
                <a:spcPct val="140000"/>
              </a:lnSpc>
              <a:spcAft>
                <a:spcPts val="1200"/>
              </a:spcAft>
              <a:buNone/>
              <a:tabLst>
                <a:tab pos="0" algn="l"/>
              </a:tabLst>
            </a:pPr>
            <a:endParaRPr sz="1400" b="1" u="none">
              <a:solidFill>
                <a:schemeClr val="accent1"/>
              </a:solidFill>
              <a:latin typeface="Arial" panose="020B0604020202090204"/>
              <a:ea typeface="Arial" panose="020B0604020202090204"/>
              <a:cs typeface="Arial" panose="020B0604020202090204"/>
            </a:endParaRPr>
          </a:p>
        </p:txBody>
      </p:sp>
      <p:sp>
        <p:nvSpPr>
          <p:cNvPr id="600" name="PlaceHolder 3"/>
          <p:cNvSpPr>
            <a:spLocks noGrp="1"/>
          </p:cNvSpPr>
          <p:nvPr>
            <p:ph type="body" idx="20" hasCustomPrompt="1"/>
          </p:nvPr>
        </p:nvSpPr>
        <p:spPr>
          <a:xfrm>
            <a:off x="6472800" y="1263240"/>
            <a:ext cx="5718600" cy="2167200"/>
          </a:xfrm>
          <a:prstGeom prst="rect">
            <a:avLst/>
          </a:prstGeom>
          <a:solidFill>
            <a:schemeClr val="accent1">
              <a:lumMod val="20000"/>
              <a:lumOff val="80000"/>
            </a:schemeClr>
          </a:solidFill>
          <a:ln w="0">
            <a:solidFill>
              <a:schemeClr val="accent1"/>
            </a:solidFill>
          </a:ln>
        </p:spPr>
        <p:txBody>
          <a:bodyPr lIns="90000" tIns="45000" rIns="90000" bIns="45000" anchor="ctr">
            <a:noAutofit/>
          </a:bodyPr>
          <a:lstStyle>
            <a:lvl1pPr indent="0" algn="ctr" defTabSz="914400">
              <a:lnSpc>
                <a:spcPct val="100000"/>
              </a:lnSpc>
              <a:buNone/>
              <a:tabLst>
                <a:tab pos="0" algn="l"/>
              </a:tabLst>
              <a:defRPr sz="1800" b="0" u="none">
                <a:solidFill>
                  <a:schemeClr val="dk1"/>
                </a:solidFill>
                <a:latin typeface="微软雅黑"/>
                <a:ea typeface="微软雅黑"/>
                <a:cs typeface="微软雅黑"/>
              </a:defRPr>
            </a:lvl1pPr>
          </a:lstStyle>
          <a:p>
            <a:pPr indent="0" algn="ctr" defTabSz="914400">
              <a:lnSpc>
                <a:spcPct val="100000"/>
              </a:lnSpc>
              <a:buNone/>
              <a:tabLst>
                <a:tab pos="0" algn="l"/>
              </a:tabLst>
            </a:pPr>
            <a:r>
              <a:rPr sz="1800" b="0" u="none">
                <a:solidFill>
                  <a:schemeClr val="dk1"/>
                </a:solidFill>
                <a:latin typeface="微软雅黑"/>
                <a:ea typeface="微软雅黑"/>
                <a:cs typeface="微软雅黑"/>
              </a:rPr>
              <a:t>点此插入图片</a:t>
            </a:r>
            <a:endParaRPr sz="1800" b="1" u="none">
              <a:solidFill>
                <a:schemeClr val="accent1"/>
              </a:solidFill>
              <a:latin typeface="Arial" panose="020B0604020202090204"/>
              <a:ea typeface="Arial" panose="020B0604020202090204"/>
              <a:cs typeface="Arial" panose="020B0604020202090204"/>
            </a:endParaRPr>
          </a:p>
        </p:txBody>
      </p:sp>
      <p:cxnSp>
        <p:nvCxnSpPr>
          <p:cNvPr id="823" name="直接连接符 534"/>
          <p:cNvCxnSpPr/>
          <p:nvPr/>
        </p:nvCxnSpPr>
        <p:spPr>
          <a:xfrm>
            <a:off x="0" y="5875200"/>
            <a:ext cx="12192120" cy="360"/>
          </a:xfrm>
          <a:prstGeom prst="straightConnector1">
            <a:avLst/>
          </a:prstGeom>
          <a:ln w="44450">
            <a:solidFill>
              <a:schemeClr val="accent1">
                <a:alpha val="0"/>
              </a:schemeClr>
            </a:solidFill>
            <a:miter/>
          </a:ln>
        </p:spPr>
      </p:cxnSp>
      <p:sp>
        <p:nvSpPr>
          <p:cNvPr id="604" name="椭圆 28"/>
          <p:cNvSpPr>
            <a:spLocks noGrp="1"/>
          </p:cNvSpPr>
          <p:nvPr/>
        </p:nvSpPr>
        <p:spPr>
          <a:xfrm flipV="1">
            <a:off x="737640" y="5801760"/>
            <a:ext cx="111960" cy="111960"/>
          </a:xfrm>
          <a:prstGeom prst="ellipse">
            <a:avLst/>
          </a:prstGeom>
          <a:solidFill>
            <a:schemeClr val="bg1"/>
          </a:solidFill>
          <a:ln w="41275">
            <a:solidFill>
              <a:srgbClr val="ED6F00"/>
            </a:solidFill>
          </a:ln>
          <a:effectLst>
            <a:outerShdw blurRad="216000" dist="88586" dir="2700000" sx="99000" sy="99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p:style>
        <p:txBody>
          <a:bodyPr lIns="90000" tIns="34560" rIns="90000" bIns="34560" anchor="ctr">
            <a:noAutofit/>
          </a:bodyPr>
          <a:lstStyle/>
          <a:p>
            <a:pPr>
              <a:buNone/>
            </a:pPr>
            <a:endParaRPr sz="1800" b="1" u="none">
              <a:solidFill>
                <a:srgbClr val="FFFFFF"/>
              </a:solidFill>
              <a:latin typeface="Arial" panose="020B0604020202090204"/>
              <a:ea typeface="Arial" panose="020B0604020202090204"/>
              <a:cs typeface="Arial" panose="020B0604020202090204"/>
            </a:endParaRPr>
          </a:p>
        </p:txBody>
      </p:sp>
      <p:cxnSp>
        <p:nvCxnSpPr>
          <p:cNvPr id="825" name="直接连接符 87"/>
          <p:cNvCxnSpPr/>
          <p:nvPr/>
        </p:nvCxnSpPr>
        <p:spPr>
          <a:xfrm flipV="1">
            <a:off x="799200" y="3983040"/>
            <a:ext cx="360" cy="1800720"/>
          </a:xfrm>
          <a:prstGeom prst="straightConnector1">
            <a:avLst/>
          </a:prstGeom>
          <a:ln w="9525">
            <a:solidFill>
              <a:srgbClr val="ED6F00"/>
            </a:solidFill>
          </a:ln>
        </p:spPr>
      </p:cxnSp>
      <p:sp>
        <p:nvSpPr>
          <p:cNvPr id="607" name="椭圆 26"/>
          <p:cNvSpPr>
            <a:spLocks noGrp="1"/>
          </p:cNvSpPr>
          <p:nvPr/>
        </p:nvSpPr>
        <p:spPr>
          <a:xfrm flipV="1">
            <a:off x="2989800" y="5801760"/>
            <a:ext cx="111960" cy="111960"/>
          </a:xfrm>
          <a:prstGeom prst="ellipse">
            <a:avLst/>
          </a:prstGeom>
          <a:solidFill>
            <a:schemeClr val="bg1"/>
          </a:solidFill>
          <a:ln w="41275">
            <a:solidFill>
              <a:srgbClr val="ED6F00"/>
            </a:solidFill>
          </a:ln>
          <a:effectLst>
            <a:outerShdw blurRad="216000" dist="88586" dir="2700000" sx="99000" sy="99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p:style>
        <p:txBody>
          <a:bodyPr lIns="90000" tIns="34560" rIns="90000" bIns="34560" anchor="ctr">
            <a:noAutofit/>
          </a:bodyPr>
          <a:lstStyle/>
          <a:p>
            <a:pPr>
              <a:buNone/>
            </a:pPr>
            <a:endParaRPr sz="1800" b="1" u="none">
              <a:solidFill>
                <a:srgbClr val="FFFFFF"/>
              </a:solidFill>
              <a:latin typeface="Arial" panose="020B0604020202090204"/>
              <a:ea typeface="Arial" panose="020B0604020202090204"/>
              <a:cs typeface="Arial" panose="020B0604020202090204"/>
            </a:endParaRPr>
          </a:p>
        </p:txBody>
      </p:sp>
      <p:cxnSp>
        <p:nvCxnSpPr>
          <p:cNvPr id="827" name="直接连接符 27"/>
          <p:cNvCxnSpPr/>
          <p:nvPr/>
        </p:nvCxnSpPr>
        <p:spPr>
          <a:xfrm flipV="1">
            <a:off x="3051360" y="3983040"/>
            <a:ext cx="360" cy="1800720"/>
          </a:xfrm>
          <a:prstGeom prst="straightConnector1">
            <a:avLst/>
          </a:prstGeom>
          <a:ln w="9525">
            <a:solidFill>
              <a:srgbClr val="ED6F00"/>
            </a:solidFill>
          </a:ln>
        </p:spPr>
      </p:cxnSp>
      <p:sp>
        <p:nvSpPr>
          <p:cNvPr id="610" name="椭圆 23"/>
          <p:cNvSpPr>
            <a:spLocks noGrp="1"/>
          </p:cNvSpPr>
          <p:nvPr/>
        </p:nvSpPr>
        <p:spPr>
          <a:xfrm flipV="1">
            <a:off x="5242320" y="5801760"/>
            <a:ext cx="111960" cy="111960"/>
          </a:xfrm>
          <a:prstGeom prst="ellipse">
            <a:avLst/>
          </a:prstGeom>
          <a:solidFill>
            <a:schemeClr val="bg1"/>
          </a:solidFill>
          <a:ln w="41275">
            <a:solidFill>
              <a:srgbClr val="ED6F00"/>
            </a:solidFill>
          </a:ln>
          <a:effectLst>
            <a:outerShdw blurRad="216000" dist="88586" dir="2700000" sx="99000" sy="99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p:style>
        <p:txBody>
          <a:bodyPr lIns="90000" tIns="34560" rIns="90000" bIns="34560" anchor="ctr">
            <a:noAutofit/>
          </a:bodyPr>
          <a:lstStyle/>
          <a:p>
            <a:pPr>
              <a:buNone/>
            </a:pPr>
            <a:endParaRPr sz="1800" b="1" u="none">
              <a:solidFill>
                <a:srgbClr val="FFFFFF"/>
              </a:solidFill>
              <a:latin typeface="Arial" panose="020B0604020202090204"/>
              <a:ea typeface="Arial" panose="020B0604020202090204"/>
              <a:cs typeface="Arial" panose="020B0604020202090204"/>
            </a:endParaRPr>
          </a:p>
        </p:txBody>
      </p:sp>
      <p:cxnSp>
        <p:nvCxnSpPr>
          <p:cNvPr id="829" name="直接连接符 25"/>
          <p:cNvCxnSpPr/>
          <p:nvPr/>
        </p:nvCxnSpPr>
        <p:spPr>
          <a:xfrm flipV="1">
            <a:off x="5303880" y="3983040"/>
            <a:ext cx="360" cy="1800720"/>
          </a:xfrm>
          <a:prstGeom prst="straightConnector1">
            <a:avLst/>
          </a:prstGeom>
          <a:ln w="9525">
            <a:solidFill>
              <a:srgbClr val="ED6F00"/>
            </a:solidFill>
          </a:ln>
        </p:spPr>
      </p:cxnSp>
      <p:sp>
        <p:nvSpPr>
          <p:cNvPr id="613" name="椭圆 30"/>
          <p:cNvSpPr>
            <a:spLocks noGrp="1"/>
          </p:cNvSpPr>
          <p:nvPr/>
        </p:nvSpPr>
        <p:spPr>
          <a:xfrm flipV="1">
            <a:off x="7494480" y="5801760"/>
            <a:ext cx="111960" cy="111960"/>
          </a:xfrm>
          <a:prstGeom prst="ellipse">
            <a:avLst/>
          </a:prstGeom>
          <a:solidFill>
            <a:schemeClr val="bg1"/>
          </a:solidFill>
          <a:ln w="41275">
            <a:solidFill>
              <a:srgbClr val="ED6F00"/>
            </a:solidFill>
          </a:ln>
          <a:effectLst>
            <a:outerShdw blurRad="216000" dist="88586" dir="2700000" sx="99000" sy="99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p:style>
        <p:txBody>
          <a:bodyPr lIns="90000" tIns="34560" rIns="90000" bIns="34560" anchor="ctr">
            <a:noAutofit/>
          </a:bodyPr>
          <a:lstStyle/>
          <a:p>
            <a:pPr>
              <a:buNone/>
            </a:pPr>
            <a:endParaRPr sz="1800" b="1" u="none">
              <a:solidFill>
                <a:srgbClr val="FFFFFF"/>
              </a:solidFill>
              <a:latin typeface="Arial" panose="020B0604020202090204"/>
              <a:ea typeface="Arial" panose="020B0604020202090204"/>
              <a:cs typeface="Arial" panose="020B0604020202090204"/>
            </a:endParaRPr>
          </a:p>
        </p:txBody>
      </p:sp>
      <p:cxnSp>
        <p:nvCxnSpPr>
          <p:cNvPr id="831" name="直接连接符 22"/>
          <p:cNvCxnSpPr/>
          <p:nvPr/>
        </p:nvCxnSpPr>
        <p:spPr>
          <a:xfrm flipV="1">
            <a:off x="7556040" y="3983040"/>
            <a:ext cx="360" cy="1800720"/>
          </a:xfrm>
          <a:prstGeom prst="straightConnector1">
            <a:avLst/>
          </a:prstGeom>
          <a:ln w="9525">
            <a:solidFill>
              <a:srgbClr val="ED6F00"/>
            </a:solidFill>
          </a:ln>
        </p:spPr>
      </p:cxnSp>
      <p:sp>
        <p:nvSpPr>
          <p:cNvPr id="616" name="椭圆 19"/>
          <p:cNvSpPr>
            <a:spLocks noGrp="1"/>
          </p:cNvSpPr>
          <p:nvPr/>
        </p:nvSpPr>
        <p:spPr>
          <a:xfrm flipV="1">
            <a:off x="9746640" y="5801760"/>
            <a:ext cx="111960" cy="111960"/>
          </a:xfrm>
          <a:prstGeom prst="ellipse">
            <a:avLst/>
          </a:prstGeom>
          <a:solidFill>
            <a:schemeClr val="bg1"/>
          </a:solidFill>
          <a:ln w="41275">
            <a:solidFill>
              <a:srgbClr val="ED6F00"/>
            </a:solidFill>
          </a:ln>
          <a:effectLst>
            <a:outerShdw blurRad="216000" dist="88586" dir="2700000" sx="99000" sy="99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p:style>
        <p:txBody>
          <a:bodyPr lIns="90000" tIns="34560" rIns="90000" bIns="34560" anchor="ctr">
            <a:noAutofit/>
          </a:bodyPr>
          <a:lstStyle/>
          <a:p>
            <a:pPr>
              <a:buNone/>
            </a:pPr>
            <a:endParaRPr sz="1800" b="1" u="none">
              <a:solidFill>
                <a:srgbClr val="FFFFFF"/>
              </a:solidFill>
              <a:latin typeface="Arial" panose="020B0604020202090204"/>
              <a:ea typeface="Arial" panose="020B0604020202090204"/>
              <a:cs typeface="Arial" panose="020B0604020202090204"/>
            </a:endParaRPr>
          </a:p>
        </p:txBody>
      </p:sp>
      <p:cxnSp>
        <p:nvCxnSpPr>
          <p:cNvPr id="833" name="直接连接符 20"/>
          <p:cNvCxnSpPr/>
          <p:nvPr/>
        </p:nvCxnSpPr>
        <p:spPr>
          <a:xfrm flipV="1">
            <a:off x="9808200" y="3983040"/>
            <a:ext cx="360" cy="1800720"/>
          </a:xfrm>
          <a:prstGeom prst="straightConnector1">
            <a:avLst/>
          </a:prstGeom>
          <a:ln w="9525">
            <a:solidFill>
              <a:srgbClr val="ED6F00"/>
            </a:solidFill>
          </a:ln>
        </p:spPr>
      </p:cxnSp>
      <p:sp>
        <p:nvSpPr>
          <p:cNvPr id="618" name="PlaceHolder 4"/>
          <p:cNvSpPr>
            <a:spLocks noGrp="1"/>
          </p:cNvSpPr>
          <p:nvPr>
            <p:ph type="body" idx="30" hasCustomPrompt="1"/>
          </p:nvPr>
        </p:nvSpPr>
        <p:spPr>
          <a:xfrm>
            <a:off x="943200" y="3880440"/>
            <a:ext cx="861480" cy="329400"/>
          </a:xfrm>
          <a:prstGeom prst="rect">
            <a:avLst/>
          </a:prstGeom>
          <a:noFill/>
          <a:ln w="0">
            <a:noFill/>
          </a:ln>
        </p:spPr>
        <p:txBody>
          <a:bodyPr lIns="91440" tIns="45720" rIns="91440" bIns="45720" anchor="t">
            <a:spAutoFit/>
          </a:bodyPr>
          <a:lstStyle>
            <a:lvl1pPr indent="0" algn="l" defTabSz="914400">
              <a:lnSpc>
                <a:spcPct val="130000"/>
              </a:lnSpc>
              <a:buNone/>
              <a:tabLst>
                <a:tab pos="0" algn="l"/>
              </a:tabLst>
              <a:defRPr sz="1200" b="0" u="none" spc="119">
                <a:solidFill>
                  <a:srgbClr val="404040"/>
                </a:solidFill>
                <a:latin typeface="Arial" panose="020B0604020202090204"/>
                <a:ea typeface="Arial" panose="020B0604020202090204"/>
                <a:cs typeface="Arial" panose="020B0604020202090204"/>
              </a:defRPr>
            </a:lvl1pPr>
          </a:lstStyle>
          <a:p>
            <a:pPr indent="0" algn="l" defTabSz="914400">
              <a:lnSpc>
                <a:spcPct val="130000"/>
              </a:lnSpc>
              <a:buNone/>
              <a:tabLst>
                <a:tab pos="0" algn="l"/>
              </a:tabLst>
            </a:pPr>
            <a:r>
              <a:rPr sz="1200" b="0" u="none" spc="119">
                <a:solidFill>
                  <a:srgbClr val="404040"/>
                </a:solidFill>
                <a:latin typeface="Arial" panose="020B0604020202090204"/>
                <a:ea typeface="Arial" panose="020B0604020202090204"/>
                <a:cs typeface="Arial" panose="020B0604020202090204"/>
              </a:rPr>
              <a:t>输入内容</a:t>
            </a:r>
            <a:endParaRPr sz="1200" b="1" u="none">
              <a:solidFill>
                <a:schemeClr val="accent1"/>
              </a:solidFill>
              <a:latin typeface="Arial" panose="020B0604020202090204"/>
              <a:ea typeface="Arial" panose="020B0604020202090204"/>
              <a:cs typeface="Arial" panose="020B0604020202090204"/>
            </a:endParaRPr>
          </a:p>
        </p:txBody>
      </p:sp>
      <p:sp>
        <p:nvSpPr>
          <p:cNvPr id="619" name="PlaceHolder 5"/>
          <p:cNvSpPr>
            <a:spLocks noGrp="1"/>
          </p:cNvSpPr>
          <p:nvPr>
            <p:ph type="body" idx="40" hasCustomPrompt="1"/>
          </p:nvPr>
        </p:nvSpPr>
        <p:spPr>
          <a:xfrm>
            <a:off x="950760" y="4753800"/>
            <a:ext cx="1753200" cy="959400"/>
          </a:xfrm>
          <a:prstGeom prst="rect">
            <a:avLst/>
          </a:prstGeom>
          <a:noFill/>
          <a:ln w="0">
            <a:noFill/>
          </a:ln>
        </p:spPr>
        <p:txBody>
          <a:bodyPr lIns="91440" tIns="45720" rIns="91440" bIns="45720" anchor="t">
            <a:noAutofit/>
          </a:bodyPr>
          <a:lstStyle>
            <a:lvl1pPr indent="0" algn="l" defTabSz="914400">
              <a:lnSpc>
                <a:spcPct val="120000"/>
              </a:lnSpc>
              <a:buNone/>
              <a:tabLst>
                <a:tab pos="0" algn="l"/>
              </a:tabLst>
              <a:defRPr sz="1200" b="0" u="none" spc="119">
                <a:solidFill>
                  <a:srgbClr val="0D0D0D"/>
                </a:solidFill>
                <a:latin typeface="Arial" panose="020B0604020202090204"/>
                <a:ea typeface="Arial" panose="020B0604020202090204"/>
                <a:cs typeface="Arial" panose="020B0604020202090204"/>
              </a:defRPr>
            </a:lvl1pPr>
          </a:lstStyle>
          <a:p>
            <a:pPr indent="0" algn="l" defTabSz="914400">
              <a:lnSpc>
                <a:spcPct val="120000"/>
              </a:lnSpc>
              <a:buNone/>
              <a:tabLst>
                <a:tab pos="0" algn="l"/>
              </a:tabLst>
            </a:pPr>
            <a:r>
              <a:rPr sz="1200" b="0" u="none" spc="119">
                <a:solidFill>
                  <a:srgbClr val="0D0D0D"/>
                </a:solidFill>
                <a:latin typeface="Arial" panose="020B0604020202090204"/>
                <a:ea typeface="Arial" panose="020B0604020202090204"/>
                <a:cs typeface="Arial" panose="020B0604020202090204"/>
              </a:rPr>
              <a:t>输入内容或者删除</a:t>
            </a:r>
            <a:endParaRPr sz="1200" b="1" u="none">
              <a:solidFill>
                <a:schemeClr val="accent1"/>
              </a:solidFill>
              <a:latin typeface="Arial" panose="020B0604020202090204"/>
              <a:ea typeface="Arial" panose="020B0604020202090204"/>
              <a:cs typeface="Arial" panose="020B0604020202090204"/>
            </a:endParaRPr>
          </a:p>
        </p:txBody>
      </p:sp>
      <p:sp>
        <p:nvSpPr>
          <p:cNvPr id="620" name="PlaceHolder 6"/>
          <p:cNvSpPr>
            <a:spLocks noGrp="1"/>
          </p:cNvSpPr>
          <p:nvPr>
            <p:ph type="body" idx="50" hasCustomPrompt="1"/>
          </p:nvPr>
        </p:nvSpPr>
        <p:spPr>
          <a:xfrm>
            <a:off x="950760" y="4192920"/>
            <a:ext cx="1480320" cy="563040"/>
          </a:xfrm>
          <a:prstGeom prst="rect">
            <a:avLst/>
          </a:prstGeom>
          <a:noFill/>
          <a:ln w="0">
            <a:noFill/>
          </a:ln>
        </p:spPr>
        <p:txBody>
          <a:bodyPr lIns="91440" tIns="45720" rIns="91440" bIns="45720" anchor="t">
            <a:noAutofit/>
          </a:bodyPr>
          <a:lstStyle>
            <a:lvl1pPr indent="0" algn="l" defTabSz="914400">
              <a:lnSpc>
                <a:spcPct val="110000"/>
              </a:lnSpc>
              <a:spcBef>
                <a:spcPts val="1000"/>
              </a:spcBef>
              <a:buNone/>
              <a:tabLst>
                <a:tab pos="0" algn="l"/>
              </a:tabLst>
              <a:defRPr sz="1400" b="1" u="none">
                <a:solidFill>
                  <a:schemeClr val="accent1"/>
                </a:solidFill>
                <a:latin typeface="Arial" panose="020B0604020202090204"/>
                <a:ea typeface="Arial" panose="020B0604020202090204"/>
                <a:cs typeface="Arial" panose="020B0604020202090204"/>
              </a:defRPr>
            </a:lvl1pPr>
          </a:lstStyle>
          <a:p>
            <a:pPr indent="0" algn="l" defTabSz="914400">
              <a:lnSpc>
                <a:spcPct val="110000"/>
              </a:lnSpc>
              <a:spcBef>
                <a:spcPts val="1000"/>
              </a:spcBef>
              <a:buNone/>
              <a:tabLst>
                <a:tab pos="0" algn="l"/>
              </a:tabLst>
            </a:pPr>
            <a:r>
              <a:rPr sz="1400" b="1" u="none">
                <a:solidFill>
                  <a:schemeClr val="accent1"/>
                </a:solidFill>
                <a:latin typeface="Arial" panose="020B0604020202090204"/>
                <a:ea typeface="Arial" panose="020B0604020202090204"/>
                <a:cs typeface="Arial" panose="020B0604020202090204"/>
              </a:rPr>
              <a:t>输入标题</a:t>
            </a:r>
            <a:endParaRPr sz="1400" b="1" u="none">
              <a:solidFill>
                <a:schemeClr val="accent1"/>
              </a:solidFill>
              <a:latin typeface="Arial" panose="020B0604020202090204"/>
              <a:ea typeface="Arial" panose="020B0604020202090204"/>
              <a:cs typeface="Arial" panose="020B0604020202090204"/>
            </a:endParaRPr>
          </a:p>
        </p:txBody>
      </p:sp>
      <p:sp>
        <p:nvSpPr>
          <p:cNvPr id="621" name="PlaceHolder 7"/>
          <p:cNvSpPr>
            <a:spLocks noGrp="1"/>
          </p:cNvSpPr>
          <p:nvPr>
            <p:ph type="body" idx="60" hasCustomPrompt="1"/>
          </p:nvPr>
        </p:nvSpPr>
        <p:spPr>
          <a:xfrm>
            <a:off x="3195360" y="3880440"/>
            <a:ext cx="861480" cy="329400"/>
          </a:xfrm>
          <a:prstGeom prst="rect">
            <a:avLst/>
          </a:prstGeom>
          <a:noFill/>
          <a:ln w="0">
            <a:noFill/>
          </a:ln>
        </p:spPr>
        <p:txBody>
          <a:bodyPr lIns="91440" tIns="45720" rIns="91440" bIns="45720" anchor="t">
            <a:spAutoFit/>
          </a:bodyPr>
          <a:lstStyle>
            <a:lvl1pPr indent="0" algn="l" defTabSz="914400">
              <a:lnSpc>
                <a:spcPct val="130000"/>
              </a:lnSpc>
              <a:buNone/>
              <a:tabLst>
                <a:tab pos="0" algn="l"/>
              </a:tabLst>
              <a:defRPr sz="1200" b="0" u="none" spc="119">
                <a:solidFill>
                  <a:srgbClr val="404040"/>
                </a:solidFill>
                <a:latin typeface="Arial" panose="020B0604020202090204"/>
                <a:ea typeface="Arial" panose="020B0604020202090204"/>
                <a:cs typeface="Arial" panose="020B0604020202090204"/>
              </a:defRPr>
            </a:lvl1pPr>
          </a:lstStyle>
          <a:p>
            <a:pPr indent="0" algn="l" defTabSz="914400">
              <a:lnSpc>
                <a:spcPct val="130000"/>
              </a:lnSpc>
              <a:buNone/>
              <a:tabLst>
                <a:tab pos="0" algn="l"/>
              </a:tabLst>
            </a:pPr>
            <a:r>
              <a:rPr sz="1200" b="0" u="none" spc="119">
                <a:solidFill>
                  <a:srgbClr val="404040"/>
                </a:solidFill>
                <a:latin typeface="Arial" panose="020B0604020202090204"/>
                <a:ea typeface="Arial" panose="020B0604020202090204"/>
                <a:cs typeface="Arial" panose="020B0604020202090204"/>
              </a:rPr>
              <a:t>输入内容</a:t>
            </a:r>
            <a:endParaRPr sz="1200" b="1" u="none">
              <a:solidFill>
                <a:schemeClr val="accent1"/>
              </a:solidFill>
              <a:latin typeface="Arial" panose="020B0604020202090204"/>
              <a:ea typeface="Arial" panose="020B0604020202090204"/>
              <a:cs typeface="Arial" panose="020B0604020202090204"/>
            </a:endParaRPr>
          </a:p>
        </p:txBody>
      </p:sp>
      <p:sp>
        <p:nvSpPr>
          <p:cNvPr id="622" name="PlaceHolder 8"/>
          <p:cNvSpPr>
            <a:spLocks noGrp="1"/>
          </p:cNvSpPr>
          <p:nvPr>
            <p:ph type="body" idx="70" hasCustomPrompt="1"/>
          </p:nvPr>
        </p:nvSpPr>
        <p:spPr>
          <a:xfrm>
            <a:off x="3203280" y="4753800"/>
            <a:ext cx="1753200" cy="311040"/>
          </a:xfrm>
          <a:prstGeom prst="rect">
            <a:avLst/>
          </a:prstGeom>
          <a:noFill/>
          <a:ln w="0">
            <a:noFill/>
          </a:ln>
        </p:spPr>
        <p:txBody>
          <a:bodyPr lIns="91440" tIns="45720" rIns="91440" bIns="45720" anchor="t">
            <a:spAutoFit/>
          </a:bodyPr>
          <a:lstStyle>
            <a:lvl1pPr indent="0" algn="l" defTabSz="914400">
              <a:lnSpc>
                <a:spcPct val="120000"/>
              </a:lnSpc>
              <a:buNone/>
              <a:tabLst>
                <a:tab pos="0" algn="l"/>
              </a:tabLst>
              <a:defRPr sz="1200" b="0" u="none" spc="119">
                <a:solidFill>
                  <a:srgbClr val="0D0D0D"/>
                </a:solidFill>
                <a:latin typeface="Arial" panose="020B0604020202090204"/>
                <a:ea typeface="Arial" panose="020B0604020202090204"/>
                <a:cs typeface="Arial" panose="020B0604020202090204"/>
              </a:defRPr>
            </a:lvl1pPr>
          </a:lstStyle>
          <a:p>
            <a:pPr indent="0" algn="l" defTabSz="914400">
              <a:lnSpc>
                <a:spcPct val="120000"/>
              </a:lnSpc>
              <a:buNone/>
              <a:tabLst>
                <a:tab pos="0" algn="l"/>
              </a:tabLst>
            </a:pPr>
            <a:r>
              <a:rPr sz="1200" b="0" u="none" spc="119">
                <a:solidFill>
                  <a:srgbClr val="0D0D0D"/>
                </a:solidFill>
                <a:latin typeface="Arial" panose="020B0604020202090204"/>
                <a:ea typeface="Arial" panose="020B0604020202090204"/>
                <a:cs typeface="Arial" panose="020B0604020202090204"/>
              </a:rPr>
              <a:t>输入内容或者删除</a:t>
            </a:r>
            <a:endParaRPr sz="1200" b="1" u="none">
              <a:solidFill>
                <a:schemeClr val="accent1"/>
              </a:solidFill>
              <a:latin typeface="Arial" panose="020B0604020202090204"/>
              <a:ea typeface="Arial" panose="020B0604020202090204"/>
              <a:cs typeface="Arial" panose="020B0604020202090204"/>
            </a:endParaRPr>
          </a:p>
        </p:txBody>
      </p:sp>
      <p:sp>
        <p:nvSpPr>
          <p:cNvPr id="623" name="PlaceHolder 9"/>
          <p:cNvSpPr>
            <a:spLocks noGrp="1"/>
          </p:cNvSpPr>
          <p:nvPr>
            <p:ph type="body" idx="80" hasCustomPrompt="1"/>
          </p:nvPr>
        </p:nvSpPr>
        <p:spPr>
          <a:xfrm>
            <a:off x="3203280" y="4192920"/>
            <a:ext cx="1480320" cy="563040"/>
          </a:xfrm>
          <a:prstGeom prst="rect">
            <a:avLst/>
          </a:prstGeom>
          <a:noFill/>
          <a:ln w="0">
            <a:noFill/>
          </a:ln>
        </p:spPr>
        <p:txBody>
          <a:bodyPr lIns="91440" tIns="45720" rIns="91440" bIns="45720" anchor="t">
            <a:noAutofit/>
          </a:bodyPr>
          <a:lstStyle>
            <a:lvl1pPr indent="0" algn="l" defTabSz="914400">
              <a:lnSpc>
                <a:spcPct val="110000"/>
              </a:lnSpc>
              <a:spcBef>
                <a:spcPts val="1000"/>
              </a:spcBef>
              <a:buNone/>
              <a:tabLst>
                <a:tab pos="0" algn="l"/>
              </a:tabLst>
              <a:defRPr sz="1400" b="1" u="none">
                <a:solidFill>
                  <a:schemeClr val="accent1"/>
                </a:solidFill>
                <a:latin typeface="Arial" panose="020B0604020202090204"/>
                <a:ea typeface="Arial" panose="020B0604020202090204"/>
                <a:cs typeface="Arial" panose="020B0604020202090204"/>
              </a:defRPr>
            </a:lvl1pPr>
          </a:lstStyle>
          <a:p>
            <a:pPr indent="0" algn="l" defTabSz="914400">
              <a:lnSpc>
                <a:spcPct val="110000"/>
              </a:lnSpc>
              <a:spcBef>
                <a:spcPts val="1000"/>
              </a:spcBef>
              <a:buNone/>
              <a:tabLst>
                <a:tab pos="0" algn="l"/>
              </a:tabLst>
            </a:pPr>
            <a:r>
              <a:rPr sz="1400" b="1" u="none">
                <a:solidFill>
                  <a:schemeClr val="accent1"/>
                </a:solidFill>
                <a:latin typeface="Arial" panose="020B0604020202090204"/>
                <a:ea typeface="Arial" panose="020B0604020202090204"/>
                <a:cs typeface="Arial" panose="020B0604020202090204"/>
              </a:rPr>
              <a:t>输入标题</a:t>
            </a:r>
            <a:endParaRPr sz="1400" b="1" u="none">
              <a:solidFill>
                <a:schemeClr val="accent1"/>
              </a:solidFill>
              <a:latin typeface="Arial" panose="020B0604020202090204"/>
              <a:ea typeface="Arial" panose="020B0604020202090204"/>
              <a:cs typeface="Arial" panose="020B0604020202090204"/>
            </a:endParaRPr>
          </a:p>
        </p:txBody>
      </p:sp>
      <p:sp>
        <p:nvSpPr>
          <p:cNvPr id="624" name="PlaceHolder 10"/>
          <p:cNvSpPr>
            <a:spLocks noGrp="1"/>
          </p:cNvSpPr>
          <p:nvPr>
            <p:ph type="body" idx="90" hasCustomPrompt="1"/>
          </p:nvPr>
        </p:nvSpPr>
        <p:spPr>
          <a:xfrm>
            <a:off x="5447880" y="3880440"/>
            <a:ext cx="861480" cy="329400"/>
          </a:xfrm>
          <a:prstGeom prst="rect">
            <a:avLst/>
          </a:prstGeom>
          <a:noFill/>
          <a:ln w="0">
            <a:noFill/>
          </a:ln>
        </p:spPr>
        <p:txBody>
          <a:bodyPr lIns="91440" tIns="45720" rIns="91440" bIns="45720" anchor="t">
            <a:spAutoFit/>
          </a:bodyPr>
          <a:lstStyle>
            <a:lvl1pPr indent="0" algn="l" defTabSz="914400">
              <a:lnSpc>
                <a:spcPct val="130000"/>
              </a:lnSpc>
              <a:buNone/>
              <a:tabLst>
                <a:tab pos="0" algn="l"/>
              </a:tabLst>
              <a:defRPr sz="1200" b="0" u="none" spc="119">
                <a:solidFill>
                  <a:srgbClr val="404040"/>
                </a:solidFill>
                <a:latin typeface="Arial" panose="020B0604020202090204"/>
                <a:ea typeface="Arial" panose="020B0604020202090204"/>
                <a:cs typeface="Arial" panose="020B0604020202090204"/>
              </a:defRPr>
            </a:lvl1pPr>
          </a:lstStyle>
          <a:p>
            <a:pPr indent="0" algn="l" defTabSz="914400">
              <a:lnSpc>
                <a:spcPct val="130000"/>
              </a:lnSpc>
              <a:buNone/>
              <a:tabLst>
                <a:tab pos="0" algn="l"/>
              </a:tabLst>
            </a:pPr>
            <a:r>
              <a:rPr sz="1200" b="0" u="none" spc="119">
                <a:solidFill>
                  <a:srgbClr val="404040"/>
                </a:solidFill>
                <a:latin typeface="Arial" panose="020B0604020202090204"/>
                <a:ea typeface="Arial" panose="020B0604020202090204"/>
                <a:cs typeface="Arial" panose="020B0604020202090204"/>
              </a:rPr>
              <a:t>输入内容</a:t>
            </a:r>
            <a:endParaRPr sz="1200" b="1" u="none">
              <a:solidFill>
                <a:schemeClr val="accent1"/>
              </a:solidFill>
              <a:latin typeface="Arial" panose="020B0604020202090204"/>
              <a:ea typeface="Arial" panose="020B0604020202090204"/>
              <a:cs typeface="Arial" panose="020B0604020202090204"/>
            </a:endParaRPr>
          </a:p>
        </p:txBody>
      </p:sp>
      <p:sp>
        <p:nvSpPr>
          <p:cNvPr id="625" name="PlaceHolder 11"/>
          <p:cNvSpPr>
            <a:spLocks noGrp="1"/>
          </p:cNvSpPr>
          <p:nvPr>
            <p:ph type="body" idx="100" hasCustomPrompt="1"/>
          </p:nvPr>
        </p:nvSpPr>
        <p:spPr>
          <a:xfrm>
            <a:off x="5455440" y="4753800"/>
            <a:ext cx="1753200" cy="311040"/>
          </a:xfrm>
          <a:prstGeom prst="rect">
            <a:avLst/>
          </a:prstGeom>
          <a:noFill/>
          <a:ln w="0">
            <a:noFill/>
          </a:ln>
        </p:spPr>
        <p:txBody>
          <a:bodyPr lIns="91440" tIns="45720" rIns="91440" bIns="45720" anchor="t">
            <a:spAutoFit/>
          </a:bodyPr>
          <a:lstStyle>
            <a:lvl1pPr indent="0" algn="l" defTabSz="914400">
              <a:lnSpc>
                <a:spcPct val="120000"/>
              </a:lnSpc>
              <a:buNone/>
              <a:tabLst>
                <a:tab pos="0" algn="l"/>
              </a:tabLst>
              <a:defRPr sz="1200" b="0" u="none" spc="119">
                <a:solidFill>
                  <a:srgbClr val="0D0D0D"/>
                </a:solidFill>
                <a:latin typeface="Arial" panose="020B0604020202090204"/>
                <a:ea typeface="Arial" panose="020B0604020202090204"/>
                <a:cs typeface="Arial" panose="020B0604020202090204"/>
              </a:defRPr>
            </a:lvl1pPr>
          </a:lstStyle>
          <a:p>
            <a:pPr indent="0" algn="l" defTabSz="914400">
              <a:lnSpc>
                <a:spcPct val="120000"/>
              </a:lnSpc>
              <a:buNone/>
              <a:tabLst>
                <a:tab pos="0" algn="l"/>
              </a:tabLst>
            </a:pPr>
            <a:r>
              <a:rPr sz="1200" b="0" u="none" spc="119">
                <a:solidFill>
                  <a:srgbClr val="0D0D0D"/>
                </a:solidFill>
                <a:latin typeface="Arial" panose="020B0604020202090204"/>
                <a:ea typeface="Arial" panose="020B0604020202090204"/>
                <a:cs typeface="Arial" panose="020B0604020202090204"/>
              </a:rPr>
              <a:t>输入内容或者删除</a:t>
            </a:r>
            <a:endParaRPr sz="1200" b="1" u="none">
              <a:solidFill>
                <a:schemeClr val="accent1"/>
              </a:solidFill>
              <a:latin typeface="Arial" panose="020B0604020202090204"/>
              <a:ea typeface="Arial" panose="020B0604020202090204"/>
              <a:cs typeface="Arial" panose="020B0604020202090204"/>
            </a:endParaRPr>
          </a:p>
        </p:txBody>
      </p:sp>
      <p:sp>
        <p:nvSpPr>
          <p:cNvPr id="626" name="PlaceHolder 12"/>
          <p:cNvSpPr>
            <a:spLocks noGrp="1"/>
          </p:cNvSpPr>
          <p:nvPr>
            <p:ph type="body" idx="110" hasCustomPrompt="1"/>
          </p:nvPr>
        </p:nvSpPr>
        <p:spPr>
          <a:xfrm>
            <a:off x="5455440" y="4192920"/>
            <a:ext cx="1480320" cy="563040"/>
          </a:xfrm>
          <a:prstGeom prst="rect">
            <a:avLst/>
          </a:prstGeom>
          <a:noFill/>
          <a:ln w="0">
            <a:noFill/>
          </a:ln>
        </p:spPr>
        <p:txBody>
          <a:bodyPr lIns="91440" tIns="45720" rIns="91440" bIns="45720" anchor="t">
            <a:noAutofit/>
          </a:bodyPr>
          <a:lstStyle>
            <a:lvl1pPr indent="0" algn="l" defTabSz="914400">
              <a:lnSpc>
                <a:spcPct val="110000"/>
              </a:lnSpc>
              <a:spcBef>
                <a:spcPts val="1000"/>
              </a:spcBef>
              <a:buNone/>
              <a:tabLst>
                <a:tab pos="0" algn="l"/>
              </a:tabLst>
              <a:defRPr sz="1400" b="1" u="none">
                <a:solidFill>
                  <a:schemeClr val="accent1"/>
                </a:solidFill>
                <a:latin typeface="Arial" panose="020B0604020202090204"/>
                <a:ea typeface="Arial" panose="020B0604020202090204"/>
                <a:cs typeface="Arial" panose="020B0604020202090204"/>
              </a:defRPr>
            </a:lvl1pPr>
          </a:lstStyle>
          <a:p>
            <a:pPr indent="0" algn="l" defTabSz="914400">
              <a:lnSpc>
                <a:spcPct val="110000"/>
              </a:lnSpc>
              <a:spcBef>
                <a:spcPts val="1000"/>
              </a:spcBef>
              <a:buNone/>
              <a:tabLst>
                <a:tab pos="0" algn="l"/>
              </a:tabLst>
            </a:pPr>
            <a:r>
              <a:rPr sz="1400" b="1" u="none">
                <a:solidFill>
                  <a:schemeClr val="accent1"/>
                </a:solidFill>
                <a:latin typeface="Arial" panose="020B0604020202090204"/>
                <a:ea typeface="Arial" panose="020B0604020202090204"/>
                <a:cs typeface="Arial" panose="020B0604020202090204"/>
              </a:rPr>
              <a:t>输入标题</a:t>
            </a:r>
            <a:endParaRPr sz="1400" b="1" u="none">
              <a:solidFill>
                <a:schemeClr val="accent1"/>
              </a:solidFill>
              <a:latin typeface="Arial" panose="020B0604020202090204"/>
              <a:ea typeface="Arial" panose="020B0604020202090204"/>
              <a:cs typeface="Arial" panose="020B0604020202090204"/>
            </a:endParaRPr>
          </a:p>
        </p:txBody>
      </p:sp>
      <p:sp>
        <p:nvSpPr>
          <p:cNvPr id="627" name="PlaceHolder 13"/>
          <p:cNvSpPr>
            <a:spLocks noGrp="1"/>
          </p:cNvSpPr>
          <p:nvPr>
            <p:ph type="body" idx="120" hasCustomPrompt="1"/>
          </p:nvPr>
        </p:nvSpPr>
        <p:spPr>
          <a:xfrm>
            <a:off x="7700040" y="3880440"/>
            <a:ext cx="861480" cy="329400"/>
          </a:xfrm>
          <a:prstGeom prst="rect">
            <a:avLst/>
          </a:prstGeom>
          <a:noFill/>
          <a:ln w="0">
            <a:noFill/>
          </a:ln>
        </p:spPr>
        <p:txBody>
          <a:bodyPr lIns="91440" tIns="45720" rIns="91440" bIns="45720" anchor="t">
            <a:spAutoFit/>
          </a:bodyPr>
          <a:lstStyle>
            <a:lvl1pPr indent="0" algn="l" defTabSz="914400">
              <a:lnSpc>
                <a:spcPct val="130000"/>
              </a:lnSpc>
              <a:buNone/>
              <a:tabLst>
                <a:tab pos="0" algn="l"/>
              </a:tabLst>
              <a:defRPr sz="1200" b="0" u="none" spc="119">
                <a:solidFill>
                  <a:srgbClr val="404040"/>
                </a:solidFill>
                <a:latin typeface="Arial" panose="020B0604020202090204"/>
                <a:ea typeface="Arial" panose="020B0604020202090204"/>
                <a:cs typeface="Arial" panose="020B0604020202090204"/>
              </a:defRPr>
            </a:lvl1pPr>
          </a:lstStyle>
          <a:p>
            <a:pPr indent="0" algn="l" defTabSz="914400">
              <a:lnSpc>
                <a:spcPct val="130000"/>
              </a:lnSpc>
              <a:buNone/>
              <a:tabLst>
                <a:tab pos="0" algn="l"/>
              </a:tabLst>
            </a:pPr>
            <a:r>
              <a:rPr sz="1200" b="0" u="none" spc="119">
                <a:solidFill>
                  <a:srgbClr val="404040"/>
                </a:solidFill>
                <a:latin typeface="Arial" panose="020B0604020202090204"/>
                <a:ea typeface="Arial" panose="020B0604020202090204"/>
                <a:cs typeface="Arial" panose="020B0604020202090204"/>
              </a:rPr>
              <a:t>输入内容</a:t>
            </a:r>
            <a:endParaRPr sz="1200" b="1" u="none">
              <a:solidFill>
                <a:schemeClr val="accent1"/>
              </a:solidFill>
              <a:latin typeface="Arial" panose="020B0604020202090204"/>
              <a:ea typeface="Arial" panose="020B0604020202090204"/>
              <a:cs typeface="Arial" panose="020B0604020202090204"/>
            </a:endParaRPr>
          </a:p>
        </p:txBody>
      </p:sp>
      <p:sp>
        <p:nvSpPr>
          <p:cNvPr id="628" name="PlaceHolder 14"/>
          <p:cNvSpPr>
            <a:spLocks noGrp="1"/>
          </p:cNvSpPr>
          <p:nvPr>
            <p:ph type="body" idx="130" hasCustomPrompt="1"/>
          </p:nvPr>
        </p:nvSpPr>
        <p:spPr>
          <a:xfrm>
            <a:off x="7707600" y="4753800"/>
            <a:ext cx="1753200" cy="311040"/>
          </a:xfrm>
          <a:prstGeom prst="rect">
            <a:avLst/>
          </a:prstGeom>
          <a:noFill/>
          <a:ln w="0">
            <a:noFill/>
          </a:ln>
        </p:spPr>
        <p:txBody>
          <a:bodyPr lIns="91440" tIns="45720" rIns="91440" bIns="45720" anchor="t">
            <a:spAutoFit/>
          </a:bodyPr>
          <a:lstStyle>
            <a:lvl1pPr indent="0" algn="l" defTabSz="914400">
              <a:lnSpc>
                <a:spcPct val="120000"/>
              </a:lnSpc>
              <a:buNone/>
              <a:tabLst>
                <a:tab pos="0" algn="l"/>
              </a:tabLst>
              <a:defRPr sz="1200" b="0" u="none" spc="119">
                <a:solidFill>
                  <a:srgbClr val="0D0D0D"/>
                </a:solidFill>
                <a:latin typeface="Arial" panose="020B0604020202090204"/>
                <a:ea typeface="Arial" panose="020B0604020202090204"/>
                <a:cs typeface="Arial" panose="020B0604020202090204"/>
              </a:defRPr>
            </a:lvl1pPr>
          </a:lstStyle>
          <a:p>
            <a:pPr indent="0" algn="l" defTabSz="914400">
              <a:lnSpc>
                <a:spcPct val="120000"/>
              </a:lnSpc>
              <a:buNone/>
              <a:tabLst>
                <a:tab pos="0" algn="l"/>
              </a:tabLst>
            </a:pPr>
            <a:r>
              <a:rPr sz="1200" b="0" u="none" spc="119">
                <a:solidFill>
                  <a:srgbClr val="0D0D0D"/>
                </a:solidFill>
                <a:latin typeface="Arial" panose="020B0604020202090204"/>
                <a:ea typeface="Arial" panose="020B0604020202090204"/>
                <a:cs typeface="Arial" panose="020B0604020202090204"/>
              </a:rPr>
              <a:t>输入内容或者删除</a:t>
            </a:r>
            <a:endParaRPr sz="1200" b="1" u="none">
              <a:solidFill>
                <a:schemeClr val="accent1"/>
              </a:solidFill>
              <a:latin typeface="Arial" panose="020B0604020202090204"/>
              <a:ea typeface="Arial" panose="020B0604020202090204"/>
              <a:cs typeface="Arial" panose="020B0604020202090204"/>
            </a:endParaRPr>
          </a:p>
        </p:txBody>
      </p:sp>
      <p:sp>
        <p:nvSpPr>
          <p:cNvPr id="629" name="PlaceHolder 15"/>
          <p:cNvSpPr>
            <a:spLocks noGrp="1"/>
          </p:cNvSpPr>
          <p:nvPr>
            <p:ph type="body" idx="140" hasCustomPrompt="1"/>
          </p:nvPr>
        </p:nvSpPr>
        <p:spPr>
          <a:xfrm>
            <a:off x="7707600" y="4192920"/>
            <a:ext cx="1480320" cy="563040"/>
          </a:xfrm>
          <a:prstGeom prst="rect">
            <a:avLst/>
          </a:prstGeom>
          <a:noFill/>
          <a:ln w="0">
            <a:noFill/>
          </a:ln>
        </p:spPr>
        <p:txBody>
          <a:bodyPr lIns="91440" tIns="45720" rIns="91440" bIns="45720" anchor="t">
            <a:noAutofit/>
          </a:bodyPr>
          <a:lstStyle>
            <a:lvl1pPr indent="0" algn="l" defTabSz="914400">
              <a:lnSpc>
                <a:spcPct val="110000"/>
              </a:lnSpc>
              <a:spcBef>
                <a:spcPts val="1000"/>
              </a:spcBef>
              <a:buNone/>
              <a:tabLst>
                <a:tab pos="0" algn="l"/>
              </a:tabLst>
              <a:defRPr sz="1400" b="1" u="none">
                <a:solidFill>
                  <a:schemeClr val="accent1"/>
                </a:solidFill>
                <a:latin typeface="Arial" panose="020B0604020202090204"/>
                <a:ea typeface="Arial" panose="020B0604020202090204"/>
                <a:cs typeface="Arial" panose="020B0604020202090204"/>
              </a:defRPr>
            </a:lvl1pPr>
          </a:lstStyle>
          <a:p>
            <a:pPr indent="0" algn="l" defTabSz="914400">
              <a:lnSpc>
                <a:spcPct val="110000"/>
              </a:lnSpc>
              <a:spcBef>
                <a:spcPts val="1000"/>
              </a:spcBef>
              <a:buNone/>
              <a:tabLst>
                <a:tab pos="0" algn="l"/>
              </a:tabLst>
            </a:pPr>
            <a:r>
              <a:rPr sz="1400" b="1" u="none">
                <a:solidFill>
                  <a:schemeClr val="accent1"/>
                </a:solidFill>
                <a:latin typeface="Arial" panose="020B0604020202090204"/>
                <a:ea typeface="Arial" panose="020B0604020202090204"/>
                <a:cs typeface="Arial" panose="020B0604020202090204"/>
              </a:rPr>
              <a:t>输入标题</a:t>
            </a:r>
            <a:endParaRPr sz="1400" b="1" u="none">
              <a:solidFill>
                <a:schemeClr val="accent1"/>
              </a:solidFill>
              <a:latin typeface="Arial" panose="020B0604020202090204"/>
              <a:ea typeface="Arial" panose="020B0604020202090204"/>
              <a:cs typeface="Arial" panose="020B0604020202090204"/>
            </a:endParaRPr>
          </a:p>
        </p:txBody>
      </p:sp>
      <p:sp>
        <p:nvSpPr>
          <p:cNvPr id="630" name="PlaceHolder 16"/>
          <p:cNvSpPr>
            <a:spLocks noGrp="1"/>
          </p:cNvSpPr>
          <p:nvPr>
            <p:ph type="body" idx="150" hasCustomPrompt="1"/>
          </p:nvPr>
        </p:nvSpPr>
        <p:spPr>
          <a:xfrm>
            <a:off x="9952200" y="3880440"/>
            <a:ext cx="861480" cy="329400"/>
          </a:xfrm>
          <a:prstGeom prst="rect">
            <a:avLst/>
          </a:prstGeom>
          <a:noFill/>
          <a:ln w="0">
            <a:noFill/>
          </a:ln>
        </p:spPr>
        <p:txBody>
          <a:bodyPr lIns="91440" tIns="45720" rIns="91440" bIns="45720" anchor="t">
            <a:spAutoFit/>
          </a:bodyPr>
          <a:lstStyle>
            <a:lvl1pPr indent="0" algn="l" defTabSz="914400">
              <a:lnSpc>
                <a:spcPct val="130000"/>
              </a:lnSpc>
              <a:buNone/>
              <a:tabLst>
                <a:tab pos="0" algn="l"/>
              </a:tabLst>
              <a:defRPr sz="1200" b="0" u="none" spc="119">
                <a:solidFill>
                  <a:srgbClr val="404040"/>
                </a:solidFill>
                <a:latin typeface="Arial" panose="020B0604020202090204"/>
                <a:ea typeface="Arial" panose="020B0604020202090204"/>
                <a:cs typeface="Arial" panose="020B0604020202090204"/>
              </a:defRPr>
            </a:lvl1pPr>
          </a:lstStyle>
          <a:p>
            <a:pPr indent="0" algn="l" defTabSz="914400">
              <a:lnSpc>
                <a:spcPct val="130000"/>
              </a:lnSpc>
              <a:buNone/>
              <a:tabLst>
                <a:tab pos="0" algn="l"/>
              </a:tabLst>
            </a:pPr>
            <a:r>
              <a:rPr sz="1200" b="0" u="none" spc="119">
                <a:solidFill>
                  <a:srgbClr val="404040"/>
                </a:solidFill>
                <a:latin typeface="Arial" panose="020B0604020202090204"/>
                <a:ea typeface="Arial" panose="020B0604020202090204"/>
                <a:cs typeface="Arial" panose="020B0604020202090204"/>
              </a:rPr>
              <a:t>输入内容</a:t>
            </a:r>
            <a:endParaRPr sz="1200" b="1" u="none">
              <a:solidFill>
                <a:schemeClr val="accent1"/>
              </a:solidFill>
              <a:latin typeface="Arial" panose="020B0604020202090204"/>
              <a:ea typeface="Arial" panose="020B0604020202090204"/>
              <a:cs typeface="Arial" panose="020B0604020202090204"/>
            </a:endParaRPr>
          </a:p>
        </p:txBody>
      </p:sp>
      <p:sp>
        <p:nvSpPr>
          <p:cNvPr id="631" name="PlaceHolder 17"/>
          <p:cNvSpPr>
            <a:spLocks noGrp="1"/>
          </p:cNvSpPr>
          <p:nvPr>
            <p:ph type="body" idx="160" hasCustomPrompt="1"/>
          </p:nvPr>
        </p:nvSpPr>
        <p:spPr>
          <a:xfrm>
            <a:off x="9959760" y="4753800"/>
            <a:ext cx="1753200" cy="311040"/>
          </a:xfrm>
          <a:prstGeom prst="rect">
            <a:avLst/>
          </a:prstGeom>
          <a:noFill/>
          <a:ln w="0">
            <a:noFill/>
          </a:ln>
        </p:spPr>
        <p:txBody>
          <a:bodyPr lIns="91440" tIns="45720" rIns="91440" bIns="45720" anchor="t">
            <a:spAutoFit/>
          </a:bodyPr>
          <a:lstStyle>
            <a:lvl1pPr indent="0" algn="l" defTabSz="914400">
              <a:lnSpc>
                <a:spcPct val="120000"/>
              </a:lnSpc>
              <a:buNone/>
              <a:tabLst>
                <a:tab pos="0" algn="l"/>
              </a:tabLst>
              <a:defRPr sz="1200" b="0" u="none" spc="119">
                <a:solidFill>
                  <a:srgbClr val="0D0D0D"/>
                </a:solidFill>
                <a:latin typeface="Arial" panose="020B0604020202090204"/>
                <a:ea typeface="Arial" panose="020B0604020202090204"/>
                <a:cs typeface="Arial" panose="020B0604020202090204"/>
              </a:defRPr>
            </a:lvl1pPr>
          </a:lstStyle>
          <a:p>
            <a:pPr indent="0" algn="l" defTabSz="914400">
              <a:lnSpc>
                <a:spcPct val="120000"/>
              </a:lnSpc>
              <a:buNone/>
              <a:tabLst>
                <a:tab pos="0" algn="l"/>
              </a:tabLst>
            </a:pPr>
            <a:r>
              <a:rPr sz="1200" b="0" u="none" spc="119">
                <a:solidFill>
                  <a:srgbClr val="0D0D0D"/>
                </a:solidFill>
                <a:latin typeface="Arial" panose="020B0604020202090204"/>
                <a:ea typeface="Arial" panose="020B0604020202090204"/>
                <a:cs typeface="Arial" panose="020B0604020202090204"/>
              </a:rPr>
              <a:t>输入内容或者删除</a:t>
            </a:r>
            <a:endParaRPr sz="1200" b="1" u="none">
              <a:solidFill>
                <a:schemeClr val="accent1"/>
              </a:solidFill>
              <a:latin typeface="Arial" panose="020B0604020202090204"/>
              <a:ea typeface="Arial" panose="020B0604020202090204"/>
              <a:cs typeface="Arial" panose="020B0604020202090204"/>
            </a:endParaRPr>
          </a:p>
        </p:txBody>
      </p:sp>
      <p:sp>
        <p:nvSpPr>
          <p:cNvPr id="632" name="PlaceHolder 18"/>
          <p:cNvSpPr>
            <a:spLocks noGrp="1"/>
          </p:cNvSpPr>
          <p:nvPr>
            <p:ph type="body" idx="170" hasCustomPrompt="1"/>
          </p:nvPr>
        </p:nvSpPr>
        <p:spPr>
          <a:xfrm>
            <a:off x="9959760" y="4192920"/>
            <a:ext cx="1480320" cy="563040"/>
          </a:xfrm>
          <a:prstGeom prst="rect">
            <a:avLst/>
          </a:prstGeom>
          <a:noFill/>
          <a:ln w="0">
            <a:noFill/>
          </a:ln>
        </p:spPr>
        <p:txBody>
          <a:bodyPr lIns="91440" tIns="45720" rIns="91440" bIns="45720" anchor="t">
            <a:noAutofit/>
          </a:bodyPr>
          <a:lstStyle>
            <a:lvl1pPr indent="0" algn="l" defTabSz="914400">
              <a:lnSpc>
                <a:spcPct val="110000"/>
              </a:lnSpc>
              <a:spcBef>
                <a:spcPts val="1000"/>
              </a:spcBef>
              <a:buNone/>
              <a:tabLst>
                <a:tab pos="0" algn="l"/>
              </a:tabLst>
              <a:defRPr sz="1400" b="1" u="none">
                <a:solidFill>
                  <a:schemeClr val="accent1"/>
                </a:solidFill>
                <a:latin typeface="Arial" panose="020B0604020202090204"/>
                <a:ea typeface="Arial" panose="020B0604020202090204"/>
                <a:cs typeface="Arial" panose="020B0604020202090204"/>
              </a:defRPr>
            </a:lvl1pPr>
          </a:lstStyle>
          <a:p>
            <a:pPr indent="0" algn="l" defTabSz="914400">
              <a:lnSpc>
                <a:spcPct val="110000"/>
              </a:lnSpc>
              <a:spcBef>
                <a:spcPts val="1000"/>
              </a:spcBef>
              <a:buNone/>
              <a:tabLst>
                <a:tab pos="0" algn="l"/>
              </a:tabLst>
            </a:pPr>
            <a:r>
              <a:rPr sz="1400" b="1" u="none">
                <a:solidFill>
                  <a:schemeClr val="accent1"/>
                </a:solidFill>
                <a:latin typeface="Arial" panose="020B0604020202090204"/>
                <a:ea typeface="Arial" panose="020B0604020202090204"/>
                <a:cs typeface="Arial" panose="020B0604020202090204"/>
              </a:rPr>
              <a:t>输入标题</a:t>
            </a:r>
            <a:endParaRPr sz="1400" b="1" u="none">
              <a:solidFill>
                <a:schemeClr val="accent1"/>
              </a:solidFill>
              <a:latin typeface="Arial" panose="020B0604020202090204"/>
              <a:ea typeface="Arial" panose="020B0604020202090204"/>
              <a:cs typeface="Arial" panose="020B0604020202090204"/>
            </a:endParaRPr>
          </a:p>
        </p:txBody>
      </p:sp>
      <p:sp>
        <p:nvSpPr>
          <p:cNvPr id="633" name="TextBox 8"/>
          <p:cNvSpPr>
            <a:spLocks noGrp="1"/>
          </p:cNvSpPr>
          <p:nvPr/>
        </p:nvSpPr>
        <p:spPr>
          <a:xfrm>
            <a:off x="499680" y="6525720"/>
            <a:ext cx="1873800" cy="216360"/>
          </a:xfrm>
          <a:custGeom>
            <a:avLst/>
            <a:gdLst>
              <a:gd name="textAreaLeft" fmla="*/ 0 w 1873800"/>
              <a:gd name="textAreaRight" fmla="*/ 1874160 w 1873800"/>
              <a:gd name="textAreaTop" fmla="*/ 0 h 216360"/>
              <a:gd name="textAreaBottom" fmla="*/ 216720 h 216360"/>
            </a:gdLst>
            <a:ahLst/>
            <a:cxnLst/>
            <a:rect l="textAreaLeft" t="textAreaTop" r="textAreaRight" b="textAreaBottom"/>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lt1"/>
              </a:solidFill>
              <a:latin typeface="钟齐志莽行书"/>
              <a:ea typeface="钟齐志莽行书"/>
              <a:cs typeface="钟齐志莽行书"/>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内容页11">
    <p:bg>
      <p:bgPr>
        <a:solidFill>
          <a:srgbClr val="FFFFFF"/>
        </a:solidFill>
        <a:effectLst/>
      </p:bgPr>
    </p:bg>
    <p:spTree>
      <p:nvGrpSpPr>
        <p:cNvPr id="1" name=""/>
        <p:cNvGrpSpPr/>
        <p:nvPr/>
      </p:nvGrpSpPr>
      <p:grpSpPr/>
      <p:pic>
        <p:nvPicPr>
          <p:cNvPr id="738"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636"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637"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638"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639"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640"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642"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643"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644"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645"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646"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647"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750" name="图片 2"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650" name="Freeform 1031"/>
          <p:cNvSpPr>
            <a:spLocks noGrp="1"/>
          </p:cNvSpPr>
          <p:nvPr/>
        </p:nvSpPr>
        <p:spPr>
          <a:xfrm>
            <a:off x="511560" y="415080"/>
            <a:ext cx="295920" cy="387360"/>
          </a:xfrm>
          <a:custGeom>
            <a:avLst/>
            <a:gdLst>
              <a:gd name="textAreaLeft" fmla="*/ 0 w 295920"/>
              <a:gd name="textAreaRight" fmla="*/ 296280 w 295920"/>
              <a:gd name="textAreaTop" fmla="*/ 0 h 387360"/>
              <a:gd name="textAreaBottom" fmla="*/ 387720 h 387360"/>
              <a:gd name="GluePoint1X" fmla="*/ 162 w 539"/>
              <a:gd name="GluePoint1Y" fmla="*/ 705 h 705"/>
              <a:gd name="GluePoint2X" fmla="*/ 0 w 539"/>
              <a:gd name="GluePoint2Y" fmla="*/ 705 h 705"/>
              <a:gd name="GluePoint3X" fmla="*/ 375 w 539"/>
              <a:gd name="GluePoint3Y" fmla="*/ 0 h 705"/>
              <a:gd name="GluePoint4X" fmla="*/ 539 w 539"/>
              <a:gd name="GluePoint4Y" fmla="*/ 0 h 705"/>
              <a:gd name="GluePoint5X" fmla="*/ 162 w 539"/>
              <a:gd name="GluePoint5Y" fmla="*/ 705 h 705"/>
            </a:gdLst>
            <a:ahLst/>
            <a:cxnLst/>
            <a:rect l="textAreaLeft" t="textAreaTop" r="textAreaRight" b="textAreaBottom"/>
            <a:pathLst>
              <a:path w="539" h="705">
                <a:moveTo>
                  <a:pt x="162" y="705"/>
                </a:moveTo>
                <a:lnTo>
                  <a:pt x="0" y="705"/>
                </a:lnTo>
                <a:lnTo>
                  <a:pt x="375" y="0"/>
                </a:lnTo>
                <a:lnTo>
                  <a:pt x="539" y="0"/>
                </a:lnTo>
                <a:lnTo>
                  <a:pt x="162" y="705"/>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651" name="Freeform 1034"/>
          <p:cNvSpPr>
            <a:spLocks noGrp="1"/>
          </p:cNvSpPr>
          <p:nvPr/>
        </p:nvSpPr>
        <p:spPr>
          <a:xfrm>
            <a:off x="435600" y="456840"/>
            <a:ext cx="185400" cy="242640"/>
          </a:xfrm>
          <a:custGeom>
            <a:avLst/>
            <a:gdLst>
              <a:gd name="textAreaLeft" fmla="*/ 0 w 185400"/>
              <a:gd name="textAreaRight" fmla="*/ 185760 w 185400"/>
              <a:gd name="textAreaTop" fmla="*/ 0 h 242640"/>
              <a:gd name="textAreaBottom" fmla="*/ 243000 h 242640"/>
              <a:gd name="GluePoint1X" fmla="*/ 102 w 338"/>
              <a:gd name="GluePoint1Y" fmla="*/ 442 h 442"/>
              <a:gd name="GluePoint2X" fmla="*/ 0 w 338"/>
              <a:gd name="GluePoint2Y" fmla="*/ 442 h 442"/>
              <a:gd name="GluePoint3X" fmla="*/ 235 w 338"/>
              <a:gd name="GluePoint3Y" fmla="*/ 0 h 442"/>
              <a:gd name="GluePoint4X" fmla="*/ 338 w 338"/>
              <a:gd name="GluePoint4Y" fmla="*/ 0 h 442"/>
              <a:gd name="GluePoint5X" fmla="*/ 102 w 338"/>
              <a:gd name="GluePoint5Y" fmla="*/ 442 h 442"/>
            </a:gdLst>
            <a:ahLst/>
            <a:cxnLst/>
            <a:rect l="textAreaLeft" t="textAreaTop" r="textAreaRight" b="textAreaBottom"/>
            <a:pathLst>
              <a:path w="338" h="442">
                <a:moveTo>
                  <a:pt x="102" y="442"/>
                </a:moveTo>
                <a:lnTo>
                  <a:pt x="0" y="442"/>
                </a:lnTo>
                <a:lnTo>
                  <a:pt x="235" y="0"/>
                </a:lnTo>
                <a:lnTo>
                  <a:pt x="338" y="0"/>
                </a:lnTo>
                <a:lnTo>
                  <a:pt x="102" y="442"/>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652" name="Freeform 1032"/>
          <p:cNvSpPr>
            <a:spLocks noGrp="1"/>
          </p:cNvSpPr>
          <p:nvPr/>
        </p:nvSpPr>
        <p:spPr>
          <a:xfrm>
            <a:off x="696240" y="572400"/>
            <a:ext cx="185400" cy="243360"/>
          </a:xfrm>
          <a:custGeom>
            <a:avLst/>
            <a:gdLst>
              <a:gd name="textAreaLeft" fmla="*/ 0 w 185400"/>
              <a:gd name="textAreaRight" fmla="*/ 185760 w 185400"/>
              <a:gd name="textAreaTop" fmla="*/ 0 h 243360"/>
              <a:gd name="textAreaBottom" fmla="*/ 243720 h 243360"/>
              <a:gd name="GluePoint1X" fmla="*/ 102 w 338"/>
              <a:gd name="GluePoint1Y" fmla="*/ 443 h 443"/>
              <a:gd name="GluePoint2X" fmla="*/ 0 w 338"/>
              <a:gd name="GluePoint2Y" fmla="*/ 443 h 443"/>
              <a:gd name="GluePoint3X" fmla="*/ 235 w 338"/>
              <a:gd name="GluePoint3Y" fmla="*/ 0 h 443"/>
              <a:gd name="GluePoint4X" fmla="*/ 338 w 338"/>
              <a:gd name="GluePoint4Y" fmla="*/ 0 h 443"/>
              <a:gd name="GluePoint5X" fmla="*/ 102 w 338"/>
              <a:gd name="GluePoint5Y" fmla="*/ 443 h 443"/>
            </a:gdLst>
            <a:ahLst/>
            <a:cxnLst/>
            <a:rect l="textAreaLeft" t="textAreaTop" r="textAreaRight" b="textAreaBottom"/>
            <a:pathLst>
              <a:path w="338" h="443">
                <a:moveTo>
                  <a:pt x="102" y="443"/>
                </a:moveTo>
                <a:lnTo>
                  <a:pt x="0" y="443"/>
                </a:lnTo>
                <a:lnTo>
                  <a:pt x="235" y="0"/>
                </a:lnTo>
                <a:lnTo>
                  <a:pt x="338" y="0"/>
                </a:lnTo>
                <a:lnTo>
                  <a:pt x="102" y="443"/>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653" name="Freeform 1033"/>
          <p:cNvSpPr>
            <a:spLocks noGrp="1"/>
          </p:cNvSpPr>
          <p:nvPr/>
        </p:nvSpPr>
        <p:spPr>
          <a:xfrm>
            <a:off x="543960" y="318960"/>
            <a:ext cx="185400" cy="242640"/>
          </a:xfrm>
          <a:custGeom>
            <a:avLst/>
            <a:gdLst>
              <a:gd name="textAreaLeft" fmla="*/ 0 w 185400"/>
              <a:gd name="textAreaRight" fmla="*/ 185760 w 185400"/>
              <a:gd name="textAreaTop" fmla="*/ 0 h 242640"/>
              <a:gd name="textAreaBottom" fmla="*/ 243000 h 242640"/>
              <a:gd name="GluePoint1X" fmla="*/ 103 w 338"/>
              <a:gd name="GluePoint1Y" fmla="*/ 442 h 442"/>
              <a:gd name="GluePoint2X" fmla="*/ 0 w 338"/>
              <a:gd name="GluePoint2Y" fmla="*/ 442 h 442"/>
              <a:gd name="GluePoint3X" fmla="*/ 236 w 338"/>
              <a:gd name="GluePoint3Y" fmla="*/ 0 h 442"/>
              <a:gd name="GluePoint4X" fmla="*/ 338 w 338"/>
              <a:gd name="GluePoint4Y" fmla="*/ 0 h 442"/>
              <a:gd name="GluePoint5X" fmla="*/ 103 w 338"/>
              <a:gd name="GluePoint5Y" fmla="*/ 442 h 442"/>
            </a:gdLst>
            <a:ahLst/>
            <a:cxnLst/>
            <a:rect l="textAreaLeft" t="textAreaTop" r="textAreaRight" b="textAreaBottom"/>
            <a:pathLst>
              <a:path w="338" h="442">
                <a:moveTo>
                  <a:pt x="103" y="442"/>
                </a:moveTo>
                <a:lnTo>
                  <a:pt x="0" y="442"/>
                </a:lnTo>
                <a:lnTo>
                  <a:pt x="236" y="0"/>
                </a:lnTo>
                <a:lnTo>
                  <a:pt x="338" y="0"/>
                </a:lnTo>
                <a:lnTo>
                  <a:pt x="103" y="442"/>
                </a:lnTo>
                <a:close/>
              </a:path>
            </a:pathLst>
          </a:custGeom>
          <a:solidFill>
            <a:schemeClr val="accent1">
              <a:alpha val="73000"/>
            </a:schemeClr>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654" name="Freeform 1029"/>
          <p:cNvSpPr>
            <a:spLocks noGrp="1"/>
          </p:cNvSpPr>
          <p:nvPr/>
        </p:nvSpPr>
        <p:spPr>
          <a:xfrm>
            <a:off x="595440" y="327240"/>
            <a:ext cx="5800320" cy="440280"/>
          </a:xfrm>
          <a:prstGeom prst="parallelogram">
            <a:avLst>
              <a:gd name="adj" fmla="val 53329"/>
            </a:avLst>
          </a:prstGeom>
          <a:gradFill rotWithShape="0">
            <a:gsLst>
              <a:gs pos="0">
                <a:srgbClr val="ED6F00">
                  <a:alpha val="9000"/>
                </a:srgbClr>
              </a:gs>
              <a:gs pos="100000">
                <a:srgbClr val="ED6F00">
                  <a:alpha val="0"/>
                </a:srgbClr>
              </a:gs>
            </a:gsLst>
            <a:lin ang="2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655" name="Freeform 1030"/>
          <p:cNvSpPr>
            <a:spLocks noGrp="1"/>
          </p:cNvSpPr>
          <p:nvPr/>
        </p:nvSpPr>
        <p:spPr>
          <a:xfrm>
            <a:off x="585360" y="327240"/>
            <a:ext cx="336600" cy="440280"/>
          </a:xfrm>
          <a:custGeom>
            <a:avLst/>
            <a:gdLst>
              <a:gd name="textAreaLeft" fmla="*/ 0 w 336600"/>
              <a:gd name="textAreaRight" fmla="*/ 336960 w 336600"/>
              <a:gd name="textAreaTop" fmla="*/ 0 h 440280"/>
              <a:gd name="textAreaBottom" fmla="*/ 440640 h 440280"/>
              <a:gd name="GluePoint1X" fmla="*/ 161 w 539"/>
              <a:gd name="GluePoint1Y" fmla="*/ 705 h 705"/>
              <a:gd name="GluePoint2X" fmla="*/ 0 w 539"/>
              <a:gd name="GluePoint2Y" fmla="*/ 705 h 705"/>
              <a:gd name="GluePoint3X" fmla="*/ 377 w 539"/>
              <a:gd name="GluePoint3Y" fmla="*/ 0 h 705"/>
              <a:gd name="GluePoint4X" fmla="*/ 539 w 539"/>
              <a:gd name="GluePoint4Y" fmla="*/ 0 h 705"/>
              <a:gd name="GluePoint5X" fmla="*/ 161 w 539"/>
              <a:gd name="GluePoint5Y" fmla="*/ 705 h 705"/>
            </a:gdLst>
            <a:ahLst/>
            <a:cxnLst/>
            <a:rect l="textAreaLeft" t="textAreaTop" r="textAreaRight" b="textAreaBottom"/>
            <a:pathLst>
              <a:path w="539" h="705">
                <a:moveTo>
                  <a:pt x="161" y="705"/>
                </a:moveTo>
                <a:lnTo>
                  <a:pt x="0" y="705"/>
                </a:lnTo>
                <a:lnTo>
                  <a:pt x="377" y="0"/>
                </a:lnTo>
                <a:lnTo>
                  <a:pt x="539" y="0"/>
                </a:lnTo>
                <a:lnTo>
                  <a:pt x="161" y="705"/>
                </a:lnTo>
                <a:close/>
              </a:path>
            </a:pathLst>
          </a:custGeom>
          <a:gradFill rotWithShape="0">
            <a:gsLst>
              <a:gs pos="26000">
                <a:srgbClr val="ED6F00"/>
              </a:gs>
              <a:gs pos="100000">
                <a:srgbClr val="FFA85B"/>
              </a:gs>
            </a:gsLst>
            <a:lin ang="162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656" name="PlaceHolder 1"/>
          <p:cNvSpPr>
            <a:spLocks noGrp="1"/>
          </p:cNvSpPr>
          <p:nvPr>
            <p:ph type="title"/>
          </p:nvPr>
        </p:nvSpPr>
        <p:spPr>
          <a:xfrm>
            <a:off x="1003680" y="364320"/>
            <a:ext cx="6845040" cy="3690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sz="2400" b="1" u="none" spc="99">
                <a:solidFill>
                  <a:schemeClr val="accent1"/>
                </a:solidFill>
                <a:latin typeface="思源黑体 CN Bold"/>
                <a:ea typeface="思源黑体 CN Bold"/>
                <a:cs typeface="思源黑体 CN Bold"/>
              </a:defRPr>
            </a:lvl1pPr>
          </a:lstStyle>
          <a:p>
            <a:pPr indent="0" algn="l" defTabSz="914400">
              <a:lnSpc>
                <a:spcPct val="100000"/>
              </a:lnSpc>
              <a:buNone/>
              <a:tabLst>
                <a:tab pos="0" algn="l"/>
              </a:tabLst>
            </a:pPr>
            <a:r>
              <a:rPr sz="2400" b="1" u="none" spc="99">
                <a:solidFill>
                  <a:schemeClr val="accent1"/>
                </a:solidFill>
                <a:latin typeface="思源黑体 CN Bold"/>
                <a:ea typeface="思源黑体 CN Bold"/>
                <a:cs typeface="思源黑体 CN Bold"/>
              </a:rPr>
              <a:t>单击此处编辑母版标题样式</a:t>
            </a:r>
            <a:endParaRPr sz="2400" b="1" u="none" spc="99">
              <a:solidFill>
                <a:schemeClr val="accent1"/>
              </a:solidFill>
              <a:latin typeface="思源黑体 CN Bold"/>
              <a:ea typeface="思源黑体 CN Bold"/>
              <a:cs typeface="思源黑体 CN Bold"/>
            </a:endParaRPr>
          </a:p>
        </p:txBody>
      </p:sp>
      <p:sp>
        <p:nvSpPr>
          <p:cNvPr id="657" name="任意多边形: 形状 9"/>
          <p:cNvSpPr>
            <a:spLocks noGrp="1"/>
          </p:cNvSpPr>
          <p:nvPr/>
        </p:nvSpPr>
        <p:spPr>
          <a:xfrm>
            <a:off x="0" y="6427800"/>
            <a:ext cx="12191760" cy="429840"/>
          </a:xfrm>
          <a:custGeom>
            <a:avLst/>
            <a:gdLst>
              <a:gd name="textAreaLeft" fmla="*/ 0 w 12191760"/>
              <a:gd name="textAreaRight" fmla="*/ 12192120 w 12191760"/>
              <a:gd name="textAreaTop" fmla="*/ 0 h 429840"/>
              <a:gd name="textAreaBottom" fmla="*/ 430200 h 429840"/>
              <a:gd name="GluePoint1X" fmla="*/ 0 w 12192000"/>
              <a:gd name="GluePoint1Y" fmla="*/ 0 h 381000"/>
              <a:gd name="GluePoint2X" fmla="*/ 12192000 w 12192000"/>
              <a:gd name="GluePoint2Y" fmla="*/ 0 h 381000"/>
              <a:gd name="GluePoint3X" fmla="*/ 12192000 w 12192000"/>
              <a:gd name="GluePoint3Y" fmla="*/ 381000 h 381000"/>
              <a:gd name="GluePoint4X" fmla="*/ 0 w 12192000"/>
              <a:gd name="GluePoint4Y" fmla="*/ 381000 h 381000"/>
            </a:gdLst>
            <a:ahLst/>
            <a:cxnLst/>
            <a:rect l="textAreaLeft" t="textAreaTop" r="textAreaRight" b="textAreaBottom"/>
            <a:pathLst>
              <a:path w="12192000" h="381000">
                <a:moveTo>
                  <a:pt x="0" y="0"/>
                </a:moveTo>
                <a:lnTo>
                  <a:pt x="12192000" y="0"/>
                </a:lnTo>
                <a:lnTo>
                  <a:pt x="12192000" y="381000"/>
                </a:lnTo>
                <a:lnTo>
                  <a:pt x="0" y="381000"/>
                </a:lnTo>
                <a:close/>
              </a:path>
            </a:pathLst>
          </a:custGeom>
          <a:solidFill>
            <a:srgbClr val="ED6F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660" name="任意多边形: 形状 33"/>
          <p:cNvSpPr>
            <a:spLocks noGrp="1"/>
          </p:cNvSpPr>
          <p:nvPr/>
        </p:nvSpPr>
        <p:spPr>
          <a:xfrm>
            <a:off x="10206000" y="6556680"/>
            <a:ext cx="88200" cy="100800"/>
          </a:xfrm>
          <a:custGeom>
            <a:avLst/>
            <a:gdLst>
              <a:gd name="textAreaLeft" fmla="*/ 0 w 88200"/>
              <a:gd name="textAreaRight" fmla="*/ 88560 w 88200"/>
              <a:gd name="textAreaTop" fmla="*/ 0 h 100800"/>
              <a:gd name="textAreaBottom" fmla="*/ 101160 h 100800"/>
              <a:gd name="GluePoint1X" fmla="*/ 21465 w 53300"/>
              <a:gd name="GluePoint1Y" fmla="*/ 19954 h 60737"/>
              <a:gd name="GluePoint2X" fmla="*/ 21465 w 53300"/>
              <a:gd name="GluePoint2Y" fmla="*/ 31321 h 60737"/>
              <a:gd name="GluePoint3X" fmla="*/ 8798 w 53300"/>
              <a:gd name="GluePoint3Y" fmla="*/ 31321 h 60737"/>
              <a:gd name="GluePoint4X" fmla="*/ 8798 w 53300"/>
              <a:gd name="GluePoint4Y" fmla="*/ 19954 h 60737"/>
              <a:gd name="GluePoint5X" fmla="*/ 21465 w 53300"/>
              <a:gd name="GluePoint5Y" fmla="*/ 19954 h 60737"/>
              <a:gd name="GluePoint6X" fmla="*/ 8798 w 53300"/>
              <a:gd name="GluePoint6Y" fmla="*/ 42961 h 60737"/>
              <a:gd name="GluePoint7X" fmla="*/ 8798 w 53300"/>
              <a:gd name="GluePoint7Y" fmla="*/ 38305 h 60737"/>
              <a:gd name="GluePoint8X" fmla="*/ 21465 w 53300"/>
              <a:gd name="GluePoint8Y" fmla="*/ 38305 h 60737"/>
              <a:gd name="GluePoint9X" fmla="*/ 21465 w 53300"/>
              <a:gd name="GluePoint9Y" fmla="*/ 60738 h 60737"/>
              <a:gd name="GluePoint10X" fmla="*/ 30777 w 53300"/>
              <a:gd name="GluePoint10Y" fmla="*/ 60738 h 60737"/>
              <a:gd name="GluePoint11X" fmla="*/ 30777 w 53300"/>
              <a:gd name="GluePoint11Y" fmla="*/ 38305 h 60737"/>
              <a:gd name="GluePoint12X" fmla="*/ 43717 w 53300"/>
              <a:gd name="GluePoint12Y" fmla="*/ 38305 h 60737"/>
              <a:gd name="GluePoint13X" fmla="*/ 43717 w 53300"/>
              <a:gd name="GluePoint13Y" fmla="*/ 42175 h 60737"/>
              <a:gd name="GluePoint14X" fmla="*/ 53300 w 53300"/>
              <a:gd name="GluePoint14Y" fmla="*/ 42175 h 60737"/>
              <a:gd name="GluePoint15X" fmla="*/ 53300 w 53300"/>
              <a:gd name="GluePoint15Y" fmla="*/ 12698 h 60737"/>
              <a:gd name="GluePoint16X" fmla="*/ 30807 w 53300"/>
              <a:gd name="GluePoint16Y" fmla="*/ 12698 h 60737"/>
              <a:gd name="GluePoint17X" fmla="*/ 30807 w 53300"/>
              <a:gd name="GluePoint17Y" fmla="*/ 6228 h 60737"/>
              <a:gd name="GluePoint18X" fmla="*/ 31684 w 53300"/>
              <a:gd name="GluePoint18Y" fmla="*/ 1270 h 60737"/>
              <a:gd name="GluePoint19X" fmla="*/ 31865 w 53300"/>
              <a:gd name="GluePoint19Y" fmla="*/ 514 h 60737"/>
              <a:gd name="GluePoint20X" fmla="*/ 30112 w 53300"/>
              <a:gd name="GluePoint20Y" fmla="*/ 60 h 60737"/>
              <a:gd name="GluePoint21X" fmla="*/ 27330 w 53300"/>
              <a:gd name="GluePoint21Y" fmla="*/ 0 h 60737"/>
              <a:gd name="GluePoint22X" fmla="*/ 21223 w 53300"/>
              <a:gd name="GluePoint22Y" fmla="*/ 0 h 60737"/>
              <a:gd name="GluePoint23X" fmla="*/ 21223 w 53300"/>
              <a:gd name="GluePoint23Y" fmla="*/ 12668 h 60737"/>
              <a:gd name="GluePoint24X" fmla="*/ 0 w 53300"/>
              <a:gd name="GluePoint24Y" fmla="*/ 12668 h 60737"/>
              <a:gd name="GluePoint25X" fmla="*/ 0 w 53300"/>
              <a:gd name="GluePoint25Y" fmla="*/ 42930 h 60737"/>
              <a:gd name="GluePoint26X" fmla="*/ 8798 w 53300"/>
              <a:gd name="GluePoint26Y" fmla="*/ 42930 h 60737"/>
              <a:gd name="GluePoint27X" fmla="*/ 30777 w 53300"/>
              <a:gd name="GluePoint27Y" fmla="*/ 31321 h 60737"/>
              <a:gd name="GluePoint28X" fmla="*/ 30777 w 53300"/>
              <a:gd name="GluePoint28Y" fmla="*/ 19954 h 60737"/>
              <a:gd name="GluePoint29X" fmla="*/ 43717 w 53300"/>
              <a:gd name="GluePoint29Y" fmla="*/ 19954 h 60737"/>
              <a:gd name="GluePoint30X" fmla="*/ 43717 w 53300"/>
              <a:gd name="GluePoint30Y" fmla="*/ 31321 h 60737"/>
              <a:gd name="GluePoint31X" fmla="*/ 30777 w 53300"/>
              <a:gd name="GluePoint31Y" fmla="*/ 31321 h 60737"/>
            </a:gdLst>
            <a:ahLst/>
            <a:cxnLst/>
            <a:rect l="textAreaLeft" t="textAreaTop" r="textAreaRight" b="textAreaBottom"/>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61" name="任意多边形: 形状 34"/>
          <p:cNvSpPr>
            <a:spLocks noGrp="1"/>
          </p:cNvSpPr>
          <p:nvPr/>
        </p:nvSpPr>
        <p:spPr>
          <a:xfrm>
            <a:off x="10353240" y="6559560"/>
            <a:ext cx="89640" cy="97560"/>
          </a:xfrm>
          <a:custGeom>
            <a:avLst/>
            <a:gdLst>
              <a:gd name="textAreaLeft" fmla="*/ 0 w 89640"/>
              <a:gd name="textAreaRight" fmla="*/ 90000 w 89640"/>
              <a:gd name="textAreaTop" fmla="*/ 0 h 97560"/>
              <a:gd name="textAreaBottom" fmla="*/ 97920 h 97560"/>
              <a:gd name="GluePoint1X" fmla="*/ 45531 w 54056"/>
              <a:gd name="GluePoint1Y" fmla="*/ 48614 h 58923"/>
              <a:gd name="GluePoint2X" fmla="*/ 8284 w 54056"/>
              <a:gd name="GluePoint2Y" fmla="*/ 48614 h 58923"/>
              <a:gd name="GluePoint3X" fmla="*/ 8284 w 54056"/>
              <a:gd name="GluePoint3Y" fmla="*/ 6984 h 58923"/>
              <a:gd name="GluePoint4X" fmla="*/ 45531 w 54056"/>
              <a:gd name="GluePoint4Y" fmla="*/ 6984 h 58923"/>
              <a:gd name="GluePoint5X" fmla="*/ 45531 w 54056"/>
              <a:gd name="GluePoint5Y" fmla="*/ 48614 h 58923"/>
              <a:gd name="GluePoint6X" fmla="*/ 8284 w 54056"/>
              <a:gd name="GluePoint6Y" fmla="*/ 58893 h 58923"/>
              <a:gd name="GluePoint7X" fmla="*/ 8284 w 54056"/>
              <a:gd name="GluePoint7Y" fmla="*/ 55538 h 58923"/>
              <a:gd name="GluePoint8X" fmla="*/ 45531 w 54056"/>
              <a:gd name="GluePoint8Y" fmla="*/ 55538 h 58923"/>
              <a:gd name="GluePoint9X" fmla="*/ 45531 w 54056"/>
              <a:gd name="GluePoint9Y" fmla="*/ 58379 h 58923"/>
              <a:gd name="GluePoint10X" fmla="*/ 54056 w 54056"/>
              <a:gd name="GluePoint10Y" fmla="*/ 58379 h 58923"/>
              <a:gd name="GluePoint11X" fmla="*/ 54056 w 54056"/>
              <a:gd name="GluePoint11Y" fmla="*/ 0 h 58923"/>
              <a:gd name="GluePoint12X" fmla="*/ 0 w 54056"/>
              <a:gd name="GluePoint12Y" fmla="*/ 0 h 58923"/>
              <a:gd name="GluePoint13X" fmla="*/ 0 w 54056"/>
              <a:gd name="GluePoint13Y" fmla="*/ 58924 h 58923"/>
              <a:gd name="GluePoint14X" fmla="*/ 8284 w 54056"/>
              <a:gd name="GluePoint14Y" fmla="*/ 58924 h 58923"/>
              <a:gd name="GluePoint15X" fmla="*/ 11640 w 54056"/>
              <a:gd name="GluePoint15Y" fmla="*/ 29477 h 58923"/>
              <a:gd name="GluePoint16X" fmla="*/ 22251 w 54056"/>
              <a:gd name="GluePoint16Y" fmla="*/ 29477 h 58923"/>
              <a:gd name="GluePoint17X" fmla="*/ 22251 w 54056"/>
              <a:gd name="GluePoint17Y" fmla="*/ 38003 h 58923"/>
              <a:gd name="GluePoint18X" fmla="*/ 10098 w 54056"/>
              <a:gd name="GluePoint18Y" fmla="*/ 38003 h 58923"/>
              <a:gd name="GluePoint19X" fmla="*/ 10098 w 54056"/>
              <a:gd name="GluePoint19Y" fmla="*/ 44714 h 58923"/>
              <a:gd name="GluePoint20X" fmla="*/ 43717 w 54056"/>
              <a:gd name="GluePoint20Y" fmla="*/ 44714 h 58923"/>
              <a:gd name="GluePoint21X" fmla="*/ 43717 w 54056"/>
              <a:gd name="GluePoint21Y" fmla="*/ 38003 h 58923"/>
              <a:gd name="GluePoint22X" fmla="*/ 38819 w 54056"/>
              <a:gd name="GluePoint22Y" fmla="*/ 38003 h 58923"/>
              <a:gd name="GluePoint23X" fmla="*/ 42689 w 54056"/>
              <a:gd name="GluePoint23Y" fmla="*/ 35403 h 58923"/>
              <a:gd name="GluePoint24X" fmla="*/ 39061 w 54056"/>
              <a:gd name="GluePoint24Y" fmla="*/ 29447 h 58923"/>
              <a:gd name="GluePoint25X" fmla="*/ 42144 w 54056"/>
              <a:gd name="GluePoint25Y" fmla="*/ 29447 h 58923"/>
              <a:gd name="GluePoint26X" fmla="*/ 42144 w 54056"/>
              <a:gd name="GluePoint26Y" fmla="*/ 22977 h 58923"/>
              <a:gd name="GluePoint27X" fmla="*/ 30505 w 54056"/>
              <a:gd name="GluePoint27Y" fmla="*/ 22977 h 58923"/>
              <a:gd name="GluePoint28X" fmla="*/ 30505 w 54056"/>
              <a:gd name="GluePoint28Y" fmla="*/ 17293 h 58923"/>
              <a:gd name="GluePoint29X" fmla="*/ 43172 w 54056"/>
              <a:gd name="GluePoint29Y" fmla="*/ 17293 h 58923"/>
              <a:gd name="GluePoint30X" fmla="*/ 43172 w 54056"/>
              <a:gd name="GluePoint30Y" fmla="*/ 10823 h 58923"/>
              <a:gd name="GluePoint31X" fmla="*/ 10581 w 54056"/>
              <a:gd name="GluePoint31Y" fmla="*/ 10823 h 58923"/>
              <a:gd name="GluePoint32X" fmla="*/ 10581 w 54056"/>
              <a:gd name="GluePoint32Y" fmla="*/ 17293 h 58923"/>
              <a:gd name="GluePoint33X" fmla="*/ 22221 w 54056"/>
              <a:gd name="GluePoint33Y" fmla="*/ 17293 h 58923"/>
              <a:gd name="GluePoint34X" fmla="*/ 22221 w 54056"/>
              <a:gd name="GluePoint34Y" fmla="*/ 22977 h 58923"/>
              <a:gd name="GluePoint35X" fmla="*/ 11609 w 54056"/>
              <a:gd name="GluePoint35Y" fmla="*/ 22977 h 58923"/>
              <a:gd name="GluePoint36X" fmla="*/ 11609 w 54056"/>
              <a:gd name="GluePoint36Y" fmla="*/ 29447 h 58923"/>
              <a:gd name="GluePoint37X" fmla="*/ 35705 w 54056"/>
              <a:gd name="GluePoint37Y" fmla="*/ 38003 h 58923"/>
              <a:gd name="GluePoint38X" fmla="*/ 30535 w 54056"/>
              <a:gd name="GluePoint38Y" fmla="*/ 38003 h 58923"/>
              <a:gd name="GluePoint39X" fmla="*/ 30535 w 54056"/>
              <a:gd name="GluePoint39Y" fmla="*/ 29477 h 58923"/>
              <a:gd name="GluePoint40X" fmla="*/ 35705 w 54056"/>
              <a:gd name="GluePoint40Y" fmla="*/ 29477 h 58923"/>
              <a:gd name="GluePoint41X" fmla="*/ 31835 w 54056"/>
              <a:gd name="GluePoint41Y" fmla="*/ 32077 h 58923"/>
              <a:gd name="GluePoint42X" fmla="*/ 35705 w 54056"/>
              <a:gd name="GluePoint42Y" fmla="*/ 38033 h 58923"/>
            </a:gdLst>
            <a:ahLst/>
            <a:cxnLst/>
            <a:rect l="textAreaLeft" t="textAreaTop" r="textAreaRight" b="textAreaBottom"/>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62" name="任意多边形: 形状 35"/>
          <p:cNvSpPr>
            <a:spLocks noGrp="1"/>
          </p:cNvSpPr>
          <p:nvPr/>
        </p:nvSpPr>
        <p:spPr>
          <a:xfrm>
            <a:off x="10494720" y="6557400"/>
            <a:ext cx="102240" cy="99360"/>
          </a:xfrm>
          <a:custGeom>
            <a:avLst/>
            <a:gdLst>
              <a:gd name="textAreaLeft" fmla="*/ 0 w 102240"/>
              <a:gd name="textAreaRight" fmla="*/ 102600 w 102240"/>
              <a:gd name="textAreaTop" fmla="*/ 0 h 99360"/>
              <a:gd name="textAreaBottom" fmla="*/ 99720 h 99360"/>
              <a:gd name="GluePoint1X" fmla="*/ 45017 w 61584"/>
              <a:gd name="GluePoint1Y" fmla="*/ 13998 h 59981"/>
              <a:gd name="GluePoint2X" fmla="*/ 39061 w 61584"/>
              <a:gd name="GluePoint2Y" fmla="*/ 18654 h 59981"/>
              <a:gd name="GluePoint3X" fmla="*/ 37640 w 61584"/>
              <a:gd name="GluePoint3Y" fmla="*/ 16779 h 59981"/>
              <a:gd name="GluePoint4X" fmla="*/ 31019 w 61584"/>
              <a:gd name="GluePoint4Y" fmla="*/ 8314 h 59981"/>
              <a:gd name="GluePoint5X" fmla="*/ 37489 w 61584"/>
              <a:gd name="GluePoint5Y" fmla="*/ 3658 h 59981"/>
              <a:gd name="GluePoint6X" fmla="*/ 44986 w 61584"/>
              <a:gd name="GluePoint6Y" fmla="*/ 13998 h 59981"/>
              <a:gd name="GluePoint7X" fmla="*/ 45803 w 61584"/>
              <a:gd name="GluePoint7Y" fmla="*/ 30 h 59981"/>
              <a:gd name="GluePoint8X" fmla="*/ 51244 w 61584"/>
              <a:gd name="GluePoint8Y" fmla="*/ 30 h 59981"/>
              <a:gd name="GluePoint9X" fmla="*/ 54600 w 61584"/>
              <a:gd name="GluePoint9Y" fmla="*/ 1058 h 59981"/>
              <a:gd name="GluePoint10X" fmla="*/ 54510 w 61584"/>
              <a:gd name="GluePoint10Y" fmla="*/ 1814 h 59981"/>
              <a:gd name="GluePoint11X" fmla="*/ 54086 w 61584"/>
              <a:gd name="GluePoint11Y" fmla="*/ 5986 h 59981"/>
              <a:gd name="GluePoint12X" fmla="*/ 54086 w 61584"/>
              <a:gd name="GluePoint12Y" fmla="*/ 34949 h 59981"/>
              <a:gd name="GluePoint13X" fmla="*/ 61070 w 61584"/>
              <a:gd name="GluePoint13Y" fmla="*/ 33921 h 59981"/>
              <a:gd name="GluePoint14X" fmla="*/ 61584 w 61584"/>
              <a:gd name="GluePoint14Y" fmla="*/ 40633 h 59981"/>
              <a:gd name="GluePoint15X" fmla="*/ 54086 w 61584"/>
              <a:gd name="GluePoint15Y" fmla="*/ 41933 h 59981"/>
              <a:gd name="GluePoint16X" fmla="*/ 54086 w 61584"/>
              <a:gd name="GluePoint16Y" fmla="*/ 59982 h 59981"/>
              <a:gd name="GluePoint17X" fmla="*/ 45803 w 61584"/>
              <a:gd name="GluePoint17Y" fmla="*/ 59982 h 59981"/>
              <a:gd name="GluePoint18X" fmla="*/ 45803 w 61584"/>
              <a:gd name="GluePoint18Y" fmla="*/ 43233 h 59981"/>
              <a:gd name="GluePoint19X" fmla="*/ 26937 w 61584"/>
              <a:gd name="GluePoint19Y" fmla="*/ 46075 h 59981"/>
              <a:gd name="GluePoint20X" fmla="*/ 26151 w 61584"/>
              <a:gd name="GluePoint20Y" fmla="*/ 40391 h 59981"/>
              <a:gd name="GluePoint21X" fmla="*/ 25123 w 61584"/>
              <a:gd name="GluePoint21Y" fmla="*/ 41177 h 59981"/>
              <a:gd name="GluePoint22X" fmla="*/ 24337 w 61584"/>
              <a:gd name="GluePoint22Y" fmla="*/ 40179 h 59981"/>
              <a:gd name="GluePoint23X" fmla="*/ 20195 w 61584"/>
              <a:gd name="GluePoint23Y" fmla="*/ 34707 h 59981"/>
              <a:gd name="GluePoint24X" fmla="*/ 20195 w 61584"/>
              <a:gd name="GluePoint24Y" fmla="*/ 59468 h 59981"/>
              <a:gd name="GluePoint25X" fmla="*/ 12426 w 61584"/>
              <a:gd name="GluePoint25Y" fmla="*/ 59468 h 59981"/>
              <a:gd name="GluePoint26X" fmla="*/ 12426 w 61584"/>
              <a:gd name="GluePoint26Y" fmla="*/ 37277 h 59981"/>
              <a:gd name="GluePoint27X" fmla="*/ 10642 w 61584"/>
              <a:gd name="GluePoint27Y" fmla="*/ 40512 h 59981"/>
              <a:gd name="GluePoint28X" fmla="*/ 5170 w 61584"/>
              <a:gd name="GluePoint28Y" fmla="*/ 49703 h 59981"/>
              <a:gd name="GluePoint29X" fmla="*/ 877 w 61584"/>
              <a:gd name="GluePoint29Y" fmla="*/ 44261 h 59981"/>
              <a:gd name="GluePoint30X" fmla="*/ 0 w 61584"/>
              <a:gd name="GluePoint30Y" fmla="*/ 43233 h 59981"/>
              <a:gd name="GluePoint31X" fmla="*/ 11126 w 61584"/>
              <a:gd name="GluePoint31Y" fmla="*/ 23823 h 59981"/>
              <a:gd name="GluePoint32X" fmla="*/ 1542 w 61584"/>
              <a:gd name="GluePoint32Y" fmla="*/ 23823 h 59981"/>
              <a:gd name="GluePoint33X" fmla="*/ 1542 w 61584"/>
              <a:gd name="GluePoint33Y" fmla="*/ 17112 h 59981"/>
              <a:gd name="GluePoint34X" fmla="*/ 12395 w 61584"/>
              <a:gd name="GluePoint34Y" fmla="*/ 17112 h 59981"/>
              <a:gd name="GluePoint35X" fmla="*/ 12395 w 61584"/>
              <a:gd name="GluePoint35Y" fmla="*/ 9856 h 59981"/>
              <a:gd name="GluePoint36X" fmla="*/ 4112 w 61584"/>
              <a:gd name="GluePoint36Y" fmla="*/ 10642 h 59981"/>
              <a:gd name="GluePoint37X" fmla="*/ 1270 w 61584"/>
              <a:gd name="GluePoint37Y" fmla="*/ 4172 h 59981"/>
              <a:gd name="GluePoint38X" fmla="*/ 25335 w 61584"/>
              <a:gd name="GluePoint38Y" fmla="*/ 544 h 59981"/>
              <a:gd name="GluePoint39X" fmla="*/ 26998 w 61584"/>
              <a:gd name="GluePoint39Y" fmla="*/ 3658 h 59981"/>
              <a:gd name="GluePoint40X" fmla="*/ 28691 w 61584"/>
              <a:gd name="GluePoint40Y" fmla="*/ 6772 h 59981"/>
              <a:gd name="GluePoint41X" fmla="*/ 28993 w 61584"/>
              <a:gd name="GluePoint41Y" fmla="*/ 7800 h 59981"/>
              <a:gd name="GluePoint42X" fmla="*/ 28691 w 61584"/>
              <a:gd name="GluePoint42Y" fmla="*/ 8314 h 59981"/>
              <a:gd name="GluePoint43X" fmla="*/ 20165 w 61584"/>
              <a:gd name="GluePoint43Y" fmla="*/ 9100 h 59981"/>
              <a:gd name="GluePoint44X" fmla="*/ 20165 w 61584"/>
              <a:gd name="GluePoint44Y" fmla="*/ 17112 h 59981"/>
              <a:gd name="GluePoint45X" fmla="*/ 28963 w 61584"/>
              <a:gd name="GluePoint45Y" fmla="*/ 17112 h 59981"/>
              <a:gd name="GluePoint46X" fmla="*/ 28963 w 61584"/>
              <a:gd name="GluePoint46Y" fmla="*/ 23823 h 59981"/>
              <a:gd name="GluePoint47X" fmla="*/ 20165 w 61584"/>
              <a:gd name="GluePoint47Y" fmla="*/ 23823 h 59981"/>
              <a:gd name="GluePoint48X" fmla="*/ 20165 w 61584"/>
              <a:gd name="GluePoint48Y" fmla="*/ 29779 h 59981"/>
              <a:gd name="GluePoint49X" fmla="*/ 23793 w 61584"/>
              <a:gd name="GluePoint49Y" fmla="*/ 27179 h 59981"/>
              <a:gd name="GluePoint50X" fmla="*/ 31291 w 61584"/>
              <a:gd name="GluePoint50Y" fmla="*/ 36491 h 59981"/>
              <a:gd name="GluePoint51X" fmla="*/ 28449 w 61584"/>
              <a:gd name="GluePoint51Y" fmla="*/ 38819 h 59981"/>
              <a:gd name="GluePoint52X" fmla="*/ 45772 w 61584"/>
              <a:gd name="GluePoint52Y" fmla="*/ 36219 h 59981"/>
              <a:gd name="GluePoint53X" fmla="*/ 45772 w 61584"/>
              <a:gd name="GluePoint53Y" fmla="*/ 0 h 59981"/>
              <a:gd name="GluePoint54X" fmla="*/ 43203 w 61584"/>
              <a:gd name="GluePoint54Y" fmla="*/ 31563 h 59981"/>
              <a:gd name="GluePoint55X" fmla="*/ 36219 w 61584"/>
              <a:gd name="GluePoint55Y" fmla="*/ 34919 h 59981"/>
              <a:gd name="GluePoint56X" fmla="*/ 29749 w 61584"/>
              <a:gd name="GluePoint56Y" fmla="*/ 23521 h 59981"/>
              <a:gd name="GluePoint57X" fmla="*/ 36733 w 61584"/>
              <a:gd name="GluePoint57Y" fmla="*/ 19379 h 59981"/>
              <a:gd name="GluePoint58X" fmla="*/ 43203 w 61584"/>
              <a:gd name="GluePoint58Y" fmla="*/ 31533 h 59981"/>
            </a:gdLst>
            <a:ahLst/>
            <a:cxnLst/>
            <a:rect l="textAreaLeft" t="textAreaTop" r="textAreaRight" b="textAreaBottom"/>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63" name="任意多边形: 形状 36"/>
          <p:cNvSpPr>
            <a:spLocks noGrp="1"/>
          </p:cNvSpPr>
          <p:nvPr/>
        </p:nvSpPr>
        <p:spPr>
          <a:xfrm>
            <a:off x="10646280" y="6555960"/>
            <a:ext cx="95040" cy="101880"/>
          </a:xfrm>
          <a:custGeom>
            <a:avLst/>
            <a:gdLst>
              <a:gd name="textAreaLeft" fmla="*/ 0 w 95040"/>
              <a:gd name="textAreaRight" fmla="*/ 95400 w 95040"/>
              <a:gd name="textAreaTop" fmla="*/ 0 h 101880"/>
              <a:gd name="textAreaBottom" fmla="*/ 102240 h 101880"/>
              <a:gd name="GluePoint1X" fmla="*/ 25637 w 57442"/>
              <a:gd name="GluePoint1Y" fmla="*/ 12154 h 61463"/>
              <a:gd name="GluePoint2X" fmla="*/ 22554 w 57442"/>
              <a:gd name="GluePoint2Y" fmla="*/ 1814 h 61463"/>
              <a:gd name="GluePoint3X" fmla="*/ 24458 w 57442"/>
              <a:gd name="GluePoint3Y" fmla="*/ 1512 h 61463"/>
              <a:gd name="GluePoint4X" fmla="*/ 32137 w 57442"/>
              <a:gd name="GluePoint4Y" fmla="*/ 514 h 61463"/>
              <a:gd name="GluePoint5X" fmla="*/ 32561 w 57442"/>
              <a:gd name="GluePoint5Y" fmla="*/ 2267 h 61463"/>
              <a:gd name="GluePoint6X" fmla="*/ 34193 w 57442"/>
              <a:gd name="GluePoint6Y" fmla="*/ 10854 h 61463"/>
              <a:gd name="GluePoint7X" fmla="*/ 25668 w 57442"/>
              <a:gd name="GluePoint7Y" fmla="*/ 12154 h 61463"/>
              <a:gd name="GluePoint8X" fmla="*/ 15812 w 57442"/>
              <a:gd name="GluePoint8Y" fmla="*/ 14481 h 61463"/>
              <a:gd name="GluePoint9X" fmla="*/ 34707 w 57442"/>
              <a:gd name="GluePoint9Y" fmla="*/ 14481 h 61463"/>
              <a:gd name="GluePoint10X" fmla="*/ 42991 w 57442"/>
              <a:gd name="GluePoint10Y" fmla="*/ 0 h 61463"/>
              <a:gd name="GluePoint11X" fmla="*/ 52817 w 57442"/>
              <a:gd name="GluePoint11Y" fmla="*/ 3870 h 61463"/>
              <a:gd name="GluePoint12X" fmla="*/ 51486 w 57442"/>
              <a:gd name="GluePoint12Y" fmla="*/ 5502 h 61463"/>
              <a:gd name="GluePoint13X" fmla="*/ 49975 w 57442"/>
              <a:gd name="GluePoint13Y" fmla="*/ 6984 h 61463"/>
              <a:gd name="GluePoint14X" fmla="*/ 47707 w 57442"/>
              <a:gd name="GluePoint14Y" fmla="*/ 9765 h 61463"/>
              <a:gd name="GluePoint15X" fmla="*/ 44019 w 57442"/>
              <a:gd name="GluePoint15Y" fmla="*/ 14209 h 61463"/>
              <a:gd name="GluePoint16X" fmla="*/ 56686 w 57442"/>
              <a:gd name="GluePoint16Y" fmla="*/ 14209 h 61463"/>
              <a:gd name="GluePoint17X" fmla="*/ 56686 w 57442"/>
              <a:gd name="GluePoint17Y" fmla="*/ 28177 h 61463"/>
              <a:gd name="GluePoint18X" fmla="*/ 47889 w 57442"/>
              <a:gd name="GluePoint18Y" fmla="*/ 28177 h 61463"/>
              <a:gd name="GluePoint19X" fmla="*/ 47889 w 57442"/>
              <a:gd name="GluePoint19Y" fmla="*/ 21465 h 61463"/>
              <a:gd name="GluePoint20X" fmla="*/ 8828 w 57442"/>
              <a:gd name="GluePoint20Y" fmla="*/ 21465 h 61463"/>
              <a:gd name="GluePoint21X" fmla="*/ 8828 w 57442"/>
              <a:gd name="GluePoint21Y" fmla="*/ 28177 h 61463"/>
              <a:gd name="GluePoint22X" fmla="*/ 544 w 57442"/>
              <a:gd name="GluePoint22Y" fmla="*/ 28177 h 61463"/>
              <a:gd name="GluePoint23X" fmla="*/ 544 w 57442"/>
              <a:gd name="GluePoint23Y" fmla="*/ 14451 h 61463"/>
              <a:gd name="GluePoint24X" fmla="*/ 13212 w 57442"/>
              <a:gd name="GluePoint24Y" fmla="*/ 14451 h 61463"/>
              <a:gd name="GluePoint25X" fmla="*/ 6500 w 57442"/>
              <a:gd name="GluePoint25Y" fmla="*/ 5926 h 61463"/>
              <a:gd name="GluePoint26X" fmla="*/ 15056 w 57442"/>
              <a:gd name="GluePoint26Y" fmla="*/ 1784 h 61463"/>
              <a:gd name="GluePoint27X" fmla="*/ 21526 w 57442"/>
              <a:gd name="GluePoint27Y" fmla="*/ 11095 h 61463"/>
              <a:gd name="GluePoint28X" fmla="*/ 17082 w 57442"/>
              <a:gd name="GluePoint28Y" fmla="*/ 13756 h 61463"/>
              <a:gd name="GluePoint29X" fmla="*/ 15812 w 57442"/>
              <a:gd name="GluePoint29Y" fmla="*/ 14481 h 61463"/>
              <a:gd name="GluePoint30X" fmla="*/ 31079 w 57442"/>
              <a:gd name="GluePoint30Y" fmla="*/ 32863 h 61463"/>
              <a:gd name="GluePoint31X" fmla="*/ 10642 w 57442"/>
              <a:gd name="GluePoint31Y" fmla="*/ 32863 h 61463"/>
              <a:gd name="GluePoint32X" fmla="*/ 10642 w 57442"/>
              <a:gd name="GluePoint32Y" fmla="*/ 25879 h 61463"/>
              <a:gd name="GluePoint33X" fmla="*/ 46075 w 57442"/>
              <a:gd name="GluePoint33Y" fmla="*/ 25879 h 61463"/>
              <a:gd name="GluePoint34X" fmla="*/ 34435 w 57442"/>
              <a:gd name="GluePoint34Y" fmla="*/ 38547 h 61463"/>
              <a:gd name="GluePoint35X" fmla="*/ 34435 w 57442"/>
              <a:gd name="GluePoint35Y" fmla="*/ 39061 h 61463"/>
              <a:gd name="GluePoint36X" fmla="*/ 57442 w 57442"/>
              <a:gd name="GluePoint36Y" fmla="*/ 39061 h 61463"/>
              <a:gd name="GluePoint37X" fmla="*/ 57442 w 57442"/>
              <a:gd name="GluePoint37Y" fmla="*/ 46286 h 61463"/>
              <a:gd name="GluePoint38X" fmla="*/ 34163 w 57442"/>
              <a:gd name="GluePoint38Y" fmla="*/ 46286 h 61463"/>
              <a:gd name="GluePoint39X" fmla="*/ 34163 w 57442"/>
              <a:gd name="GluePoint39Y" fmla="*/ 54751 h 61463"/>
              <a:gd name="GluePoint40X" fmla="*/ 31896 w 57442"/>
              <a:gd name="GluePoint40Y" fmla="*/ 60072 h 61463"/>
              <a:gd name="GluePoint41X" fmla="*/ 20195 w 57442"/>
              <a:gd name="GluePoint41Y" fmla="*/ 61463 h 61463"/>
              <a:gd name="GluePoint42X" fmla="*/ 17595 w 57442"/>
              <a:gd name="GluePoint42Y" fmla="*/ 52998 h 61463"/>
              <a:gd name="GluePoint43X" fmla="*/ 18744 w 57442"/>
              <a:gd name="GluePoint43Y" fmla="*/ 52847 h 61463"/>
              <a:gd name="GluePoint44X" fmla="*/ 25335 w 57442"/>
              <a:gd name="GluePoint44Y" fmla="*/ 50156 h 61463"/>
              <a:gd name="GluePoint45X" fmla="*/ 25335 w 57442"/>
              <a:gd name="GluePoint45Y" fmla="*/ 46286 h 61463"/>
              <a:gd name="GluePoint46X" fmla="*/ 0 w 57442"/>
              <a:gd name="GluePoint46Y" fmla="*/ 46286 h 61463"/>
              <a:gd name="GluePoint47X" fmla="*/ 0 w 57442"/>
              <a:gd name="GluePoint47Y" fmla="*/ 39061 h 61463"/>
              <a:gd name="GluePoint48X" fmla="*/ 25335 w 57442"/>
              <a:gd name="GluePoint48Y" fmla="*/ 39061 h 61463"/>
              <a:gd name="GluePoint49X" fmla="*/ 25335 w 57442"/>
              <a:gd name="GluePoint49Y" fmla="*/ 36975 h 61463"/>
              <a:gd name="GluePoint50X" fmla="*/ 26484 w 57442"/>
              <a:gd name="GluePoint50Y" fmla="*/ 35342 h 61463"/>
              <a:gd name="GluePoint51X" fmla="*/ 31049 w 57442"/>
              <a:gd name="GluePoint51Y" fmla="*/ 32863 h 61463"/>
            </a:gdLst>
            <a:ahLst/>
            <a:cxnLst/>
            <a:rect l="textAreaLeft" t="textAreaTop" r="textAreaRight" b="textAreaBottom"/>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64" name="任意多边形: 形状 37"/>
          <p:cNvSpPr>
            <a:spLocks noGrp="1"/>
          </p:cNvSpPr>
          <p:nvPr/>
        </p:nvSpPr>
        <p:spPr>
          <a:xfrm>
            <a:off x="10792800" y="6556320"/>
            <a:ext cx="97920" cy="100080"/>
          </a:xfrm>
          <a:custGeom>
            <a:avLst/>
            <a:gdLst>
              <a:gd name="textAreaLeft" fmla="*/ 0 w 97920"/>
              <a:gd name="textAreaRight" fmla="*/ 98280 w 97920"/>
              <a:gd name="textAreaTop" fmla="*/ 0 h 100080"/>
              <a:gd name="textAreaBottom" fmla="*/ 100440 h 100080"/>
              <a:gd name="GluePoint1X" fmla="*/ 7770 w 58984"/>
              <a:gd name="GluePoint1Y" fmla="*/ 25093 h 60465"/>
              <a:gd name="GluePoint2X" fmla="*/ 12668 w 58984"/>
              <a:gd name="GluePoint2Y" fmla="*/ 34919 h 60465"/>
              <a:gd name="GluePoint3X" fmla="*/ 7498 w 58984"/>
              <a:gd name="GluePoint3Y" fmla="*/ 40089 h 60465"/>
              <a:gd name="GluePoint4X" fmla="*/ 7498 w 58984"/>
              <a:gd name="GluePoint4Y" fmla="*/ 9584 h 60465"/>
              <a:gd name="GluePoint5X" fmla="*/ 11367 w 58984"/>
              <a:gd name="GluePoint5Y" fmla="*/ 9584 h 60465"/>
              <a:gd name="GluePoint6X" fmla="*/ 7740 w 58984"/>
              <a:gd name="GluePoint6Y" fmla="*/ 25093 h 60465"/>
              <a:gd name="GluePoint7X" fmla="*/ 20195 w 58984"/>
              <a:gd name="GluePoint7Y" fmla="*/ 20195 h 60465"/>
              <a:gd name="GluePoint8X" fmla="*/ 24065 w 58984"/>
              <a:gd name="GluePoint8Y" fmla="*/ 20195 h 60465"/>
              <a:gd name="GluePoint9X" fmla="*/ 24065 w 58984"/>
              <a:gd name="GluePoint9Y" fmla="*/ 25365 h 60465"/>
              <a:gd name="GluePoint10X" fmla="*/ 51728 w 58984"/>
              <a:gd name="GluePoint10Y" fmla="*/ 25365 h 60465"/>
              <a:gd name="GluePoint11X" fmla="*/ 51728 w 58984"/>
              <a:gd name="GluePoint11Y" fmla="*/ 20195 h 60465"/>
              <a:gd name="GluePoint12X" fmla="*/ 55870 w 58984"/>
              <a:gd name="GluePoint12Y" fmla="*/ 20195 h 60465"/>
              <a:gd name="GluePoint13X" fmla="*/ 55870 w 58984"/>
              <a:gd name="GluePoint13Y" fmla="*/ 7256 h 60465"/>
              <a:gd name="GluePoint14X" fmla="*/ 42689 w 58984"/>
              <a:gd name="GluePoint14Y" fmla="*/ 7256 h 60465"/>
              <a:gd name="GluePoint15X" fmla="*/ 40633 w 58984"/>
              <a:gd name="GluePoint15Y" fmla="*/ 0 h 60465"/>
              <a:gd name="GluePoint16X" fmla="*/ 32107 w 58984"/>
              <a:gd name="GluePoint16Y" fmla="*/ 786 h 60465"/>
              <a:gd name="GluePoint17X" fmla="*/ 32682 w 58984"/>
              <a:gd name="GluePoint17Y" fmla="*/ 2540 h 60465"/>
              <a:gd name="GluePoint18X" fmla="*/ 34405 w 58984"/>
              <a:gd name="GluePoint18Y" fmla="*/ 7256 h 60465"/>
              <a:gd name="GluePoint19X" fmla="*/ 20195 w 58984"/>
              <a:gd name="GluePoint19Y" fmla="*/ 7256 h 60465"/>
              <a:gd name="GluePoint20X" fmla="*/ 20195 w 58984"/>
              <a:gd name="GluePoint20Y" fmla="*/ 20195 h 60465"/>
              <a:gd name="GluePoint21X" fmla="*/ 0 w 58984"/>
              <a:gd name="GluePoint21Y" fmla="*/ 60465 h 60465"/>
              <a:gd name="GluePoint22X" fmla="*/ 7498 w 58984"/>
              <a:gd name="GluePoint22Y" fmla="*/ 60465 h 60465"/>
              <a:gd name="GluePoint23X" fmla="*/ 7498 w 58984"/>
              <a:gd name="GluePoint23Y" fmla="*/ 41903 h 60465"/>
              <a:gd name="GluePoint24X" fmla="*/ 9312 w 58984"/>
              <a:gd name="GluePoint24Y" fmla="*/ 47586 h 60465"/>
              <a:gd name="GluePoint25X" fmla="*/ 19409 w 58984"/>
              <a:gd name="GluePoint25Y" fmla="*/ 36975 h 60465"/>
              <a:gd name="GluePoint26X" fmla="*/ 28207 w 58984"/>
              <a:gd name="GluePoint26Y" fmla="*/ 36975 h 60465"/>
              <a:gd name="GluePoint27X" fmla="*/ 12940 w 58984"/>
              <a:gd name="GluePoint27Y" fmla="*/ 53965 h 60465"/>
              <a:gd name="GluePoint28X" fmla="*/ 18351 w 58984"/>
              <a:gd name="GluePoint28Y" fmla="*/ 60435 h 60465"/>
              <a:gd name="GluePoint29X" fmla="*/ 32228 w 58984"/>
              <a:gd name="GluePoint29Y" fmla="*/ 51124 h 60465"/>
              <a:gd name="GluePoint30X" fmla="*/ 35433 w 58984"/>
              <a:gd name="GluePoint30Y" fmla="*/ 36975 h 60465"/>
              <a:gd name="GluePoint31X" fmla="*/ 37761 w 58984"/>
              <a:gd name="GluePoint31Y" fmla="*/ 36975 h 60465"/>
              <a:gd name="GluePoint32X" fmla="*/ 37761 w 58984"/>
              <a:gd name="GluePoint32Y" fmla="*/ 55265 h 60465"/>
              <a:gd name="GluePoint33X" fmla="*/ 42930 w 58984"/>
              <a:gd name="GluePoint33Y" fmla="*/ 59407 h 60465"/>
              <a:gd name="GluePoint34X" fmla="*/ 50942 w 58984"/>
              <a:gd name="GluePoint34Y" fmla="*/ 59407 h 60465"/>
              <a:gd name="GluePoint35X" fmla="*/ 56868 w 58984"/>
              <a:gd name="GluePoint35Y" fmla="*/ 57261 h 60465"/>
              <a:gd name="GluePoint36X" fmla="*/ 58984 w 58984"/>
              <a:gd name="GluePoint36Y" fmla="*/ 48856 h 60465"/>
              <a:gd name="GluePoint37X" fmla="*/ 51728 w 58984"/>
              <a:gd name="GluePoint37Y" fmla="*/ 46014 h 60465"/>
              <a:gd name="GluePoint38X" fmla="*/ 49400 w 58984"/>
              <a:gd name="GluePoint38Y" fmla="*/ 52484 h 60465"/>
              <a:gd name="GluePoint39X" fmla="*/ 46830 w 58984"/>
              <a:gd name="GluePoint39Y" fmla="*/ 52484 h 60465"/>
              <a:gd name="GluePoint40X" fmla="*/ 45531 w 58984"/>
              <a:gd name="GluePoint40Y" fmla="*/ 50670 h 60465"/>
              <a:gd name="GluePoint41X" fmla="*/ 45531 w 58984"/>
              <a:gd name="GluePoint41Y" fmla="*/ 36975 h 60465"/>
              <a:gd name="GluePoint42X" fmla="*/ 56928 w 58984"/>
              <a:gd name="GluePoint42Y" fmla="*/ 36975 h 60465"/>
              <a:gd name="GluePoint43X" fmla="*/ 56928 w 58984"/>
              <a:gd name="GluePoint43Y" fmla="*/ 29991 h 60465"/>
              <a:gd name="GluePoint44X" fmla="*/ 19440 w 58984"/>
              <a:gd name="GluePoint44Y" fmla="*/ 29991 h 60465"/>
              <a:gd name="GluePoint45X" fmla="*/ 19440 w 58984"/>
              <a:gd name="GluePoint45Y" fmla="*/ 35161 h 60465"/>
              <a:gd name="GluePoint46X" fmla="*/ 15298 w 58984"/>
              <a:gd name="GluePoint46Y" fmla="*/ 23763 h 60465"/>
              <a:gd name="GluePoint47X" fmla="*/ 16507 w 58984"/>
              <a:gd name="GluePoint47Y" fmla="*/ 17323 h 60465"/>
              <a:gd name="GluePoint48X" fmla="*/ 19168 w 58984"/>
              <a:gd name="GluePoint48Y" fmla="*/ 3054 h 60465"/>
              <a:gd name="GluePoint49X" fmla="*/ 30 w 58984"/>
              <a:gd name="GluePoint49Y" fmla="*/ 3054 h 60465"/>
              <a:gd name="GluePoint50X" fmla="*/ 30 w 58984"/>
              <a:gd name="GluePoint50Y" fmla="*/ 60405 h 60465"/>
              <a:gd name="GluePoint51X" fmla="*/ 27935 w 58984"/>
              <a:gd name="GluePoint51Y" fmla="*/ 18895 h 60465"/>
              <a:gd name="GluePoint52X" fmla="*/ 27935 w 58984"/>
              <a:gd name="GluePoint52Y" fmla="*/ 13726 h 60465"/>
              <a:gd name="GluePoint53X" fmla="*/ 47344 w 58984"/>
              <a:gd name="GluePoint53Y" fmla="*/ 13726 h 60465"/>
              <a:gd name="GluePoint54X" fmla="*/ 47344 w 58984"/>
              <a:gd name="GluePoint54Y" fmla="*/ 18895 h 60465"/>
              <a:gd name="GluePoint55X" fmla="*/ 27935 w 58984"/>
              <a:gd name="GluePoint55Y" fmla="*/ 18895 h 60465"/>
            </a:gdLst>
            <a:ahLst/>
            <a:cxnLst/>
            <a:rect l="textAreaLeft" t="textAreaTop" r="textAreaRight" b="textAreaBottom"/>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65" name="任意多边形: 形状 38"/>
          <p:cNvSpPr>
            <a:spLocks noGrp="1"/>
          </p:cNvSpPr>
          <p:nvPr/>
        </p:nvSpPr>
        <p:spPr>
          <a:xfrm>
            <a:off x="10939320" y="6556320"/>
            <a:ext cx="100440" cy="101520"/>
          </a:xfrm>
          <a:custGeom>
            <a:avLst/>
            <a:gdLst>
              <a:gd name="textAreaLeft" fmla="*/ 0 w 100440"/>
              <a:gd name="textAreaRight" fmla="*/ 100800 w 100440"/>
              <a:gd name="textAreaTop" fmla="*/ 0 h 101520"/>
              <a:gd name="textAreaBottom" fmla="*/ 101880 h 101520"/>
              <a:gd name="GluePoint1X" fmla="*/ 242 w 60525"/>
              <a:gd name="GluePoint1Y" fmla="*/ 14754 h 61221"/>
              <a:gd name="GluePoint2X" fmla="*/ 242 w 60525"/>
              <a:gd name="GluePoint2Y" fmla="*/ 8284 h 61221"/>
              <a:gd name="GluePoint3X" fmla="*/ 8767 w 60525"/>
              <a:gd name="GluePoint3Y" fmla="*/ 8284 h 61221"/>
              <a:gd name="GluePoint4X" fmla="*/ 9040 w 60525"/>
              <a:gd name="GluePoint4Y" fmla="*/ 7407 h 61221"/>
              <a:gd name="GluePoint5X" fmla="*/ 11126 w 60525"/>
              <a:gd name="GluePoint5Y" fmla="*/ 0 h 61221"/>
              <a:gd name="GluePoint6X" fmla="*/ 19651 w 60525"/>
              <a:gd name="GluePoint6Y" fmla="*/ 2600 h 61221"/>
              <a:gd name="GluePoint7X" fmla="*/ 16809 w 60525"/>
              <a:gd name="GluePoint7Y" fmla="*/ 8284 h 61221"/>
              <a:gd name="GluePoint8X" fmla="*/ 28207 w 60525"/>
              <a:gd name="GluePoint8Y" fmla="*/ 8284 h 61221"/>
              <a:gd name="GluePoint9X" fmla="*/ 28207 w 60525"/>
              <a:gd name="GluePoint9Y" fmla="*/ 14754 h 61221"/>
              <a:gd name="GluePoint10X" fmla="*/ 14512 w 60525"/>
              <a:gd name="GluePoint10Y" fmla="*/ 14754 h 61221"/>
              <a:gd name="GluePoint11X" fmla="*/ 13061 w 60525"/>
              <a:gd name="GluePoint11Y" fmla="*/ 18382 h 61221"/>
              <a:gd name="GluePoint12X" fmla="*/ 9614 w 60525"/>
              <a:gd name="GluePoint12Y" fmla="*/ 27179 h 61221"/>
              <a:gd name="GluePoint13X" fmla="*/ 13756 w 60525"/>
              <a:gd name="GluePoint13Y" fmla="*/ 27179 h 61221"/>
              <a:gd name="GluePoint14X" fmla="*/ 13756 w 60525"/>
              <a:gd name="GluePoint14Y" fmla="*/ 17868 h 61221"/>
              <a:gd name="GluePoint15X" fmla="*/ 15298 w 60525"/>
              <a:gd name="GluePoint15Y" fmla="*/ 17868 h 61221"/>
              <a:gd name="GluePoint16X" fmla="*/ 19984 w 60525"/>
              <a:gd name="GluePoint16Y" fmla="*/ 18019 h 61221"/>
              <a:gd name="GluePoint17X" fmla="*/ 21495 w 60525"/>
              <a:gd name="GluePoint17Y" fmla="*/ 18623 h 61221"/>
              <a:gd name="GluePoint18X" fmla="*/ 21405 w 60525"/>
              <a:gd name="GluePoint18Y" fmla="*/ 19833 h 61221"/>
              <a:gd name="GluePoint19X" fmla="*/ 20981 w 60525"/>
              <a:gd name="GluePoint19Y" fmla="*/ 24065 h 61221"/>
              <a:gd name="GluePoint20X" fmla="*/ 20981 w 60525"/>
              <a:gd name="GluePoint20Y" fmla="*/ 27179 h 61221"/>
              <a:gd name="GluePoint21X" fmla="*/ 28479 w 60525"/>
              <a:gd name="GluePoint21Y" fmla="*/ 27179 h 61221"/>
              <a:gd name="GluePoint22X" fmla="*/ 28479 w 60525"/>
              <a:gd name="GluePoint22Y" fmla="*/ 33649 h 61221"/>
              <a:gd name="GluePoint23X" fmla="*/ 20981 w 60525"/>
              <a:gd name="GluePoint23Y" fmla="*/ 33649 h 61221"/>
              <a:gd name="GluePoint24X" fmla="*/ 20981 w 60525"/>
              <a:gd name="GluePoint24Y" fmla="*/ 39091 h 61221"/>
              <a:gd name="GluePoint25X" fmla="*/ 30535 w 60525"/>
              <a:gd name="GluePoint25Y" fmla="*/ 38063 h 61221"/>
              <a:gd name="GluePoint26X" fmla="*/ 30535 w 60525"/>
              <a:gd name="GluePoint26Y" fmla="*/ 44775 h 61221"/>
              <a:gd name="GluePoint27X" fmla="*/ 20981 w 60525"/>
              <a:gd name="GluePoint27Y" fmla="*/ 45803 h 61221"/>
              <a:gd name="GluePoint28X" fmla="*/ 20981 w 60525"/>
              <a:gd name="GluePoint28Y" fmla="*/ 59952 h 61221"/>
              <a:gd name="GluePoint29X" fmla="*/ 13726 w 60525"/>
              <a:gd name="GluePoint29Y" fmla="*/ 59952 h 61221"/>
              <a:gd name="GluePoint30X" fmla="*/ 13726 w 60525"/>
              <a:gd name="GluePoint30Y" fmla="*/ 47072 h 61221"/>
              <a:gd name="GluePoint31X" fmla="*/ 1814 w 60525"/>
              <a:gd name="GluePoint31Y" fmla="*/ 49672 h 61221"/>
              <a:gd name="GluePoint32X" fmla="*/ 0 w 60525"/>
              <a:gd name="GluePoint32Y" fmla="*/ 40875 h 61221"/>
              <a:gd name="GluePoint33X" fmla="*/ 13695 w 60525"/>
              <a:gd name="GluePoint33Y" fmla="*/ 39847 h 61221"/>
              <a:gd name="GluePoint34X" fmla="*/ 13695 w 60525"/>
              <a:gd name="GluePoint34Y" fmla="*/ 33921 h 61221"/>
              <a:gd name="GluePoint35X" fmla="*/ 13030 w 60525"/>
              <a:gd name="GluePoint35Y" fmla="*/ 33921 h 61221"/>
              <a:gd name="GluePoint36X" fmla="*/ 2600 w 60525"/>
              <a:gd name="GluePoint36Y" fmla="*/ 34919 h 61221"/>
              <a:gd name="GluePoint37X" fmla="*/ 514 w 60525"/>
              <a:gd name="GluePoint37Y" fmla="*/ 27421 h 61221"/>
              <a:gd name="GluePoint38X" fmla="*/ 1330 w 60525"/>
              <a:gd name="GluePoint38Y" fmla="*/ 26544 h 61221"/>
              <a:gd name="GluePoint39X" fmla="*/ 2086 w 60525"/>
              <a:gd name="GluePoint39Y" fmla="*/ 25879 h 61221"/>
              <a:gd name="GluePoint40X" fmla="*/ 5442 w 60525"/>
              <a:gd name="GluePoint40Y" fmla="*/ 18654 h 61221"/>
              <a:gd name="GluePoint41X" fmla="*/ 6742 w 60525"/>
              <a:gd name="GluePoint41Y" fmla="*/ 14754 h 61221"/>
              <a:gd name="GluePoint42X" fmla="*/ 272 w 60525"/>
              <a:gd name="GluePoint42Y" fmla="*/ 14754 h 61221"/>
              <a:gd name="GluePoint43X" fmla="*/ 37217 w 60525"/>
              <a:gd name="GluePoint43Y" fmla="*/ 28449 h 61221"/>
              <a:gd name="GluePoint44X" fmla="*/ 37217 w 60525"/>
              <a:gd name="GluePoint44Y" fmla="*/ 20437 h 61221"/>
              <a:gd name="GluePoint45X" fmla="*/ 41630 w 60525"/>
              <a:gd name="GluePoint45Y" fmla="*/ 20437 h 61221"/>
              <a:gd name="GluePoint46X" fmla="*/ 46286 w 60525"/>
              <a:gd name="GluePoint46Y" fmla="*/ 21737 h 61221"/>
              <a:gd name="GluePoint47X" fmla="*/ 46165 w 60525"/>
              <a:gd name="GluePoint47Y" fmla="*/ 22584 h 61221"/>
              <a:gd name="GluePoint48X" fmla="*/ 45772 w 60525"/>
              <a:gd name="GluePoint48Y" fmla="*/ 26907 h 61221"/>
              <a:gd name="GluePoint49X" fmla="*/ 45772 w 60525"/>
              <a:gd name="GluePoint49Y" fmla="*/ 28449 h 61221"/>
              <a:gd name="GluePoint50X" fmla="*/ 60526 w 60525"/>
              <a:gd name="GluePoint50Y" fmla="*/ 53300 h 61221"/>
              <a:gd name="GluePoint51X" fmla="*/ 53542 w 60525"/>
              <a:gd name="GluePoint51Y" fmla="*/ 60465 h 61221"/>
              <a:gd name="GluePoint52X" fmla="*/ 42417 w 60525"/>
              <a:gd name="GluePoint52Y" fmla="*/ 44744 h 61221"/>
              <a:gd name="GluePoint53X" fmla="*/ 29749 w 60525"/>
              <a:gd name="GluePoint53Y" fmla="*/ 61221 h 61221"/>
              <a:gd name="GluePoint54X" fmla="*/ 22765 w 60525"/>
              <a:gd name="GluePoint54Y" fmla="*/ 55538 h 61221"/>
              <a:gd name="GluePoint55X" fmla="*/ 37247 w 60525"/>
              <a:gd name="GluePoint55Y" fmla="*/ 28419 h 61221"/>
              <a:gd name="GluePoint56X" fmla="*/ 38758 w 60525"/>
              <a:gd name="GluePoint56Y" fmla="*/ 10884 h 61221"/>
              <a:gd name="GluePoint57X" fmla="*/ 59710 w 60525"/>
              <a:gd name="GluePoint57Y" fmla="*/ 10884 h 61221"/>
              <a:gd name="GluePoint58X" fmla="*/ 56596 w 60525"/>
              <a:gd name="GluePoint58Y" fmla="*/ 24851 h 61221"/>
              <a:gd name="GluePoint59X" fmla="*/ 48312 w 60525"/>
              <a:gd name="GluePoint59Y" fmla="*/ 24337 h 61221"/>
              <a:gd name="GluePoint60X" fmla="*/ 49854 w 60525"/>
              <a:gd name="GluePoint60Y" fmla="*/ 18140 h 61221"/>
              <a:gd name="GluePoint61X" fmla="*/ 36128 w 60525"/>
              <a:gd name="GluePoint61Y" fmla="*/ 18140 h 61221"/>
              <a:gd name="GluePoint62X" fmla="*/ 32258 w 60525"/>
              <a:gd name="GluePoint62Y" fmla="*/ 25879 h 61221"/>
              <a:gd name="GluePoint63X" fmla="*/ 24488 w 60525"/>
              <a:gd name="GluePoint63Y" fmla="*/ 23037 h 61221"/>
              <a:gd name="GluePoint64X" fmla="*/ 33286 w 60525"/>
              <a:gd name="GluePoint64Y" fmla="*/ 30 h 61221"/>
              <a:gd name="GluePoint65X" fmla="*/ 39877 w 60525"/>
              <a:gd name="GluePoint65Y" fmla="*/ 1905 h 61221"/>
              <a:gd name="GluePoint66X" fmla="*/ 43112 w 60525"/>
              <a:gd name="GluePoint66Y" fmla="*/ 2872 h 61221"/>
              <a:gd name="GluePoint67X" fmla="*/ 38698 w 60525"/>
              <a:gd name="GluePoint67Y" fmla="*/ 10884 h 61221"/>
            </a:gdLst>
            <a:ahLst/>
            <a:cxnLst/>
            <a:rect l="textAreaLeft" t="textAreaTop" r="textAreaRight" b="textAreaBottom"/>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66" name="任意多边形: 形状 39"/>
          <p:cNvSpPr>
            <a:spLocks noGrp="1"/>
          </p:cNvSpPr>
          <p:nvPr/>
        </p:nvSpPr>
        <p:spPr>
          <a:xfrm>
            <a:off x="11086200" y="6557040"/>
            <a:ext cx="101880" cy="100080"/>
          </a:xfrm>
          <a:custGeom>
            <a:avLst/>
            <a:gdLst>
              <a:gd name="textAreaLeft" fmla="*/ 0 w 101880"/>
              <a:gd name="textAreaRight" fmla="*/ 102240 w 101880"/>
              <a:gd name="textAreaTop" fmla="*/ 0 h 100080"/>
              <a:gd name="textAreaBottom" fmla="*/ 100440 h 100080"/>
              <a:gd name="GluePoint1X" fmla="*/ 17868 w 61553"/>
              <a:gd name="GluePoint1Y" fmla="*/ 16007 h 60479"/>
              <a:gd name="GluePoint2X" fmla="*/ 17868 w 61553"/>
              <a:gd name="GluePoint2Y" fmla="*/ 59663 h 60479"/>
              <a:gd name="GluePoint3X" fmla="*/ 9856 w 61553"/>
              <a:gd name="GluePoint3Y" fmla="*/ 59663 h 60479"/>
              <a:gd name="GluePoint4X" fmla="*/ 9856 w 61553"/>
              <a:gd name="GluePoint4Y" fmla="*/ 30761 h 60479"/>
              <a:gd name="GluePoint5X" fmla="*/ 5714 w 61553"/>
              <a:gd name="GluePoint5Y" fmla="*/ 36202 h 60479"/>
              <a:gd name="GluePoint6X" fmla="*/ 5654 w 61553"/>
              <a:gd name="GluePoint6Y" fmla="*/ 36323 h 60479"/>
              <a:gd name="GluePoint7X" fmla="*/ 5442 w 61553"/>
              <a:gd name="GluePoint7Y" fmla="*/ 36202 h 60479"/>
              <a:gd name="GluePoint8X" fmla="*/ 0 w 61553"/>
              <a:gd name="GluePoint8Y" fmla="*/ 31305 h 60479"/>
              <a:gd name="GluePoint9X" fmla="*/ 0 w 61553"/>
              <a:gd name="GluePoint9Y" fmla="*/ 31063 h 60479"/>
              <a:gd name="GluePoint10X" fmla="*/ 12668 w 61553"/>
              <a:gd name="GluePoint10Y" fmla="*/ 14 h 60479"/>
              <a:gd name="GluePoint11X" fmla="*/ 21465 w 61553"/>
              <a:gd name="GluePoint11Y" fmla="*/ 2100 h 60479"/>
              <a:gd name="GluePoint12X" fmla="*/ 22251 w 61553"/>
              <a:gd name="GluePoint12Y" fmla="*/ 3400 h 60479"/>
              <a:gd name="GluePoint13X" fmla="*/ 21647 w 61553"/>
              <a:gd name="GluePoint13Y" fmla="*/ 5123 h 60479"/>
              <a:gd name="GluePoint14X" fmla="*/ 17868 w 61553"/>
              <a:gd name="GluePoint14Y" fmla="*/ 16098 h 60479"/>
              <a:gd name="GluePoint15X" fmla="*/ 32077 w 61553"/>
              <a:gd name="GluePoint15Y" fmla="*/ 13437 h 60479"/>
              <a:gd name="GluePoint16X" fmla="*/ 37247 w 61553"/>
              <a:gd name="GluePoint16Y" fmla="*/ 13437 h 60479"/>
              <a:gd name="GluePoint17X" fmla="*/ 37247 w 61553"/>
              <a:gd name="GluePoint17Y" fmla="*/ 226 h 60479"/>
              <a:gd name="GluePoint18X" fmla="*/ 40089 w 61553"/>
              <a:gd name="GluePoint18Y" fmla="*/ 226 h 60479"/>
              <a:gd name="GluePoint19X" fmla="*/ 44956 w 61553"/>
              <a:gd name="GluePoint19Y" fmla="*/ 407 h 60479"/>
              <a:gd name="GluePoint20X" fmla="*/ 46317 w 61553"/>
              <a:gd name="GluePoint20Y" fmla="*/ 1253 h 60479"/>
              <a:gd name="GluePoint21X" fmla="*/ 46135 w 61553"/>
              <a:gd name="GluePoint21Y" fmla="*/ 2977 h 60479"/>
              <a:gd name="GluePoint22X" fmla="*/ 45531 w 61553"/>
              <a:gd name="GluePoint22Y" fmla="*/ 5667 h 60479"/>
              <a:gd name="GluePoint23X" fmla="*/ 45531 w 61553"/>
              <a:gd name="GluePoint23Y" fmla="*/ 13437 h 60479"/>
              <a:gd name="GluePoint24X" fmla="*/ 58198 w 61553"/>
              <a:gd name="GluePoint24Y" fmla="*/ 13437 h 60479"/>
              <a:gd name="GluePoint25X" fmla="*/ 58198 w 61553"/>
              <a:gd name="GluePoint25Y" fmla="*/ 20421 h 60479"/>
              <a:gd name="GluePoint26X" fmla="*/ 45531 w 61553"/>
              <a:gd name="GluePoint26Y" fmla="*/ 20421 h 60479"/>
              <a:gd name="GluePoint27X" fmla="*/ 45531 w 61553"/>
              <a:gd name="GluePoint27Y" fmla="*/ 31819 h 60479"/>
              <a:gd name="GluePoint28X" fmla="*/ 61554 w 61553"/>
              <a:gd name="GluePoint28Y" fmla="*/ 31819 h 60479"/>
              <a:gd name="GluePoint29X" fmla="*/ 61554 w 61553"/>
              <a:gd name="GluePoint29Y" fmla="*/ 39075 h 60479"/>
              <a:gd name="GluePoint30X" fmla="*/ 45531 w 61553"/>
              <a:gd name="GluePoint30Y" fmla="*/ 39075 h 60479"/>
              <a:gd name="GluePoint31X" fmla="*/ 45531 w 61553"/>
              <a:gd name="GluePoint31Y" fmla="*/ 60479 h 60479"/>
              <a:gd name="GluePoint32X" fmla="*/ 37519 w 61553"/>
              <a:gd name="GluePoint32Y" fmla="*/ 60479 h 60479"/>
              <a:gd name="GluePoint33X" fmla="*/ 37519 w 61553"/>
              <a:gd name="GluePoint33Y" fmla="*/ 39075 h 60479"/>
              <a:gd name="GluePoint34X" fmla="*/ 19923 w 61553"/>
              <a:gd name="GluePoint34Y" fmla="*/ 39075 h 60479"/>
              <a:gd name="GluePoint35X" fmla="*/ 19923 w 61553"/>
              <a:gd name="GluePoint35Y" fmla="*/ 31819 h 60479"/>
              <a:gd name="GluePoint36X" fmla="*/ 37519 w 61553"/>
              <a:gd name="GluePoint36Y" fmla="*/ 31819 h 60479"/>
              <a:gd name="GluePoint37X" fmla="*/ 37519 w 61553"/>
              <a:gd name="GluePoint37Y" fmla="*/ 20421 h 60479"/>
              <a:gd name="GluePoint38X" fmla="*/ 30293 w 61553"/>
              <a:gd name="GluePoint38Y" fmla="*/ 20421 h 60479"/>
              <a:gd name="GluePoint39X" fmla="*/ 26423 w 61553"/>
              <a:gd name="GluePoint39Y" fmla="*/ 29733 h 60479"/>
              <a:gd name="GluePoint40X" fmla="*/ 19682 w 61553"/>
              <a:gd name="GluePoint40Y" fmla="*/ 27163 h 60479"/>
              <a:gd name="GluePoint41X" fmla="*/ 25879 w 61553"/>
              <a:gd name="GluePoint41Y" fmla="*/ 5426 h 60479"/>
              <a:gd name="GluePoint42X" fmla="*/ 33105 w 61553"/>
              <a:gd name="GluePoint42Y" fmla="*/ 6967 h 60479"/>
              <a:gd name="GluePoint43X" fmla="*/ 33861 w 61553"/>
              <a:gd name="GluePoint43Y" fmla="*/ 7270 h 60479"/>
              <a:gd name="GluePoint44X" fmla="*/ 33649 w 61553"/>
              <a:gd name="GluePoint44Y" fmla="*/ 8267 h 60479"/>
              <a:gd name="GluePoint45X" fmla="*/ 32954 w 61553"/>
              <a:gd name="GluePoint45Y" fmla="*/ 10565 h 60479"/>
              <a:gd name="GluePoint46X" fmla="*/ 32077 w 61553"/>
              <a:gd name="GluePoint46Y" fmla="*/ 13437 h 60479"/>
            </a:gdLst>
            <a:ahLst/>
            <a:cxnLst/>
            <a:rect l="textAreaLeft" t="textAreaTop" r="textAreaRight" b="textAreaBottom"/>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67" name="任意多边形: 形状 40"/>
          <p:cNvSpPr>
            <a:spLocks noGrp="1"/>
          </p:cNvSpPr>
          <p:nvPr/>
        </p:nvSpPr>
        <p:spPr>
          <a:xfrm>
            <a:off x="11233800" y="6560640"/>
            <a:ext cx="102960" cy="96480"/>
          </a:xfrm>
          <a:custGeom>
            <a:avLst/>
            <a:gdLst>
              <a:gd name="textAreaLeft" fmla="*/ 0 w 102960"/>
              <a:gd name="textAreaRight" fmla="*/ 103320 w 102960"/>
              <a:gd name="textAreaTop" fmla="*/ 0 h 96480"/>
              <a:gd name="textAreaBottom" fmla="*/ 96840 h 96480"/>
              <a:gd name="GluePoint1X" fmla="*/ 41389 w 62067"/>
              <a:gd name="GluePoint1Y" fmla="*/ 23037 h 58137"/>
              <a:gd name="GluePoint2X" fmla="*/ 41389 w 62067"/>
              <a:gd name="GluePoint2Y" fmla="*/ 6742 h 58137"/>
              <a:gd name="GluePoint3X" fmla="*/ 46558 w 62067"/>
              <a:gd name="GluePoint3Y" fmla="*/ 6742 h 58137"/>
              <a:gd name="GluePoint4X" fmla="*/ 46558 w 62067"/>
              <a:gd name="GluePoint4Y" fmla="*/ 23037 h 58137"/>
              <a:gd name="GluePoint5X" fmla="*/ 41389 w 62067"/>
              <a:gd name="GluePoint5Y" fmla="*/ 23037 h 58137"/>
              <a:gd name="GluePoint6X" fmla="*/ 1300 w 62067"/>
              <a:gd name="GluePoint6Y" fmla="*/ 8526 h 58137"/>
              <a:gd name="GluePoint7X" fmla="*/ 9312 w 62067"/>
              <a:gd name="GluePoint7Y" fmla="*/ 8526 h 58137"/>
              <a:gd name="GluePoint8X" fmla="*/ 0 w 62067"/>
              <a:gd name="GluePoint8Y" fmla="*/ 30505 h 58137"/>
              <a:gd name="GluePoint9X" fmla="*/ 2419 w 62067"/>
              <a:gd name="GluePoint9Y" fmla="*/ 34133 h 58137"/>
              <a:gd name="GluePoint10X" fmla="*/ 4656 w 62067"/>
              <a:gd name="GluePoint10Y" fmla="*/ 37489 h 58137"/>
              <a:gd name="GluePoint11X" fmla="*/ 6984 w 62067"/>
              <a:gd name="GluePoint11Y" fmla="*/ 34889 h 58137"/>
              <a:gd name="GluePoint12X" fmla="*/ 6984 w 62067"/>
              <a:gd name="GluePoint12Y" fmla="*/ 51396 h 58137"/>
              <a:gd name="GluePoint13X" fmla="*/ 14240 w 62067"/>
              <a:gd name="GluePoint13Y" fmla="*/ 51396 h 58137"/>
              <a:gd name="GluePoint14X" fmla="*/ 14240 w 62067"/>
              <a:gd name="GluePoint14Y" fmla="*/ 45500 h 58137"/>
              <a:gd name="GluePoint15X" fmla="*/ 19137 w 62067"/>
              <a:gd name="GluePoint15Y" fmla="*/ 45500 h 58137"/>
              <a:gd name="GluePoint16X" fmla="*/ 19137 w 62067"/>
              <a:gd name="GluePoint16Y" fmla="*/ 47586 h 58137"/>
              <a:gd name="GluePoint17X" fmla="*/ 26877 w 62067"/>
              <a:gd name="GluePoint17Y" fmla="*/ 47586 h 58137"/>
              <a:gd name="GluePoint18X" fmla="*/ 26877 w 62067"/>
              <a:gd name="GluePoint18Y" fmla="*/ 29991 h 58137"/>
              <a:gd name="GluePoint19X" fmla="*/ 33347 w 62067"/>
              <a:gd name="GluePoint19Y" fmla="*/ 29991 h 58137"/>
              <a:gd name="GluePoint20X" fmla="*/ 33347 w 62067"/>
              <a:gd name="GluePoint20Y" fmla="*/ 31533 h 58137"/>
              <a:gd name="GluePoint21X" fmla="*/ 22221 w 62067"/>
              <a:gd name="GluePoint21Y" fmla="*/ 52696 h 58137"/>
              <a:gd name="GluePoint22X" fmla="*/ 29961 w 62067"/>
              <a:gd name="GluePoint22Y" fmla="*/ 58138 h 58137"/>
              <a:gd name="GluePoint23X" fmla="*/ 41086 w 62067"/>
              <a:gd name="GluePoint23Y" fmla="*/ 31049 h 58137"/>
              <a:gd name="GluePoint24X" fmla="*/ 41086 w 62067"/>
              <a:gd name="GluePoint24Y" fmla="*/ 30021 h 58137"/>
              <a:gd name="GluePoint25X" fmla="*/ 46528 w 62067"/>
              <a:gd name="GluePoint25Y" fmla="*/ 30021 h 58137"/>
              <a:gd name="GluePoint26X" fmla="*/ 46528 w 62067"/>
              <a:gd name="GluePoint26Y" fmla="*/ 57896 h 58137"/>
              <a:gd name="GluePoint27X" fmla="*/ 54812 w 62067"/>
              <a:gd name="GluePoint27Y" fmla="*/ 57896 h 58137"/>
              <a:gd name="GluePoint28X" fmla="*/ 54812 w 62067"/>
              <a:gd name="GluePoint28Y" fmla="*/ 30021 h 58137"/>
              <a:gd name="GluePoint29X" fmla="*/ 62068 w 62067"/>
              <a:gd name="GluePoint29Y" fmla="*/ 30021 h 58137"/>
              <a:gd name="GluePoint30X" fmla="*/ 62068 w 62067"/>
              <a:gd name="GluePoint30Y" fmla="*/ 22765 h 58137"/>
              <a:gd name="GluePoint31X" fmla="*/ 54812 w 62067"/>
              <a:gd name="GluePoint31Y" fmla="*/ 22765 h 58137"/>
              <a:gd name="GluePoint32X" fmla="*/ 54812 w 62067"/>
              <a:gd name="GluePoint32Y" fmla="*/ 6984 h 58137"/>
              <a:gd name="GluePoint33X" fmla="*/ 59740 w 62067"/>
              <a:gd name="GluePoint33Y" fmla="*/ 6984 h 58137"/>
              <a:gd name="GluePoint34X" fmla="*/ 59740 w 62067"/>
              <a:gd name="GluePoint34Y" fmla="*/ 0 h 58137"/>
              <a:gd name="GluePoint35X" fmla="*/ 27663 w 62067"/>
              <a:gd name="GluePoint35Y" fmla="*/ 0 h 58137"/>
              <a:gd name="GluePoint36X" fmla="*/ 27663 w 62067"/>
              <a:gd name="GluePoint36Y" fmla="*/ 1542 h 58137"/>
              <a:gd name="GluePoint37X" fmla="*/ 1270 w 62067"/>
              <a:gd name="GluePoint37Y" fmla="*/ 1542 h 58137"/>
              <a:gd name="GluePoint38X" fmla="*/ 1270 w 62067"/>
              <a:gd name="GluePoint38Y" fmla="*/ 8526 h 58137"/>
              <a:gd name="GluePoint39X" fmla="*/ 17081 w 62067"/>
              <a:gd name="GluePoint39Y" fmla="*/ 10914 h 58137"/>
              <a:gd name="GluePoint40X" fmla="*/ 17595 w 62067"/>
              <a:gd name="GluePoint40Y" fmla="*/ 8526 h 58137"/>
              <a:gd name="GluePoint41X" fmla="*/ 28207 w 62067"/>
              <a:gd name="GluePoint41Y" fmla="*/ 8526 h 58137"/>
              <a:gd name="GluePoint42X" fmla="*/ 28207 w 62067"/>
              <a:gd name="GluePoint42Y" fmla="*/ 6984 h 58137"/>
              <a:gd name="GluePoint43X" fmla="*/ 33377 w 62067"/>
              <a:gd name="GluePoint43Y" fmla="*/ 6984 h 58137"/>
              <a:gd name="GluePoint44X" fmla="*/ 33377 w 62067"/>
              <a:gd name="GluePoint44Y" fmla="*/ 23007 h 58137"/>
              <a:gd name="GluePoint45X" fmla="*/ 26907 w 62067"/>
              <a:gd name="GluePoint45Y" fmla="*/ 23007 h 58137"/>
              <a:gd name="GluePoint46X" fmla="*/ 26907 w 62067"/>
              <a:gd name="GluePoint46Y" fmla="*/ 18351 h 58137"/>
              <a:gd name="GluePoint47X" fmla="*/ 15026 w 62067"/>
              <a:gd name="GluePoint47Y" fmla="*/ 18351 h 58137"/>
              <a:gd name="GluePoint48X" fmla="*/ 17081 w 62067"/>
              <a:gd name="GluePoint48Y" fmla="*/ 10914 h 58137"/>
              <a:gd name="GluePoint49X" fmla="*/ 19168 w 62067"/>
              <a:gd name="GluePoint49Y" fmla="*/ 25093 h 58137"/>
              <a:gd name="GluePoint50X" fmla="*/ 19168 w 62067"/>
              <a:gd name="GluePoint50Y" fmla="*/ 39333 h 58137"/>
              <a:gd name="GluePoint51X" fmla="*/ 14270 w 62067"/>
              <a:gd name="GluePoint51Y" fmla="*/ 39333 h 58137"/>
              <a:gd name="GluePoint52X" fmla="*/ 14270 w 62067"/>
              <a:gd name="GluePoint52Y" fmla="*/ 25093 h 58137"/>
              <a:gd name="GluePoint53X" fmla="*/ 19168 w 62067"/>
              <a:gd name="GluePoint53Y" fmla="*/ 25093 h 58137"/>
            </a:gdLst>
            <a:ahLst/>
            <a:cxnLst/>
            <a:rect l="textAreaLeft" t="textAreaTop" r="textAreaRight" b="textAreaBottom"/>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68" name="任意多边形: 形状 41"/>
          <p:cNvSpPr>
            <a:spLocks noGrp="1"/>
          </p:cNvSpPr>
          <p:nvPr/>
        </p:nvSpPr>
        <p:spPr>
          <a:xfrm>
            <a:off x="11384280" y="6557040"/>
            <a:ext cx="97560" cy="100440"/>
          </a:xfrm>
          <a:custGeom>
            <a:avLst/>
            <a:gdLst>
              <a:gd name="textAreaLeft" fmla="*/ 0 w 97560"/>
              <a:gd name="textAreaRight" fmla="*/ 97920 w 97560"/>
              <a:gd name="textAreaTop" fmla="*/ 0 h 100440"/>
              <a:gd name="textAreaBottom" fmla="*/ 100800 h 100440"/>
              <a:gd name="GluePoint1X" fmla="*/ 33347 w 58953"/>
              <a:gd name="GluePoint1Y" fmla="*/ 6845 h 60598"/>
              <a:gd name="GluePoint2X" fmla="*/ 55084 w 58953"/>
              <a:gd name="GluePoint2Y" fmla="*/ 6845 h 60598"/>
              <a:gd name="GluePoint3X" fmla="*/ 55084 w 58953"/>
              <a:gd name="GluePoint3Y" fmla="*/ 19271 h 60598"/>
              <a:gd name="GluePoint4X" fmla="*/ 46800 w 58953"/>
              <a:gd name="GluePoint4Y" fmla="*/ 19271 h 60598"/>
              <a:gd name="GluePoint5X" fmla="*/ 46800 w 58953"/>
              <a:gd name="GluePoint5Y" fmla="*/ 13829 h 60598"/>
              <a:gd name="GluePoint6X" fmla="*/ 10340 w 58953"/>
              <a:gd name="GluePoint6Y" fmla="*/ 13829 h 60598"/>
              <a:gd name="GluePoint7X" fmla="*/ 10340 w 58953"/>
              <a:gd name="GluePoint7Y" fmla="*/ 19785 h 60598"/>
              <a:gd name="GluePoint8X" fmla="*/ 2328 w 58953"/>
              <a:gd name="GluePoint8Y" fmla="*/ 19785 h 60598"/>
              <a:gd name="GluePoint9X" fmla="*/ 2328 w 58953"/>
              <a:gd name="GluePoint9Y" fmla="*/ 6845 h 60598"/>
              <a:gd name="GluePoint10X" fmla="*/ 24579 w 58953"/>
              <a:gd name="GluePoint10Y" fmla="*/ 6845 h 60598"/>
              <a:gd name="GluePoint11X" fmla="*/ 22765 w 58953"/>
              <a:gd name="GluePoint11Y" fmla="*/ 375 h 60598"/>
              <a:gd name="GluePoint12X" fmla="*/ 27814 w 58953"/>
              <a:gd name="GluePoint12Y" fmla="*/ 43 h 60598"/>
              <a:gd name="GluePoint13X" fmla="*/ 31472 w 58953"/>
              <a:gd name="GluePoint13Y" fmla="*/ 13 h 60598"/>
              <a:gd name="GluePoint14X" fmla="*/ 32863 w 58953"/>
              <a:gd name="GluePoint14Y" fmla="*/ 103 h 60598"/>
              <a:gd name="GluePoint15X" fmla="*/ 33044 w 58953"/>
              <a:gd name="GluePoint15Y" fmla="*/ 2220 h 60598"/>
              <a:gd name="GluePoint16X" fmla="*/ 33347 w 58953"/>
              <a:gd name="GluePoint16Y" fmla="*/ 6845 h 60598"/>
              <a:gd name="GluePoint17X" fmla="*/ 8284 w 58953"/>
              <a:gd name="GluePoint17Y" fmla="*/ 31666 h 60598"/>
              <a:gd name="GluePoint18X" fmla="*/ 2086 w 58953"/>
              <a:gd name="GluePoint18Y" fmla="*/ 26496 h 60598"/>
              <a:gd name="GluePoint19X" fmla="*/ 19168 w 58953"/>
              <a:gd name="GluePoint19Y" fmla="*/ 14343 h 60598"/>
              <a:gd name="GluePoint20X" fmla="*/ 26393 w 58953"/>
              <a:gd name="GluePoint20Y" fmla="*/ 18757 h 60598"/>
              <a:gd name="GluePoint21X" fmla="*/ 25879 w 58953"/>
              <a:gd name="GluePoint21Y" fmla="*/ 20208 h 60598"/>
              <a:gd name="GluePoint22X" fmla="*/ 25365 w 58953"/>
              <a:gd name="GluePoint22Y" fmla="*/ 20571 h 60598"/>
              <a:gd name="GluePoint23X" fmla="*/ 8284 w 58953"/>
              <a:gd name="GluePoint23Y" fmla="*/ 31696 h 60598"/>
              <a:gd name="GluePoint24X" fmla="*/ 54056 w 58953"/>
              <a:gd name="GluePoint24Y" fmla="*/ 26496 h 60598"/>
              <a:gd name="GluePoint25X" fmla="*/ 47858 w 58953"/>
              <a:gd name="GluePoint25Y" fmla="*/ 32694 h 60598"/>
              <a:gd name="GluePoint26X" fmla="*/ 32379 w 58953"/>
              <a:gd name="GluePoint26Y" fmla="*/ 21629 h 60598"/>
              <a:gd name="GluePoint27X" fmla="*/ 30263 w 58953"/>
              <a:gd name="GluePoint27Y" fmla="*/ 20268 h 60598"/>
              <a:gd name="GluePoint28X" fmla="*/ 36219 w 58953"/>
              <a:gd name="GluePoint28Y" fmla="*/ 15099 h 60598"/>
              <a:gd name="GluePoint29X" fmla="*/ 54056 w 58953"/>
              <a:gd name="GluePoint29Y" fmla="*/ 26466 h 60598"/>
              <a:gd name="GluePoint30X" fmla="*/ 29749 w 58953"/>
              <a:gd name="GluePoint30Y" fmla="*/ 31908 h 60598"/>
              <a:gd name="GluePoint31X" fmla="*/ 43444 w 58953"/>
              <a:gd name="GluePoint31Y" fmla="*/ 31908 h 60598"/>
              <a:gd name="GluePoint32X" fmla="*/ 43444 w 58953"/>
              <a:gd name="GluePoint32Y" fmla="*/ 49262 h 60598"/>
              <a:gd name="GluePoint33X" fmla="*/ 43717 w 58953"/>
              <a:gd name="GluePoint33Y" fmla="*/ 51166 h 60598"/>
              <a:gd name="GluePoint34X" fmla="*/ 44744 w 58953"/>
              <a:gd name="GluePoint34Y" fmla="*/ 51590 h 60598"/>
              <a:gd name="GluePoint35X" fmla="*/ 47344 w 58953"/>
              <a:gd name="GluePoint35Y" fmla="*/ 51590 h 60598"/>
              <a:gd name="GluePoint36X" fmla="*/ 49763 w 58953"/>
              <a:gd name="GluePoint36Y" fmla="*/ 50592 h 60598"/>
              <a:gd name="GluePoint37X" fmla="*/ 50428 w 58953"/>
              <a:gd name="GluePoint37Y" fmla="*/ 45120 h 60598"/>
              <a:gd name="GluePoint38X" fmla="*/ 58954 w 58953"/>
              <a:gd name="GluePoint38Y" fmla="*/ 47720 h 60598"/>
              <a:gd name="GluePoint39X" fmla="*/ 57170 w 58953"/>
              <a:gd name="GluePoint39Y" fmla="*/ 56971 h 60598"/>
              <a:gd name="GluePoint40X" fmla="*/ 51456 w 58953"/>
              <a:gd name="GluePoint40Y" fmla="*/ 59027 h 60598"/>
              <a:gd name="GluePoint41X" fmla="*/ 42144 w 58953"/>
              <a:gd name="GluePoint41Y" fmla="*/ 59027 h 60598"/>
              <a:gd name="GluePoint42X" fmla="*/ 36310 w 58953"/>
              <a:gd name="GluePoint42Y" fmla="*/ 58120 h 60598"/>
              <a:gd name="GluePoint43X" fmla="*/ 35372 w 58953"/>
              <a:gd name="GluePoint43Y" fmla="*/ 56820 h 60598"/>
              <a:gd name="GluePoint44X" fmla="*/ 35161 w 58953"/>
              <a:gd name="GluePoint44Y" fmla="*/ 54371 h 60598"/>
              <a:gd name="GluePoint45X" fmla="*/ 35161 w 58953"/>
              <a:gd name="GluePoint45Y" fmla="*/ 38922 h 60598"/>
              <a:gd name="GluePoint46X" fmla="*/ 28449 w 58953"/>
              <a:gd name="GluePoint46Y" fmla="*/ 38922 h 60598"/>
              <a:gd name="GluePoint47X" fmla="*/ 5412 w 58953"/>
              <a:gd name="GluePoint47Y" fmla="*/ 60599 h 60598"/>
              <a:gd name="GluePoint48X" fmla="*/ 0 w 58953"/>
              <a:gd name="GluePoint48Y" fmla="*/ 52890 h 60598"/>
              <a:gd name="GluePoint49X" fmla="*/ 19651 w 58953"/>
              <a:gd name="GluePoint49Y" fmla="*/ 39194 h 60598"/>
              <a:gd name="GluePoint50X" fmla="*/ 5170 w 58953"/>
              <a:gd name="GluePoint50Y" fmla="*/ 39194 h 60598"/>
              <a:gd name="GluePoint51X" fmla="*/ 5170 w 58953"/>
              <a:gd name="GluePoint51Y" fmla="*/ 32210 h 60598"/>
              <a:gd name="GluePoint52X" fmla="*/ 20951 w 58953"/>
              <a:gd name="GluePoint52Y" fmla="*/ 32210 h 60598"/>
              <a:gd name="GluePoint53X" fmla="*/ 21344 w 58953"/>
              <a:gd name="GluePoint53Y" fmla="*/ 28068 h 60598"/>
              <a:gd name="GluePoint54X" fmla="*/ 21737 w 58953"/>
              <a:gd name="GluePoint54Y" fmla="*/ 23927 h 60598"/>
              <a:gd name="GluePoint55X" fmla="*/ 31563 w 58953"/>
              <a:gd name="GluePoint55Y" fmla="*/ 24713 h 60598"/>
              <a:gd name="GluePoint56X" fmla="*/ 31140 w 58953"/>
              <a:gd name="GluePoint56Y" fmla="*/ 26375 h 60598"/>
              <a:gd name="GluePoint57X" fmla="*/ 29749 w 58953"/>
              <a:gd name="GluePoint57Y" fmla="*/ 31969 h 60598"/>
            </a:gdLst>
            <a:ahLst/>
            <a:cxnLst/>
            <a:rect l="textAreaLeft" t="textAreaTop" r="textAreaRight" b="textAreaBottom"/>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69" name="任意多边形: 形状 42"/>
          <p:cNvSpPr>
            <a:spLocks noGrp="1"/>
          </p:cNvSpPr>
          <p:nvPr/>
        </p:nvSpPr>
        <p:spPr>
          <a:xfrm>
            <a:off x="11530440" y="6557040"/>
            <a:ext cx="100800" cy="99720"/>
          </a:xfrm>
          <a:custGeom>
            <a:avLst/>
            <a:gdLst>
              <a:gd name="textAreaLeft" fmla="*/ 0 w 100800"/>
              <a:gd name="textAreaRight" fmla="*/ 101160 w 100800"/>
              <a:gd name="textAreaTop" fmla="*/ 0 h 99720"/>
              <a:gd name="textAreaBottom" fmla="*/ 100080 h 99720"/>
              <a:gd name="GluePoint1X" fmla="*/ 20165 w 60798"/>
              <a:gd name="GluePoint1Y" fmla="*/ 23793 h 60193"/>
              <a:gd name="GluePoint2X" fmla="*/ 20165 w 60798"/>
              <a:gd name="GluePoint2Y" fmla="*/ 33105 h 60193"/>
              <a:gd name="GluePoint3X" fmla="*/ 13181 w 60798"/>
              <a:gd name="GluePoint3Y" fmla="*/ 33105 h 60193"/>
              <a:gd name="GluePoint4X" fmla="*/ 13181 w 60798"/>
              <a:gd name="GluePoint4Y" fmla="*/ 23793 h 60193"/>
              <a:gd name="GluePoint5X" fmla="*/ 20165 w 60798"/>
              <a:gd name="GluePoint5Y" fmla="*/ 23793 h 60193"/>
              <a:gd name="GluePoint6X" fmla="*/ 30505 w 60798"/>
              <a:gd name="GluePoint6Y" fmla="*/ 8526 h 60193"/>
              <a:gd name="GluePoint7X" fmla="*/ 26756 w 60798"/>
              <a:gd name="GluePoint7Y" fmla="*/ 1935 h 60193"/>
              <a:gd name="GluePoint8X" fmla="*/ 25607 w 60798"/>
              <a:gd name="GluePoint8Y" fmla="*/ 0 h 60193"/>
              <a:gd name="GluePoint9X" fmla="*/ 5170 w 60798"/>
              <a:gd name="GluePoint9Y" fmla="*/ 4656 h 60193"/>
              <a:gd name="GluePoint10X" fmla="*/ 5170 w 60798"/>
              <a:gd name="GluePoint10Y" fmla="*/ 35433 h 60193"/>
              <a:gd name="GluePoint11X" fmla="*/ 4112 w 60798"/>
              <a:gd name="GluePoint11Y" fmla="*/ 45047 h 60193"/>
              <a:gd name="GluePoint12X" fmla="*/ 0 w 60798"/>
              <a:gd name="GluePoint12Y" fmla="*/ 55296 h 60193"/>
              <a:gd name="GluePoint13X" fmla="*/ 6470 w 60798"/>
              <a:gd name="GluePoint13Y" fmla="*/ 60193 h 60193"/>
              <a:gd name="GluePoint14X" fmla="*/ 12940 w 60798"/>
              <a:gd name="GluePoint14Y" fmla="*/ 39575 h 60193"/>
              <a:gd name="GluePoint15X" fmla="*/ 20195 w 60798"/>
              <a:gd name="GluePoint15Y" fmla="*/ 39575 h 60193"/>
              <a:gd name="GluePoint16X" fmla="*/ 20195 w 60798"/>
              <a:gd name="GluePoint16Y" fmla="*/ 41903 h 60193"/>
              <a:gd name="GluePoint17X" fmla="*/ 28479 w 60798"/>
              <a:gd name="GluePoint17Y" fmla="*/ 41903 h 60193"/>
              <a:gd name="GluePoint18X" fmla="*/ 28479 w 60798"/>
              <a:gd name="GluePoint18Y" fmla="*/ 16809 h 60193"/>
              <a:gd name="GluePoint19X" fmla="*/ 13212 w 60798"/>
              <a:gd name="GluePoint19Y" fmla="*/ 16809 h 60193"/>
              <a:gd name="GluePoint20X" fmla="*/ 13212 w 60798"/>
              <a:gd name="GluePoint20Y" fmla="*/ 10612 h 60193"/>
              <a:gd name="GluePoint21X" fmla="*/ 30535 w 60798"/>
              <a:gd name="GluePoint21Y" fmla="*/ 8526 h 60193"/>
              <a:gd name="GluePoint22X" fmla="*/ 52877 w 60798"/>
              <a:gd name="GluePoint22Y" fmla="*/ 9705 h 60193"/>
              <a:gd name="GluePoint23X" fmla="*/ 60254 w 60798"/>
              <a:gd name="GluePoint23Y" fmla="*/ 9312 h 60193"/>
              <a:gd name="GluePoint24X" fmla="*/ 55084 w 60798"/>
              <a:gd name="GluePoint24Y" fmla="*/ 514 h 60193"/>
              <a:gd name="GluePoint25X" fmla="*/ 32319 w 60798"/>
              <a:gd name="GluePoint25Y" fmla="*/ 4142 h 60193"/>
              <a:gd name="GluePoint26X" fmla="*/ 32319 w 60798"/>
              <a:gd name="GluePoint26Y" fmla="*/ 28963 h 60193"/>
              <a:gd name="GluePoint27X" fmla="*/ 29719 w 60798"/>
              <a:gd name="GluePoint27Y" fmla="*/ 43898 h 60193"/>
              <a:gd name="GluePoint28X" fmla="*/ 20437 w 60798"/>
              <a:gd name="GluePoint28Y" fmla="*/ 55296 h 60193"/>
              <a:gd name="GluePoint29X" fmla="*/ 28721 w 60798"/>
              <a:gd name="GluePoint29Y" fmla="*/ 59710 h 60193"/>
              <a:gd name="GluePoint30X" fmla="*/ 40361 w 60798"/>
              <a:gd name="GluePoint30Y" fmla="*/ 33135 h 60193"/>
              <a:gd name="GluePoint31X" fmla="*/ 40361 w 60798"/>
              <a:gd name="GluePoint31Y" fmla="*/ 26665 h 60193"/>
              <a:gd name="GluePoint32X" fmla="*/ 45803 w 60798"/>
              <a:gd name="GluePoint32Y" fmla="*/ 26665 h 60193"/>
              <a:gd name="GluePoint33X" fmla="*/ 45803 w 60798"/>
              <a:gd name="GluePoint33Y" fmla="*/ 59710 h 60193"/>
              <a:gd name="GluePoint34X" fmla="*/ 54328 w 60798"/>
              <a:gd name="GluePoint34Y" fmla="*/ 59710 h 60193"/>
              <a:gd name="GluePoint35X" fmla="*/ 54328 w 60798"/>
              <a:gd name="GluePoint35Y" fmla="*/ 26665 h 60193"/>
              <a:gd name="GluePoint36X" fmla="*/ 60798 w 60798"/>
              <a:gd name="GluePoint36Y" fmla="*/ 26665 h 60193"/>
              <a:gd name="GluePoint37X" fmla="*/ 60798 w 60798"/>
              <a:gd name="GluePoint37Y" fmla="*/ 19440 h 60193"/>
              <a:gd name="GluePoint38X" fmla="*/ 40603 w 60798"/>
              <a:gd name="GluePoint38Y" fmla="*/ 19440 h 60193"/>
              <a:gd name="GluePoint39X" fmla="*/ 40603 w 60798"/>
              <a:gd name="GluePoint39Y" fmla="*/ 10400 h 60193"/>
              <a:gd name="GluePoint40X" fmla="*/ 52907 w 60798"/>
              <a:gd name="GluePoint40Y" fmla="*/ 9765 h 60193"/>
            </a:gdLst>
            <a:ahLst/>
            <a:cxnLst/>
            <a:rect l="textAreaLeft" t="textAreaTop" r="textAreaRight" b="textAreaBottom"/>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71" name="任意多边形: 形状 44"/>
          <p:cNvSpPr>
            <a:spLocks noGrp="1"/>
          </p:cNvSpPr>
          <p:nvPr/>
        </p:nvSpPr>
        <p:spPr>
          <a:xfrm>
            <a:off x="10208160" y="6684120"/>
            <a:ext cx="7920" cy="44280"/>
          </a:xfrm>
          <a:custGeom>
            <a:avLst/>
            <a:gdLst>
              <a:gd name="textAreaLeft" fmla="*/ 0 w 7920"/>
              <a:gd name="textAreaRight" fmla="*/ 8280 w 7920"/>
              <a:gd name="textAreaTop" fmla="*/ 0 h 44280"/>
              <a:gd name="textAreaBottom" fmla="*/ 44640 h 44280"/>
              <a:gd name="GluePoint1X" fmla="*/ 4898 w 4897"/>
              <a:gd name="GluePoint1Y" fmla="*/ 0 h 26816"/>
              <a:gd name="GluePoint2X" fmla="*/ 4898 w 4897"/>
              <a:gd name="GluePoint2Y" fmla="*/ 26816 h 26816"/>
              <a:gd name="GluePoint3X" fmla="*/ 0 w 4897"/>
              <a:gd name="GluePoint3Y" fmla="*/ 26816 h 26816"/>
              <a:gd name="GluePoint4X" fmla="*/ 0 w 4897"/>
              <a:gd name="GluePoint4Y" fmla="*/ 0 h 26816"/>
              <a:gd name="GluePoint5X" fmla="*/ 4898 w 4897"/>
              <a:gd name="GluePoint5Y" fmla="*/ 0 h 26816"/>
            </a:gdLst>
            <a:ahLst/>
            <a:cxnLst/>
            <a:rect l="textAreaLeft" t="textAreaTop" r="textAreaRight" b="textAreaBottom"/>
            <a:pathLst>
              <a:path w="4897" h="26816">
                <a:moveTo>
                  <a:pt x="4898" y="0"/>
                </a:moveTo>
                <a:lnTo>
                  <a:pt x="4898" y="26816"/>
                </a:lnTo>
                <a:lnTo>
                  <a:pt x="0" y="26816"/>
                </a:lnTo>
                <a:lnTo>
                  <a:pt x="0" y="0"/>
                </a:lnTo>
                <a:lnTo>
                  <a:pt x="489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72" name="任意多边形: 形状 45"/>
          <p:cNvSpPr>
            <a:spLocks noGrp="1"/>
          </p:cNvSpPr>
          <p:nvPr/>
        </p:nvSpPr>
        <p:spPr>
          <a:xfrm>
            <a:off x="1022508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73" name="任意多边形: 形状 46"/>
          <p:cNvSpPr>
            <a:spLocks noGrp="1"/>
          </p:cNvSpPr>
          <p:nvPr/>
        </p:nvSpPr>
        <p:spPr>
          <a:xfrm>
            <a:off x="10261080" y="6695640"/>
            <a:ext cx="22680" cy="33120"/>
          </a:xfrm>
          <a:custGeom>
            <a:avLst/>
            <a:gdLst>
              <a:gd name="textAreaLeft" fmla="*/ 0 w 22680"/>
              <a:gd name="textAreaRight" fmla="*/ 23040 w 22680"/>
              <a:gd name="textAreaTop" fmla="*/ 0 h 33120"/>
              <a:gd name="textAreaBottom" fmla="*/ 33480 h 33120"/>
              <a:gd name="GluePoint1X" fmla="*/ 96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74" name="任意多边形: 形状 47"/>
          <p:cNvSpPr>
            <a:spLocks noGrp="1"/>
          </p:cNvSpPr>
          <p:nvPr/>
        </p:nvSpPr>
        <p:spPr>
          <a:xfrm>
            <a:off x="1028772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5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75" name="任意多边形: 形状 48"/>
          <p:cNvSpPr>
            <a:spLocks noGrp="1"/>
          </p:cNvSpPr>
          <p:nvPr/>
        </p:nvSpPr>
        <p:spPr>
          <a:xfrm>
            <a:off x="1031328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87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76" name="任意多边形: 形状 49"/>
          <p:cNvSpPr>
            <a:spLocks noGrp="1"/>
          </p:cNvSpPr>
          <p:nvPr/>
        </p:nvSpPr>
        <p:spPr>
          <a:xfrm>
            <a:off x="1032768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8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77" name="任意多边形: 形状 50"/>
          <p:cNvSpPr>
            <a:spLocks noGrp="1"/>
          </p:cNvSpPr>
          <p:nvPr/>
        </p:nvSpPr>
        <p:spPr>
          <a:xfrm>
            <a:off x="10353960" y="6696360"/>
            <a:ext cx="28800" cy="32400"/>
          </a:xfrm>
          <a:custGeom>
            <a:avLst/>
            <a:gdLst>
              <a:gd name="textAreaLeft" fmla="*/ 0 w 28800"/>
              <a:gd name="textAreaRight" fmla="*/ 29160 w 28800"/>
              <a:gd name="textAreaTop" fmla="*/ 0 h 32400"/>
              <a:gd name="textAreaBottom" fmla="*/ 32760 h 32400"/>
              <a:gd name="GluePoint1X" fmla="*/ 17444 w 17595"/>
              <a:gd name="GluePoint1Y" fmla="*/ 13544 h 19772"/>
              <a:gd name="GluePoint2X" fmla="*/ 17595 w 17595"/>
              <a:gd name="GluePoint2Y" fmla="*/ 19349 h 19772"/>
              <a:gd name="GluePoint3X" fmla="*/ 13302 w 17595"/>
              <a:gd name="GluePoint3Y" fmla="*/ 19349 h 19772"/>
              <a:gd name="GluePoint4X" fmla="*/ 13061 w 17595"/>
              <a:gd name="GluePoint4Y" fmla="*/ 16416 h 19772"/>
              <a:gd name="GluePoint5X" fmla="*/ 12940 w 17595"/>
              <a:gd name="GluePoint5Y" fmla="*/ 16416 h 19772"/>
              <a:gd name="GluePoint6X" fmla="*/ 6742 w 17595"/>
              <a:gd name="GluePoint6Y" fmla="*/ 19772 h 19772"/>
              <a:gd name="GluePoint7X" fmla="*/ 0 w 17595"/>
              <a:gd name="GluePoint7Y" fmla="*/ 11337 h 19772"/>
              <a:gd name="GluePoint8X" fmla="*/ 0 w 17595"/>
              <a:gd name="GluePoint8Y" fmla="*/ 0 h 19772"/>
              <a:gd name="GluePoint9X" fmla="*/ 4898 w 17595"/>
              <a:gd name="GluePoint9Y" fmla="*/ 0 h 19772"/>
              <a:gd name="GluePoint10X" fmla="*/ 4898 w 17595"/>
              <a:gd name="GluePoint10Y" fmla="*/ 10551 h 19772"/>
              <a:gd name="GluePoint11X" fmla="*/ 8526 w 17595"/>
              <a:gd name="GluePoint11Y" fmla="*/ 15842 h 19772"/>
              <a:gd name="GluePoint12X" fmla="*/ 12274 w 17595"/>
              <a:gd name="GluePoint12Y" fmla="*/ 13212 h 19772"/>
              <a:gd name="GluePoint13X" fmla="*/ 12547 w 17595"/>
              <a:gd name="GluePoint13Y" fmla="*/ 11700 h 19772"/>
              <a:gd name="GluePoint14X" fmla="*/ 12547 w 17595"/>
              <a:gd name="GluePoint14Y" fmla="*/ 0 h 19772"/>
              <a:gd name="GluePoint15X" fmla="*/ 17444 w 17595"/>
              <a:gd name="GluePoint15Y" fmla="*/ 0 h 19772"/>
              <a:gd name="GluePoint16X" fmla="*/ 17444 w 17595"/>
              <a:gd name="GluePoint16Y" fmla="*/ 13575 h 19772"/>
            </a:gdLst>
            <a:ahLst/>
            <a:cxnLst/>
            <a:rect l="textAreaLeft" t="textAreaTop" r="textAreaRight" b="textAreaBottom"/>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78" name="任意多边形: 形状 51"/>
          <p:cNvSpPr>
            <a:spLocks noGrp="1"/>
          </p:cNvSpPr>
          <p:nvPr/>
        </p:nvSpPr>
        <p:spPr>
          <a:xfrm>
            <a:off x="1038852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79" name="任意多边形: 形状 52"/>
          <p:cNvSpPr>
            <a:spLocks noGrp="1"/>
          </p:cNvSpPr>
          <p:nvPr/>
        </p:nvSpPr>
        <p:spPr>
          <a:xfrm>
            <a:off x="1041264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80" name="任意多边形: 形状 53"/>
          <p:cNvSpPr>
            <a:spLocks noGrp="1"/>
          </p:cNvSpPr>
          <p:nvPr/>
        </p:nvSpPr>
        <p:spPr>
          <a:xfrm>
            <a:off x="10460520" y="6695640"/>
            <a:ext cx="32400" cy="33480"/>
          </a:xfrm>
          <a:custGeom>
            <a:avLst/>
            <a:gdLst>
              <a:gd name="textAreaLeft" fmla="*/ 0 w 32400"/>
              <a:gd name="textAreaRight" fmla="*/ 32760 w 32400"/>
              <a:gd name="textAreaTop" fmla="*/ 0 h 33480"/>
              <a:gd name="textAreaBottom" fmla="*/ 33840 h 33480"/>
              <a:gd name="GluePoint1X" fmla="*/ 9765 w 19621"/>
              <a:gd name="GluePoint1Y" fmla="*/ 16688 h 20255"/>
              <a:gd name="GluePoint2X" fmla="*/ 498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674 w 19621"/>
              <a:gd name="GluePoint11Y" fmla="*/ 20256 h 20255"/>
              <a:gd name="GluePoint12X" fmla="*/ 9705 w 19621"/>
              <a:gd name="GluePoint12Y" fmla="*/ 20256 h 20255"/>
            </a:gdLst>
            <a:ahLst/>
            <a:cxnLst/>
            <a:rect l="textAreaLeft" t="textAreaTop" r="textAreaRight" b="textAreaBottom"/>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81" name="任意多边形: 形状 54"/>
          <p:cNvSpPr>
            <a:spLocks noGrp="1"/>
          </p:cNvSpPr>
          <p:nvPr/>
        </p:nvSpPr>
        <p:spPr>
          <a:xfrm>
            <a:off x="1049652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82" name="任意多边形: 形状 55"/>
          <p:cNvSpPr>
            <a:spLocks noGrp="1"/>
          </p:cNvSpPr>
          <p:nvPr/>
        </p:nvSpPr>
        <p:spPr>
          <a:xfrm>
            <a:off x="1053324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295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83" name="任意多边形: 形状 56"/>
          <p:cNvSpPr>
            <a:spLocks noGrp="1"/>
          </p:cNvSpPr>
          <p:nvPr/>
        </p:nvSpPr>
        <p:spPr>
          <a:xfrm>
            <a:off x="1056708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795 w 19621"/>
              <a:gd name="GluePoint3Y" fmla="*/ 3567 h 20255"/>
              <a:gd name="GluePoint4X" fmla="*/ 14512 w 19621"/>
              <a:gd name="GluePoint4Y" fmla="*/ 10098 h 20255"/>
              <a:gd name="GluePoint5X" fmla="*/ 9765 w 19621"/>
              <a:gd name="GluePoint5Y" fmla="*/ 16688 h 20255"/>
              <a:gd name="GluePoint6X" fmla="*/ 973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84" name="任意多边形: 形状 57"/>
          <p:cNvSpPr>
            <a:spLocks noGrp="1"/>
          </p:cNvSpPr>
          <p:nvPr/>
        </p:nvSpPr>
        <p:spPr>
          <a:xfrm>
            <a:off x="1060308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85" name="任意多边形: 形状 58"/>
          <p:cNvSpPr>
            <a:spLocks noGrp="1"/>
          </p:cNvSpPr>
          <p:nvPr/>
        </p:nvSpPr>
        <p:spPr>
          <a:xfrm>
            <a:off x="1062540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86" name="任意多边形: 形状 59"/>
          <p:cNvSpPr>
            <a:spLocks noGrp="1"/>
          </p:cNvSpPr>
          <p:nvPr/>
        </p:nvSpPr>
        <p:spPr>
          <a:xfrm>
            <a:off x="10648440" y="6696360"/>
            <a:ext cx="47520" cy="32040"/>
          </a:xfrm>
          <a:custGeom>
            <a:avLst/>
            <a:gdLst>
              <a:gd name="textAreaLeft" fmla="*/ 0 w 47520"/>
              <a:gd name="textAreaRight" fmla="*/ 47880 w 47520"/>
              <a:gd name="textAreaTop" fmla="*/ 0 h 32040"/>
              <a:gd name="textAreaBottom" fmla="*/ 32400 h 32040"/>
              <a:gd name="GluePoint1X" fmla="*/ 5019 w 28751"/>
              <a:gd name="GluePoint1Y" fmla="*/ 0 h 19409"/>
              <a:gd name="GluePoint2X" fmla="*/ 7044 w 28751"/>
              <a:gd name="GluePoint2Y" fmla="*/ 8798 h 19409"/>
              <a:gd name="GluePoint3X" fmla="*/ 8284 w 28751"/>
              <a:gd name="GluePoint3Y" fmla="*/ 15086 h 19409"/>
              <a:gd name="GluePoint4X" fmla="*/ 8374 w 28751"/>
              <a:gd name="GluePoint4Y" fmla="*/ 15086 h 19409"/>
              <a:gd name="GluePoint5X" fmla="*/ 9947 w 28751"/>
              <a:gd name="GluePoint5Y" fmla="*/ 8858 h 19409"/>
              <a:gd name="GluePoint6X" fmla="*/ 12486 w 28751"/>
              <a:gd name="GluePoint6Y" fmla="*/ 30 h 19409"/>
              <a:gd name="GluePoint7X" fmla="*/ 16447 w 28751"/>
              <a:gd name="GluePoint7Y" fmla="*/ 30 h 19409"/>
              <a:gd name="GluePoint8X" fmla="*/ 18865 w 28751"/>
              <a:gd name="GluePoint8Y" fmla="*/ 8616 h 19409"/>
              <a:gd name="GluePoint9X" fmla="*/ 20407 w 28751"/>
              <a:gd name="GluePoint9Y" fmla="*/ 15086 h 19409"/>
              <a:gd name="GluePoint10X" fmla="*/ 20498 w 28751"/>
              <a:gd name="GluePoint10Y" fmla="*/ 15086 h 19409"/>
              <a:gd name="GluePoint11X" fmla="*/ 21798 w 28751"/>
              <a:gd name="GluePoint11Y" fmla="*/ 8616 h 19409"/>
              <a:gd name="GluePoint12X" fmla="*/ 23944 w 28751"/>
              <a:gd name="GluePoint12Y" fmla="*/ 30 h 19409"/>
              <a:gd name="GluePoint13X" fmla="*/ 28751 w 28751"/>
              <a:gd name="GluePoint13Y" fmla="*/ 30 h 19409"/>
              <a:gd name="GluePoint14X" fmla="*/ 22675 w 28751"/>
              <a:gd name="GluePoint14Y" fmla="*/ 19409 h 19409"/>
              <a:gd name="GluePoint15X" fmla="*/ 18109 w 28751"/>
              <a:gd name="GluePoint15Y" fmla="*/ 19409 h 19409"/>
              <a:gd name="GluePoint16X" fmla="*/ 15781 w 28751"/>
              <a:gd name="GluePoint16Y" fmla="*/ 11519 h 19409"/>
              <a:gd name="GluePoint17X" fmla="*/ 14330 w 28751"/>
              <a:gd name="GluePoint17Y" fmla="*/ 5321 h 19409"/>
              <a:gd name="GluePoint18X" fmla="*/ 14240 w 28751"/>
              <a:gd name="GluePoint18Y" fmla="*/ 5321 h 19409"/>
              <a:gd name="GluePoint19X" fmla="*/ 12758 w 28751"/>
              <a:gd name="GluePoint19Y" fmla="*/ 11519 h 19409"/>
              <a:gd name="GluePoint20X" fmla="*/ 10279 w 28751"/>
              <a:gd name="GluePoint20Y" fmla="*/ 19409 h 19409"/>
              <a:gd name="GluePoint21X" fmla="*/ 5714 w 28751"/>
              <a:gd name="GluePoint21Y" fmla="*/ 19409 h 19409"/>
              <a:gd name="GluePoint22X" fmla="*/ 0 w 28751"/>
              <a:gd name="GluePoint22Y" fmla="*/ 30 h 19409"/>
              <a:gd name="GluePoint23X" fmla="*/ 4988 w 28751"/>
              <a:gd name="GluePoint23Y" fmla="*/ 30 h 19409"/>
            </a:gdLst>
            <a:ahLst/>
            <a:cxnLst/>
            <a:rect l="textAreaLeft" t="textAreaTop" r="textAreaRight" b="textAreaBottom"/>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600" rIns="90000" bIns="-12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87" name="任意多边形: 形状 60"/>
          <p:cNvSpPr>
            <a:spLocks noGrp="1"/>
          </p:cNvSpPr>
          <p:nvPr/>
        </p:nvSpPr>
        <p:spPr>
          <a:xfrm>
            <a:off x="1069884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88 w 16688"/>
              <a:gd name="GluePoint2Y" fmla="*/ 14058 h 20255"/>
              <a:gd name="GluePoint3X" fmla="*/ 7649 w 16688"/>
              <a:gd name="GluePoint3Y" fmla="*/ 16719 h 20255"/>
              <a:gd name="GluePoint4X" fmla="*/ 4867 w 16688"/>
              <a:gd name="GluePoint4Y" fmla="*/ 13937 h 20255"/>
              <a:gd name="GluePoint5X" fmla="*/ 11609 w 16688"/>
              <a:gd name="GluePoint5Y" fmla="*/ 10309 h 20255"/>
              <a:gd name="GluePoint6X" fmla="*/ 1160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88" name="任意多边形: 形状 61"/>
          <p:cNvSpPr>
            <a:spLocks noGrp="1"/>
          </p:cNvSpPr>
          <p:nvPr/>
        </p:nvSpPr>
        <p:spPr>
          <a:xfrm>
            <a:off x="10734480" y="6695640"/>
            <a:ext cx="18000" cy="32760"/>
          </a:xfrm>
          <a:custGeom>
            <a:avLst/>
            <a:gdLst>
              <a:gd name="textAreaLeft" fmla="*/ 0 w 18000"/>
              <a:gd name="textAreaRight" fmla="*/ 18360 w 18000"/>
              <a:gd name="textAreaTop" fmla="*/ 0 h 32760"/>
              <a:gd name="textAreaBottom" fmla="*/ 33120 h 32760"/>
              <a:gd name="GluePoint1X" fmla="*/ 151 w 11004"/>
              <a:gd name="GluePoint1Y" fmla="*/ 6651 h 19832"/>
              <a:gd name="GluePoint2X" fmla="*/ 0 w 11004"/>
              <a:gd name="GluePoint2Y" fmla="*/ 423 h 19832"/>
              <a:gd name="GluePoint3X" fmla="*/ 4233 w 11004"/>
              <a:gd name="GluePoint3Y" fmla="*/ 423 h 19832"/>
              <a:gd name="GluePoint4X" fmla="*/ 4414 w 11004"/>
              <a:gd name="GluePoint4Y" fmla="*/ 4112 h 19832"/>
              <a:gd name="GluePoint5X" fmla="*/ 4535 w 11004"/>
              <a:gd name="GluePoint5Y" fmla="*/ 4112 h 19832"/>
              <a:gd name="GluePoint6X" fmla="*/ 9856 w 11004"/>
              <a:gd name="GluePoint6Y" fmla="*/ 0 h 19832"/>
              <a:gd name="GluePoint7X" fmla="*/ 11005 w 11004"/>
              <a:gd name="GluePoint7Y" fmla="*/ 121 h 19832"/>
              <a:gd name="GluePoint8X" fmla="*/ 11005 w 11004"/>
              <a:gd name="GluePoint8Y" fmla="*/ 4716 h 19832"/>
              <a:gd name="GluePoint9X" fmla="*/ 9584 w 11004"/>
              <a:gd name="GluePoint9Y" fmla="*/ 4595 h 19832"/>
              <a:gd name="GluePoint10X" fmla="*/ 5200 w 11004"/>
              <a:gd name="GluePoint10Y" fmla="*/ 8314 h 19832"/>
              <a:gd name="GluePoint11X" fmla="*/ 5079 w 11004"/>
              <a:gd name="GluePoint11Y" fmla="*/ 9795 h 19832"/>
              <a:gd name="GluePoint12X" fmla="*/ 5079 w 11004"/>
              <a:gd name="GluePoint12Y" fmla="*/ 19833 h 19832"/>
              <a:gd name="GluePoint13X" fmla="*/ 181 w 11004"/>
              <a:gd name="GluePoint13Y" fmla="*/ 19833 h 19832"/>
              <a:gd name="GluePoint14X" fmla="*/ 181 w 11004"/>
              <a:gd name="GluePoint14Y" fmla="*/ 6681 h 19832"/>
            </a:gdLst>
            <a:ahLst/>
            <a:cxnLst/>
            <a:rect l="textAreaLeft" t="textAreaTop" r="textAreaRight" b="textAreaBottom"/>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880" rIns="90000" bIns="-11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89" name="任意多边形: 形状 62"/>
          <p:cNvSpPr>
            <a:spLocks noGrp="1"/>
          </p:cNvSpPr>
          <p:nvPr/>
        </p:nvSpPr>
        <p:spPr>
          <a:xfrm>
            <a:off x="10755720" y="6695640"/>
            <a:ext cx="29160" cy="33120"/>
          </a:xfrm>
          <a:custGeom>
            <a:avLst/>
            <a:gdLst>
              <a:gd name="textAreaLeft" fmla="*/ 0 w 29160"/>
              <a:gd name="textAreaRight" fmla="*/ 29520 w 29160"/>
              <a:gd name="textAreaTop" fmla="*/ 0 h 33120"/>
              <a:gd name="textAreaBottom" fmla="*/ 33480 h 33120"/>
              <a:gd name="GluePoint1X" fmla="*/ 4686 w 17807"/>
              <a:gd name="GluePoint1Y" fmla="*/ 8072 h 20225"/>
              <a:gd name="GluePoint2X" fmla="*/ 9161 w 17807"/>
              <a:gd name="GluePoint2Y" fmla="*/ 3356 h 20225"/>
              <a:gd name="GluePoint3X" fmla="*/ 13212 w 17807"/>
              <a:gd name="GluePoint3Y" fmla="*/ 8072 h 20225"/>
              <a:gd name="GluePoint4X" fmla="*/ 468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90" name="任意多边形: 形状 63"/>
          <p:cNvSpPr>
            <a:spLocks noGrp="1"/>
          </p:cNvSpPr>
          <p:nvPr/>
        </p:nvSpPr>
        <p:spPr>
          <a:xfrm>
            <a:off x="10803600" y="6683400"/>
            <a:ext cx="34200" cy="45720"/>
          </a:xfrm>
          <a:custGeom>
            <a:avLst/>
            <a:gdLst>
              <a:gd name="textAreaLeft" fmla="*/ 0 w 34200"/>
              <a:gd name="textAreaRight" fmla="*/ 34560 w 34200"/>
              <a:gd name="textAreaTop" fmla="*/ 0 h 45720"/>
              <a:gd name="textAreaBottom" fmla="*/ 46080 h 45720"/>
              <a:gd name="GluePoint1X" fmla="*/ 20649 w 20860"/>
              <a:gd name="GluePoint1Y" fmla="*/ 26454 h 27662"/>
              <a:gd name="GluePoint2X" fmla="*/ 13695 w 20860"/>
              <a:gd name="GluePoint2Y" fmla="*/ 27663 h 27662"/>
              <a:gd name="GluePoint3X" fmla="*/ 0 w 20860"/>
              <a:gd name="GluePoint3Y" fmla="*/ 14149 h 27662"/>
              <a:gd name="GluePoint4X" fmla="*/ 14361 w 20860"/>
              <a:gd name="GluePoint4Y" fmla="*/ 0 h 27662"/>
              <a:gd name="GluePoint5X" fmla="*/ 20861 w 20860"/>
              <a:gd name="GluePoint5Y" fmla="*/ 1179 h 27662"/>
              <a:gd name="GluePoint6X" fmla="*/ 19802 w 20860"/>
              <a:gd name="GluePoint6Y" fmla="*/ 5079 h 27662"/>
              <a:gd name="GluePoint7X" fmla="*/ 14572 w 20860"/>
              <a:gd name="GluePoint7Y" fmla="*/ 4021 h 27662"/>
              <a:gd name="GluePoint8X" fmla="*/ 5170 w 20860"/>
              <a:gd name="GluePoint8Y" fmla="*/ 13877 h 27662"/>
              <a:gd name="GluePoint9X" fmla="*/ 14512 w 20860"/>
              <a:gd name="GluePoint9Y" fmla="*/ 23521 h 27662"/>
              <a:gd name="GluePoint10X" fmla="*/ 19863 w 20860"/>
              <a:gd name="GluePoint10Y" fmla="*/ 22554 h 27662"/>
              <a:gd name="GluePoint11X" fmla="*/ 20679 w 20860"/>
              <a:gd name="GluePoint11Y" fmla="*/ 26423 h 27662"/>
            </a:gdLst>
            <a:ahLst/>
            <a:cxnLst/>
            <a:rect l="textAreaLeft" t="textAreaTop" r="textAreaRight" b="textAreaBottom"/>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91" name="任意多边形: 形状 64"/>
          <p:cNvSpPr>
            <a:spLocks noGrp="1"/>
          </p:cNvSpPr>
          <p:nvPr/>
        </p:nvSpPr>
        <p:spPr>
          <a:xfrm>
            <a:off x="10844640" y="6681600"/>
            <a:ext cx="28800" cy="46800"/>
          </a:xfrm>
          <a:custGeom>
            <a:avLst/>
            <a:gdLst>
              <a:gd name="textAreaLeft" fmla="*/ 0 w 28800"/>
              <a:gd name="textAreaRight" fmla="*/ 29160 w 28800"/>
              <a:gd name="textAreaTop" fmla="*/ 0 h 46800"/>
              <a:gd name="textAreaBottom" fmla="*/ 47160 h 46800"/>
              <a:gd name="GluePoint1X" fmla="*/ 0 w 17535"/>
              <a:gd name="GluePoint1Y" fmla="*/ 30 h 28297"/>
              <a:gd name="GluePoint2X" fmla="*/ 4898 w 17535"/>
              <a:gd name="GluePoint2Y" fmla="*/ 30 h 28297"/>
              <a:gd name="GluePoint3X" fmla="*/ 4898 w 17535"/>
              <a:gd name="GluePoint3Y" fmla="*/ 11549 h 28297"/>
              <a:gd name="GluePoint4X" fmla="*/ 4988 w 17535"/>
              <a:gd name="GluePoint4Y" fmla="*/ 11549 h 28297"/>
              <a:gd name="GluePoint5X" fmla="*/ 7407 w 17535"/>
              <a:gd name="GluePoint5Y" fmla="*/ 9342 h 28297"/>
              <a:gd name="GluePoint6X" fmla="*/ 10763 w 17535"/>
              <a:gd name="GluePoint6Y" fmla="*/ 8465 h 28297"/>
              <a:gd name="GluePoint7X" fmla="*/ 17535 w 17535"/>
              <a:gd name="GluePoint7Y" fmla="*/ 16870 h 28297"/>
              <a:gd name="GluePoint8X" fmla="*/ 17535 w 17535"/>
              <a:gd name="GluePoint8Y" fmla="*/ 28298 h 28297"/>
              <a:gd name="GluePoint9X" fmla="*/ 12637 w 17535"/>
              <a:gd name="GluePoint9Y" fmla="*/ 28298 h 28297"/>
              <a:gd name="GluePoint10X" fmla="*/ 12637 w 17535"/>
              <a:gd name="GluePoint10Y" fmla="*/ 17414 h 28297"/>
              <a:gd name="GluePoint11X" fmla="*/ 8919 w 17535"/>
              <a:gd name="GluePoint11Y" fmla="*/ 12456 h 28297"/>
              <a:gd name="GluePoint12X" fmla="*/ 5140 w 17535"/>
              <a:gd name="GluePoint12Y" fmla="*/ 15207 h 28297"/>
              <a:gd name="GluePoint13X" fmla="*/ 4928 w 17535"/>
              <a:gd name="GluePoint13Y" fmla="*/ 16688 h 28297"/>
              <a:gd name="GluePoint14X" fmla="*/ 4928 w 17535"/>
              <a:gd name="GluePoint14Y" fmla="*/ 28268 h 28297"/>
              <a:gd name="GluePoint15X" fmla="*/ 30 w 17535"/>
              <a:gd name="GluePoint15Y" fmla="*/ 28268 h 28297"/>
              <a:gd name="GluePoint16X" fmla="*/ 30 w 17535"/>
              <a:gd name="GluePoint16Y" fmla="*/ 0 h 28297"/>
            </a:gdLst>
            <a:ahLst/>
            <a:cxnLst/>
            <a:rect l="textAreaLeft" t="textAreaTop" r="textAreaRight" b="textAreaBottom"/>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160" rIns="90000" bIns="2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92" name="任意多边形: 形状 65"/>
          <p:cNvSpPr>
            <a:spLocks noGrp="1"/>
          </p:cNvSpPr>
          <p:nvPr/>
        </p:nvSpPr>
        <p:spPr>
          <a:xfrm>
            <a:off x="1088172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93" name="任意多边形: 形状 66"/>
          <p:cNvSpPr>
            <a:spLocks noGrp="1"/>
          </p:cNvSpPr>
          <p:nvPr/>
        </p:nvSpPr>
        <p:spPr>
          <a:xfrm>
            <a:off x="108990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109 w 17716"/>
              <a:gd name="GluePoint13Y" fmla="*/ 8405 h 19802"/>
              <a:gd name="GluePoint14X" fmla="*/ 5109 w 17716"/>
              <a:gd name="GluePoint14Y" fmla="*/ 19802 h 19802"/>
              <a:gd name="GluePoint15X" fmla="*/ 212 w 17716"/>
              <a:gd name="GluePoint15Y" fmla="*/ 19802 h 19802"/>
              <a:gd name="GluePoint16X" fmla="*/ 212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94" name="任意多边形: 形状 67"/>
          <p:cNvSpPr>
            <a:spLocks noGrp="1"/>
          </p:cNvSpPr>
          <p:nvPr/>
        </p:nvSpPr>
        <p:spPr>
          <a:xfrm>
            <a:off x="109350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61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95" name="任意多边形: 形状 68"/>
          <p:cNvSpPr>
            <a:spLocks noGrp="1"/>
          </p:cNvSpPr>
          <p:nvPr/>
        </p:nvSpPr>
        <p:spPr>
          <a:xfrm>
            <a:off x="10969200" y="6695640"/>
            <a:ext cx="22680" cy="33120"/>
          </a:xfrm>
          <a:custGeom>
            <a:avLst/>
            <a:gdLst>
              <a:gd name="textAreaLeft" fmla="*/ 0 w 22680"/>
              <a:gd name="textAreaRight" fmla="*/ 23040 w 22680"/>
              <a:gd name="textAreaTop" fmla="*/ 0 h 33120"/>
              <a:gd name="textAreaBottom" fmla="*/ 33480 h 33120"/>
              <a:gd name="GluePoint1X" fmla="*/ 998 w 13755"/>
              <a:gd name="GluePoint1Y" fmla="*/ 15298 h 20225"/>
              <a:gd name="GluePoint2X" fmla="*/ 5926 w 13755"/>
              <a:gd name="GluePoint2Y" fmla="*/ 16719 h 20225"/>
              <a:gd name="GluePoint3X" fmla="*/ 9040 w 13755"/>
              <a:gd name="GluePoint3Y" fmla="*/ 14542 h 20225"/>
              <a:gd name="GluePoint4X" fmla="*/ 5865 w 13755"/>
              <a:gd name="GluePoint4Y" fmla="*/ 11700 h 20225"/>
              <a:gd name="GluePoint5X" fmla="*/ 514 w 13755"/>
              <a:gd name="GluePoint5Y" fmla="*/ 6047 h 20225"/>
              <a:gd name="GluePoint6X" fmla="*/ 7860 w 13755"/>
              <a:gd name="GluePoint6Y" fmla="*/ 0 h 20225"/>
              <a:gd name="GluePoint7X" fmla="*/ 13000 w 13755"/>
              <a:gd name="GluePoint7Y" fmla="*/ 1149 h 20225"/>
              <a:gd name="GluePoint8X" fmla="*/ 12033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96" name="任意多边形: 形状 69"/>
          <p:cNvSpPr>
            <a:spLocks noGrp="1"/>
          </p:cNvSpPr>
          <p:nvPr/>
        </p:nvSpPr>
        <p:spPr>
          <a:xfrm>
            <a:off x="1099692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97" name="任意多边形: 形状 70"/>
          <p:cNvSpPr>
            <a:spLocks noGrp="1"/>
          </p:cNvSpPr>
          <p:nvPr/>
        </p:nvSpPr>
        <p:spPr>
          <a:xfrm>
            <a:off x="11043720" y="6684120"/>
            <a:ext cx="38880" cy="44280"/>
          </a:xfrm>
          <a:custGeom>
            <a:avLst/>
            <a:gdLst>
              <a:gd name="textAreaLeft" fmla="*/ 0 w 38880"/>
              <a:gd name="textAreaRight" fmla="*/ 39240 w 38880"/>
              <a:gd name="textAreaTop" fmla="*/ 0 h 44280"/>
              <a:gd name="textAreaBottom" fmla="*/ 44640 h 44280"/>
              <a:gd name="GluePoint1X" fmla="*/ 8163 w 23551"/>
              <a:gd name="GluePoint1Y" fmla="*/ 15509 h 26816"/>
              <a:gd name="GluePoint2X" fmla="*/ 10249 w 23551"/>
              <a:gd name="GluePoint2Y" fmla="*/ 8888 h 26816"/>
              <a:gd name="GluePoint3X" fmla="*/ 11519 w 23551"/>
              <a:gd name="GluePoint3Y" fmla="*/ 3870 h 26816"/>
              <a:gd name="GluePoint4X" fmla="*/ 11609 w 23551"/>
              <a:gd name="GluePoint4Y" fmla="*/ 3870 h 26816"/>
              <a:gd name="GluePoint5X" fmla="*/ 12970 w 23551"/>
              <a:gd name="GluePoint5Y" fmla="*/ 8919 h 26816"/>
              <a:gd name="GluePoint6X" fmla="*/ 15086 w 23551"/>
              <a:gd name="GluePoint6Y" fmla="*/ 15509 h 26816"/>
              <a:gd name="GluePoint7X" fmla="*/ 8163 w 23551"/>
              <a:gd name="GluePoint7Y" fmla="*/ 15509 h 26816"/>
              <a:gd name="GluePoint8X" fmla="*/ 15872 w 23551"/>
              <a:gd name="GluePoint8Y" fmla="*/ 19228 h 26816"/>
              <a:gd name="GluePoint9X" fmla="*/ 18291 w 23551"/>
              <a:gd name="GluePoint9Y" fmla="*/ 26816 h 26816"/>
              <a:gd name="GluePoint10X" fmla="*/ 23551 w 23551"/>
              <a:gd name="GluePoint10Y" fmla="*/ 26816 h 26816"/>
              <a:gd name="GluePoint11X" fmla="*/ 14844 w 23551"/>
              <a:gd name="GluePoint11Y" fmla="*/ 0 h 26816"/>
              <a:gd name="GluePoint12X" fmla="*/ 8616 w 23551"/>
              <a:gd name="GluePoint12Y" fmla="*/ 0 h 26816"/>
              <a:gd name="GluePoint13X" fmla="*/ 0 w 23551"/>
              <a:gd name="GluePoint13Y" fmla="*/ 26816 h 26816"/>
              <a:gd name="GluePoint14X" fmla="*/ 5079 w 23551"/>
              <a:gd name="GluePoint14Y" fmla="*/ 26816 h 26816"/>
              <a:gd name="GluePoint15X" fmla="*/ 7377 w 23551"/>
              <a:gd name="GluePoint15Y" fmla="*/ 19228 h 26816"/>
              <a:gd name="GluePoint16X" fmla="*/ 15902 w 23551"/>
              <a:gd name="GluePoint16Y" fmla="*/ 19228 h 26816"/>
            </a:gdLst>
            <a:ahLst/>
            <a:cxnLst/>
            <a:rect l="textAreaLeft" t="textAreaTop" r="textAreaRight" b="textAreaBottom"/>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98" name="任意多边形: 形状 71"/>
          <p:cNvSpPr>
            <a:spLocks noGrp="1"/>
          </p:cNvSpPr>
          <p:nvPr/>
        </p:nvSpPr>
        <p:spPr>
          <a:xfrm>
            <a:off x="1108584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884 w 15479"/>
              <a:gd name="GluePoint7Y" fmla="*/ 3809 h 20225"/>
              <a:gd name="GluePoint8X" fmla="*/ 4958 w 15479"/>
              <a:gd name="GluePoint8Y" fmla="*/ 10098 h 20225"/>
              <a:gd name="GluePoint9X" fmla="*/ 1091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699" name="任意多边形: 形状 72"/>
          <p:cNvSpPr>
            <a:spLocks noGrp="1"/>
          </p:cNvSpPr>
          <p:nvPr/>
        </p:nvSpPr>
        <p:spPr>
          <a:xfrm>
            <a:off x="1111536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58 w 16688"/>
              <a:gd name="GluePoint2Y" fmla="*/ 14058 h 20255"/>
              <a:gd name="GluePoint3X" fmla="*/ 7619 w 16688"/>
              <a:gd name="GluePoint3Y" fmla="*/ 16719 h 20255"/>
              <a:gd name="GluePoint4X" fmla="*/ 4807 w 16688"/>
              <a:gd name="GluePoint4Y" fmla="*/ 13937 h 20255"/>
              <a:gd name="GluePoint5X" fmla="*/ 11579 w 16688"/>
              <a:gd name="GluePoint5Y" fmla="*/ 10309 h 20255"/>
              <a:gd name="GluePoint6X" fmla="*/ 1157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00" name="任意多边形: 形状 73"/>
          <p:cNvSpPr>
            <a:spLocks noGrp="1"/>
          </p:cNvSpPr>
          <p:nvPr/>
        </p:nvSpPr>
        <p:spPr>
          <a:xfrm>
            <a:off x="11149200" y="6681600"/>
            <a:ext cx="31680" cy="47520"/>
          </a:xfrm>
          <a:custGeom>
            <a:avLst/>
            <a:gdLst>
              <a:gd name="textAreaLeft" fmla="*/ 0 w 31680"/>
              <a:gd name="textAreaRight" fmla="*/ 32040 w 31680"/>
              <a:gd name="textAreaTop" fmla="*/ 0 h 47520"/>
              <a:gd name="textAreaBottom" fmla="*/ 47880 h 47520"/>
              <a:gd name="GluePoint1X" fmla="*/ 14179 w 19228"/>
              <a:gd name="GluePoint1Y" fmla="*/ 19863 h 28690"/>
              <a:gd name="GluePoint2X" fmla="*/ 14028 w 19228"/>
              <a:gd name="GluePoint2Y" fmla="*/ 21284 h 28690"/>
              <a:gd name="GluePoint3X" fmla="*/ 9796 w 19228"/>
              <a:gd name="GluePoint3Y" fmla="*/ 24761 h 28690"/>
              <a:gd name="GluePoint4X" fmla="*/ 4958 w 19228"/>
              <a:gd name="GluePoint4Y" fmla="*/ 18593 h 28690"/>
              <a:gd name="GluePoint5X" fmla="*/ 9856 w 19228"/>
              <a:gd name="GluePoint5Y" fmla="*/ 12214 h 28690"/>
              <a:gd name="GluePoint6X" fmla="*/ 14058 w 19228"/>
              <a:gd name="GluePoint6Y" fmla="*/ 15661 h 28690"/>
              <a:gd name="GluePoint7X" fmla="*/ 14179 w 19228"/>
              <a:gd name="GluePoint7Y" fmla="*/ 16930 h 28690"/>
              <a:gd name="GluePoint8X" fmla="*/ 14179 w 19228"/>
              <a:gd name="GluePoint8Y" fmla="*/ 19833 h 28690"/>
              <a:gd name="GluePoint9X" fmla="*/ 14179 w 19228"/>
              <a:gd name="GluePoint9Y" fmla="*/ 0 h 28690"/>
              <a:gd name="GluePoint10X" fmla="*/ 14179 w 19228"/>
              <a:gd name="GluePoint10Y" fmla="*/ 10974 h 28690"/>
              <a:gd name="GluePoint11X" fmla="*/ 14089 w 19228"/>
              <a:gd name="GluePoint11Y" fmla="*/ 10974 h 28690"/>
              <a:gd name="GluePoint12X" fmla="*/ 8677 w 19228"/>
              <a:gd name="GluePoint12Y" fmla="*/ 8465 h 28690"/>
              <a:gd name="GluePoint13X" fmla="*/ 0 w 19228"/>
              <a:gd name="GluePoint13Y" fmla="*/ 18805 h 28690"/>
              <a:gd name="GluePoint14X" fmla="*/ 8284 w 19228"/>
              <a:gd name="GluePoint14Y" fmla="*/ 28691 h 28690"/>
              <a:gd name="GluePoint15X" fmla="*/ 14572 w 19228"/>
              <a:gd name="GluePoint15Y" fmla="*/ 25184 h 28690"/>
              <a:gd name="GluePoint16X" fmla="*/ 14663 w 19228"/>
              <a:gd name="GluePoint16Y" fmla="*/ 25184 h 28690"/>
              <a:gd name="GluePoint17X" fmla="*/ 14875 w 19228"/>
              <a:gd name="GluePoint17Y" fmla="*/ 28268 h 28690"/>
              <a:gd name="GluePoint18X" fmla="*/ 19228 w 19228"/>
              <a:gd name="GluePoint18Y" fmla="*/ 28268 h 28690"/>
              <a:gd name="GluePoint19X" fmla="*/ 19077 w 19228"/>
              <a:gd name="GluePoint19Y" fmla="*/ 22826 h 28690"/>
              <a:gd name="GluePoint20X" fmla="*/ 19077 w 19228"/>
              <a:gd name="GluePoint20Y" fmla="*/ 0 h 28690"/>
              <a:gd name="GluePoint21X" fmla="*/ 14179 w 19228"/>
              <a:gd name="GluePoint21Y" fmla="*/ 0 h 28690"/>
            </a:gdLst>
            <a:ahLst/>
            <a:cxnLst/>
            <a:rect l="textAreaLeft" t="textAreaTop" r="textAreaRight" b="textAreaBottom"/>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01" name="任意多边形: 形状 74"/>
          <p:cNvSpPr>
            <a:spLocks noGrp="1"/>
          </p:cNvSpPr>
          <p:nvPr/>
        </p:nvSpPr>
        <p:spPr>
          <a:xfrm>
            <a:off x="11187720" y="6695640"/>
            <a:ext cx="29160" cy="33120"/>
          </a:xfrm>
          <a:custGeom>
            <a:avLst/>
            <a:gdLst>
              <a:gd name="textAreaLeft" fmla="*/ 0 w 29160"/>
              <a:gd name="textAreaRight" fmla="*/ 29520 w 29160"/>
              <a:gd name="textAreaTop" fmla="*/ 0 h 33120"/>
              <a:gd name="textAreaBottom" fmla="*/ 33480 h 33120"/>
              <a:gd name="GluePoint1X" fmla="*/ 4686 w 17837"/>
              <a:gd name="GluePoint1Y" fmla="*/ 8072 h 20225"/>
              <a:gd name="GluePoint2X" fmla="*/ 9161 w 17837"/>
              <a:gd name="GluePoint2Y" fmla="*/ 3356 h 20225"/>
              <a:gd name="GluePoint3X" fmla="*/ 13212 w 17837"/>
              <a:gd name="GluePoint3Y" fmla="*/ 8072 h 20225"/>
              <a:gd name="GluePoint4X" fmla="*/ 4686 w 17837"/>
              <a:gd name="GluePoint4Y" fmla="*/ 8072 h 20225"/>
              <a:gd name="GluePoint5X" fmla="*/ 17656 w 17837"/>
              <a:gd name="GluePoint5Y" fmla="*/ 11488 h 20225"/>
              <a:gd name="GluePoint6X" fmla="*/ 17837 w 17837"/>
              <a:gd name="GluePoint6Y" fmla="*/ 9433 h 20225"/>
              <a:gd name="GluePoint7X" fmla="*/ 9493 w 17837"/>
              <a:gd name="GluePoint7Y" fmla="*/ 0 h 20225"/>
              <a:gd name="GluePoint8X" fmla="*/ 0 w 17837"/>
              <a:gd name="GluePoint8Y" fmla="*/ 10400 h 20225"/>
              <a:gd name="GluePoint9X" fmla="*/ 9977 w 17837"/>
              <a:gd name="GluePoint9Y" fmla="*/ 20226 h 20225"/>
              <a:gd name="GluePoint10X" fmla="*/ 16749 w 17837"/>
              <a:gd name="GluePoint10Y" fmla="*/ 18986 h 20225"/>
              <a:gd name="GluePoint11X" fmla="*/ 16023 w 17837"/>
              <a:gd name="GluePoint11Y" fmla="*/ 15600 h 20225"/>
              <a:gd name="GluePoint12X" fmla="*/ 10672 w 17837"/>
              <a:gd name="GluePoint12Y" fmla="*/ 16507 h 20225"/>
              <a:gd name="GluePoint13X" fmla="*/ 4686 w 17837"/>
              <a:gd name="GluePoint13Y" fmla="*/ 11458 h 20225"/>
              <a:gd name="GluePoint14X" fmla="*/ 17656 w 17837"/>
              <a:gd name="GluePoint14Y" fmla="*/ 11458 h 20225"/>
            </a:gdLst>
            <a:ahLst/>
            <a:cxnLst/>
            <a:rect l="textAreaLeft" t="textAreaTop" r="textAreaRight" b="textAreaBottom"/>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02" name="任意多边形: 形状 75"/>
          <p:cNvSpPr>
            <a:spLocks noGrp="1"/>
          </p:cNvSpPr>
          <p:nvPr/>
        </p:nvSpPr>
        <p:spPr>
          <a:xfrm>
            <a:off x="11223720" y="6695640"/>
            <a:ext cx="47520" cy="32400"/>
          </a:xfrm>
          <a:custGeom>
            <a:avLst/>
            <a:gdLst>
              <a:gd name="textAreaLeft" fmla="*/ 0 w 47520"/>
              <a:gd name="textAreaRight" fmla="*/ 47880 w 47520"/>
              <a:gd name="textAreaTop" fmla="*/ 0 h 32400"/>
              <a:gd name="textAreaBottom" fmla="*/ 32760 h 32400"/>
              <a:gd name="GluePoint1X" fmla="*/ 151 w 28721"/>
              <a:gd name="GluePoint1Y" fmla="*/ 6258 h 19802"/>
              <a:gd name="GluePoint2X" fmla="*/ 0 w 28721"/>
              <a:gd name="GluePoint2Y" fmla="*/ 484 h 19802"/>
              <a:gd name="GluePoint3X" fmla="*/ 4172 w 28721"/>
              <a:gd name="GluePoint3Y" fmla="*/ 484 h 19802"/>
              <a:gd name="GluePoint4X" fmla="*/ 4384 w 28721"/>
              <a:gd name="GluePoint4Y" fmla="*/ 3326 h 19802"/>
              <a:gd name="GluePoint5X" fmla="*/ 4505 w 28721"/>
              <a:gd name="GluePoint5Y" fmla="*/ 3326 h 19802"/>
              <a:gd name="GluePoint6X" fmla="*/ 10461 w 28721"/>
              <a:gd name="GluePoint6Y" fmla="*/ 30 h 19802"/>
              <a:gd name="GluePoint7X" fmla="*/ 15842 w 28721"/>
              <a:gd name="GluePoint7Y" fmla="*/ 3598 h 19802"/>
              <a:gd name="GluePoint8X" fmla="*/ 15933 w 28721"/>
              <a:gd name="GluePoint8Y" fmla="*/ 3598 h 19802"/>
              <a:gd name="GluePoint9X" fmla="*/ 18321 w 28721"/>
              <a:gd name="GluePoint9Y" fmla="*/ 1149 h 19802"/>
              <a:gd name="GluePoint10X" fmla="*/ 22251 w 28721"/>
              <a:gd name="GluePoint10Y" fmla="*/ 0 h 19802"/>
              <a:gd name="GluePoint11X" fmla="*/ 28721 w 28721"/>
              <a:gd name="GluePoint11Y" fmla="*/ 8405 h 19802"/>
              <a:gd name="GluePoint12X" fmla="*/ 28721 w 28721"/>
              <a:gd name="GluePoint12Y" fmla="*/ 19802 h 19802"/>
              <a:gd name="GluePoint13X" fmla="*/ 23944 w 28721"/>
              <a:gd name="GluePoint13Y" fmla="*/ 19802 h 19802"/>
              <a:gd name="GluePoint14X" fmla="*/ 23944 w 28721"/>
              <a:gd name="GluePoint14Y" fmla="*/ 9070 h 19802"/>
              <a:gd name="GluePoint15X" fmla="*/ 20498 w 28721"/>
              <a:gd name="GluePoint15Y" fmla="*/ 3960 h 19802"/>
              <a:gd name="GluePoint16X" fmla="*/ 17112 w 28721"/>
              <a:gd name="GluePoint16Y" fmla="*/ 6530 h 19802"/>
              <a:gd name="GluePoint17X" fmla="*/ 16870 w 28721"/>
              <a:gd name="GluePoint17Y" fmla="*/ 8163 h 19802"/>
              <a:gd name="GluePoint18X" fmla="*/ 16870 w 28721"/>
              <a:gd name="GluePoint18Y" fmla="*/ 19802 h 19802"/>
              <a:gd name="GluePoint19X" fmla="*/ 12093 w 28721"/>
              <a:gd name="GluePoint19Y" fmla="*/ 19802 h 19802"/>
              <a:gd name="GluePoint20X" fmla="*/ 12093 w 28721"/>
              <a:gd name="GluePoint20Y" fmla="*/ 8586 h 19802"/>
              <a:gd name="GluePoint21X" fmla="*/ 8767 w 28721"/>
              <a:gd name="GluePoint21Y" fmla="*/ 3960 h 19802"/>
              <a:gd name="GluePoint22X" fmla="*/ 5230 w 28721"/>
              <a:gd name="GluePoint22Y" fmla="*/ 6742 h 19802"/>
              <a:gd name="GluePoint23X" fmla="*/ 4988 w 28721"/>
              <a:gd name="GluePoint23Y" fmla="*/ 8344 h 19802"/>
              <a:gd name="GluePoint24X" fmla="*/ 4988 w 28721"/>
              <a:gd name="GluePoint24Y" fmla="*/ 19802 h 19802"/>
              <a:gd name="GluePoint25X" fmla="*/ 212 w 28721"/>
              <a:gd name="GluePoint25Y" fmla="*/ 19802 h 19802"/>
              <a:gd name="GluePoint26X" fmla="*/ 212 w 28721"/>
              <a:gd name="GluePoint26Y" fmla="*/ 6198 h 19802"/>
            </a:gdLst>
            <a:ahLst/>
            <a:cxnLst/>
            <a:rect l="textAreaLeft" t="textAreaTop" r="textAreaRight" b="textAreaBottom"/>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03" name="任意多边形: 形状 76"/>
          <p:cNvSpPr>
            <a:spLocks noGrp="1"/>
          </p:cNvSpPr>
          <p:nvPr/>
        </p:nvSpPr>
        <p:spPr>
          <a:xfrm>
            <a:off x="11275200" y="6696360"/>
            <a:ext cx="32040" cy="46440"/>
          </a:xfrm>
          <a:custGeom>
            <a:avLst/>
            <a:gdLst>
              <a:gd name="textAreaLeft" fmla="*/ 0 w 32040"/>
              <a:gd name="textAreaRight" fmla="*/ 32400 w 32040"/>
              <a:gd name="textAreaTop" fmla="*/ 0 h 46440"/>
              <a:gd name="textAreaBottom" fmla="*/ 46800 h 46440"/>
              <a:gd name="GluePoint1X" fmla="*/ 5381 w 19379"/>
              <a:gd name="GluePoint1Y" fmla="*/ 30 h 28146"/>
              <a:gd name="GluePoint2X" fmla="*/ 8858 w 19379"/>
              <a:gd name="GluePoint2Y" fmla="*/ 10400 h 28146"/>
              <a:gd name="GluePoint3X" fmla="*/ 9947 w 19379"/>
              <a:gd name="GluePoint3Y" fmla="*/ 14149 h 28146"/>
              <a:gd name="GluePoint4X" fmla="*/ 10068 w 19379"/>
              <a:gd name="GluePoint4Y" fmla="*/ 14149 h 28146"/>
              <a:gd name="GluePoint5X" fmla="*/ 11095 w 19379"/>
              <a:gd name="GluePoint5Y" fmla="*/ 10340 h 28146"/>
              <a:gd name="GluePoint6X" fmla="*/ 14149 w 19379"/>
              <a:gd name="GluePoint6Y" fmla="*/ 0 h 28146"/>
              <a:gd name="GluePoint7X" fmla="*/ 19379 w 19379"/>
              <a:gd name="GluePoint7Y" fmla="*/ 0 h 28146"/>
              <a:gd name="GluePoint8X" fmla="*/ 14542 w 19379"/>
              <a:gd name="GluePoint8Y" fmla="*/ 13212 h 28146"/>
              <a:gd name="GluePoint9X" fmla="*/ 7800 w 19379"/>
              <a:gd name="GluePoint9Y" fmla="*/ 25668 h 28146"/>
              <a:gd name="GluePoint10X" fmla="*/ 2660 w 19379"/>
              <a:gd name="GluePoint10Y" fmla="*/ 28147 h 28146"/>
              <a:gd name="GluePoint11X" fmla="*/ 1542 w 19379"/>
              <a:gd name="GluePoint11Y" fmla="*/ 24035 h 28146"/>
              <a:gd name="GluePoint12X" fmla="*/ 4384 w 19379"/>
              <a:gd name="GluePoint12Y" fmla="*/ 22705 h 28146"/>
              <a:gd name="GluePoint13X" fmla="*/ 7074 w 19379"/>
              <a:gd name="GluePoint13Y" fmla="*/ 19621 h 28146"/>
              <a:gd name="GluePoint14X" fmla="*/ 7377 w 19379"/>
              <a:gd name="GluePoint14Y" fmla="*/ 18775 h 28146"/>
              <a:gd name="GluePoint15X" fmla="*/ 7105 w 19379"/>
              <a:gd name="GluePoint15Y" fmla="*/ 17807 h 28146"/>
              <a:gd name="GluePoint16X" fmla="*/ 0 w 19379"/>
              <a:gd name="GluePoint16Y" fmla="*/ 30 h 28146"/>
              <a:gd name="GluePoint17X" fmla="*/ 5412 w 19379"/>
              <a:gd name="GluePoint17Y" fmla="*/ 30 h 28146"/>
            </a:gdLst>
            <a:ahLst/>
            <a:cxnLst/>
            <a:rect l="textAreaLeft" t="textAreaTop" r="textAreaRight" b="textAreaBottom"/>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04" name="任意多边形: 形状 77"/>
          <p:cNvSpPr>
            <a:spLocks noGrp="1"/>
          </p:cNvSpPr>
          <p:nvPr/>
        </p:nvSpPr>
        <p:spPr>
          <a:xfrm>
            <a:off x="1132380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05" name="任意多边形: 形状 78"/>
          <p:cNvSpPr>
            <a:spLocks noGrp="1"/>
          </p:cNvSpPr>
          <p:nvPr/>
        </p:nvSpPr>
        <p:spPr>
          <a:xfrm>
            <a:off x="1135944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06" name="任意多边形: 形状 79"/>
          <p:cNvSpPr>
            <a:spLocks noGrp="1"/>
          </p:cNvSpPr>
          <p:nvPr/>
        </p:nvSpPr>
        <p:spPr>
          <a:xfrm>
            <a:off x="1139616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326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07" name="任意多边形: 形状 80"/>
          <p:cNvSpPr>
            <a:spLocks noGrp="1"/>
          </p:cNvSpPr>
          <p:nvPr/>
        </p:nvSpPr>
        <p:spPr>
          <a:xfrm>
            <a:off x="1143000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914 w 15479"/>
              <a:gd name="GluePoint7Y" fmla="*/ 3809 h 20225"/>
              <a:gd name="GluePoint8X" fmla="*/ 4988 w 15479"/>
              <a:gd name="GluePoint8Y" fmla="*/ 10098 h 20225"/>
              <a:gd name="GluePoint9X" fmla="*/ 1094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08" name="任意多边形: 形状 81"/>
          <p:cNvSpPr>
            <a:spLocks noGrp="1"/>
          </p:cNvSpPr>
          <p:nvPr/>
        </p:nvSpPr>
        <p:spPr>
          <a:xfrm>
            <a:off x="11461320" y="6682320"/>
            <a:ext cx="9360" cy="46080"/>
          </a:xfrm>
          <a:custGeom>
            <a:avLst/>
            <a:gdLst>
              <a:gd name="textAreaLeft" fmla="*/ 0 w 9360"/>
              <a:gd name="textAreaRight" fmla="*/ 9720 w 9360"/>
              <a:gd name="textAreaTop" fmla="*/ 0 h 46080"/>
              <a:gd name="textAreaBottom" fmla="*/ 46440 h 46080"/>
              <a:gd name="GluePoint1X" fmla="*/ 454 w 5774"/>
              <a:gd name="GluePoint1Y" fmla="*/ 27935 h 27935"/>
              <a:gd name="GluePoint2X" fmla="*/ 454 w 5774"/>
              <a:gd name="GluePoint2Y" fmla="*/ 8556 h 27935"/>
              <a:gd name="GluePoint3X" fmla="*/ 5351 w 5774"/>
              <a:gd name="GluePoint3Y" fmla="*/ 8556 h 27935"/>
              <a:gd name="GluePoint4X" fmla="*/ 5351 w 5774"/>
              <a:gd name="GluePoint4Y" fmla="*/ 27935 h 27935"/>
              <a:gd name="GluePoint5X" fmla="*/ 454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12 w 5774"/>
              <a:gd name="GluePoint11Y" fmla="*/ 5593 h 27935"/>
            </a:gdLst>
            <a:ahLst/>
            <a:cxnLst/>
            <a:rect l="textAreaLeft" t="textAreaTop" r="textAreaRight" b="textAreaBottom"/>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09" name="任意多边形: 形状 82"/>
          <p:cNvSpPr>
            <a:spLocks noGrp="1"/>
          </p:cNvSpPr>
          <p:nvPr/>
        </p:nvSpPr>
        <p:spPr>
          <a:xfrm>
            <a:off x="114768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10" name="任意多边形: 形状 83"/>
          <p:cNvSpPr>
            <a:spLocks noGrp="1"/>
          </p:cNvSpPr>
          <p:nvPr/>
        </p:nvSpPr>
        <p:spPr>
          <a:xfrm>
            <a:off x="115128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11" name="任意多边形: 形状 84"/>
          <p:cNvSpPr>
            <a:spLocks noGrp="1"/>
          </p:cNvSpPr>
          <p:nvPr/>
        </p:nvSpPr>
        <p:spPr>
          <a:xfrm>
            <a:off x="11548800" y="6695640"/>
            <a:ext cx="25560" cy="33120"/>
          </a:xfrm>
          <a:custGeom>
            <a:avLst/>
            <a:gdLst>
              <a:gd name="textAreaLeft" fmla="*/ 0 w 25560"/>
              <a:gd name="textAreaRight" fmla="*/ 25920 w 25560"/>
              <a:gd name="textAreaTop" fmla="*/ 0 h 33120"/>
              <a:gd name="textAreaBottom" fmla="*/ 33480 h 33120"/>
              <a:gd name="GluePoint1X" fmla="*/ 15449 w 15509"/>
              <a:gd name="GluePoint1Y" fmla="*/ 19228 h 20225"/>
              <a:gd name="GluePoint2X" fmla="*/ 9977 w 15509"/>
              <a:gd name="GluePoint2Y" fmla="*/ 20226 h 20225"/>
              <a:gd name="GluePoint3X" fmla="*/ 0 w 15509"/>
              <a:gd name="GluePoint3Y" fmla="*/ 10309 h 20225"/>
              <a:gd name="GluePoint4X" fmla="*/ 10763 w 15509"/>
              <a:gd name="GluePoint4Y" fmla="*/ 0 h 20225"/>
              <a:gd name="GluePoint5X" fmla="*/ 15509 w 15509"/>
              <a:gd name="GluePoint5Y" fmla="*/ 877 h 20225"/>
              <a:gd name="GluePoint6X" fmla="*/ 14633 w 15509"/>
              <a:gd name="GluePoint6Y" fmla="*/ 4565 h 20225"/>
              <a:gd name="GluePoint7X" fmla="*/ 10944 w 15509"/>
              <a:gd name="GluePoint7Y" fmla="*/ 3809 h 20225"/>
              <a:gd name="GluePoint8X" fmla="*/ 5019 w 15509"/>
              <a:gd name="GluePoint8Y" fmla="*/ 10098 h 20225"/>
              <a:gd name="GluePoint9X" fmla="*/ 10975 w 15509"/>
              <a:gd name="GluePoint9Y" fmla="*/ 16356 h 20225"/>
              <a:gd name="GluePoint10X" fmla="*/ 14814 w 15509"/>
              <a:gd name="GluePoint10Y" fmla="*/ 15600 h 20225"/>
              <a:gd name="GluePoint11X" fmla="*/ 15479 w 15509"/>
              <a:gd name="GluePoint11Y" fmla="*/ 19228 h 20225"/>
            </a:gdLst>
            <a:ahLst/>
            <a:cxnLst/>
            <a:rect l="textAreaLeft" t="textAreaTop" r="textAreaRight" b="textAreaBottom"/>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12" name="任意多边形: 形状 85"/>
          <p:cNvSpPr>
            <a:spLocks noGrp="1"/>
          </p:cNvSpPr>
          <p:nvPr/>
        </p:nvSpPr>
        <p:spPr>
          <a:xfrm>
            <a:off x="1157796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2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13" name="任意多边形: 形状 86"/>
          <p:cNvSpPr>
            <a:spLocks noGrp="1"/>
          </p:cNvSpPr>
          <p:nvPr/>
        </p:nvSpPr>
        <p:spPr>
          <a:xfrm>
            <a:off x="11612160" y="6695640"/>
            <a:ext cx="22680" cy="33120"/>
          </a:xfrm>
          <a:custGeom>
            <a:avLst/>
            <a:gdLst>
              <a:gd name="textAreaLeft" fmla="*/ 0 w 22680"/>
              <a:gd name="textAreaRight" fmla="*/ 23040 w 22680"/>
              <a:gd name="textAreaTop" fmla="*/ 0 h 33120"/>
              <a:gd name="textAreaBottom" fmla="*/ 33480 h 33120"/>
              <a:gd name="GluePoint1X" fmla="*/ 93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15" name="任意多边形: 形状 13"/>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716" name="任意多边形: 形状 94"/>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717" name="任意多边形: 形状 122"/>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718" name="任意多边形: 形状 123"/>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719" name="任意多边形: 形状 124"/>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721" name="任意多边形: 形状 126"/>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722" name="任意多边形: 形状 127"/>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723" name="任意多边形: 形状 128"/>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724" name="任意多边形: 形状 129"/>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725" name="任意多边形: 形状 130"/>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726" name="任意多边形: 形状 132"/>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727" name="TextBox 8"/>
          <p:cNvSpPr>
            <a:spLocks noGrp="1"/>
          </p:cNvSpPr>
          <p:nvPr/>
        </p:nvSpPr>
        <p:spPr>
          <a:xfrm>
            <a:off x="499680" y="6525720"/>
            <a:ext cx="1873800" cy="216360"/>
          </a:xfrm>
          <a:custGeom>
            <a:avLst/>
            <a:gdLst>
              <a:gd name="textAreaLeft" fmla="*/ 0 w 1873800"/>
              <a:gd name="textAreaRight" fmla="*/ 1874160 w 1873800"/>
              <a:gd name="textAreaTop" fmla="*/ 0 h 216360"/>
              <a:gd name="textAreaBottom" fmla="*/ 216720 h 216360"/>
            </a:gdLst>
            <a:ahLst/>
            <a:cxnLst/>
            <a:rect l="textAreaLeft" t="textAreaTop" r="textAreaRight" b="textAreaBottom"/>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lt1"/>
              </a:solidFill>
              <a:latin typeface="钟齐志莽行书"/>
              <a:ea typeface="钟齐志莽行书"/>
              <a:cs typeface="钟齐志莽行书"/>
            </a:endParaRPr>
          </a:p>
        </p:txBody>
      </p:sp>
      <p:sp>
        <p:nvSpPr>
          <p:cNvPr id="728" name="矩形: 对角圆角 4"/>
          <p:cNvSpPr>
            <a:spLocks noGrp="1"/>
          </p:cNvSpPr>
          <p:nvPr/>
        </p:nvSpPr>
        <p:spPr>
          <a:xfrm>
            <a:off x="696240" y="1257120"/>
            <a:ext cx="11078640" cy="4993200"/>
          </a:xfrm>
          <a:prstGeom prst="round2DiagRect">
            <a:avLst>
              <a:gd name="adj1" fmla="val 6951"/>
              <a:gd name="adj2" fmla="val 0"/>
            </a:avLst>
          </a:prstGeom>
          <a:solidFill>
            <a:schemeClr val="accent1">
              <a:lumMod val="780"/>
              <a:lumOff val="99210"/>
              <a:alpha val="78000"/>
            </a:schemeClr>
          </a:solidFill>
          <a:ln w="9525">
            <a:solidFill>
              <a:srgbClr val="ED6F00">
                <a:lumMod val="71875"/>
                <a:lumOff val="28125"/>
              </a:srgbClr>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微软雅黑"/>
              <a:ea typeface="微软雅黑"/>
              <a:cs typeface="微软雅黑"/>
            </a:endParaRPr>
          </a:p>
        </p:txBody>
      </p:sp>
      <p:sp>
        <p:nvSpPr>
          <p:cNvPr id="729" name="矩形: 对角圆角 18"/>
          <p:cNvSpPr>
            <a:spLocks noGrp="1"/>
          </p:cNvSpPr>
          <p:nvPr/>
        </p:nvSpPr>
        <p:spPr>
          <a:xfrm>
            <a:off x="646200" y="1257120"/>
            <a:ext cx="4119480" cy="520920"/>
          </a:xfrm>
          <a:prstGeom prst="round2DiagRect">
            <a:avLst>
              <a:gd name="adj1" fmla="val 50000"/>
              <a:gd name="adj2" fmla="val 0"/>
            </a:avLst>
          </a:prstGeom>
          <a:gradFill rotWithShape="0">
            <a:gsLst>
              <a:gs pos="25000">
                <a:srgbClr val="ED6F00"/>
              </a:gs>
              <a:gs pos="100000">
                <a:srgbClr val="FF871C"/>
              </a:gs>
            </a:gsLst>
            <a:path path="circle">
              <a:fillToRect l="100000" t="100000"/>
            </a:path>
          </a:gradFill>
          <a:ln>
            <a:noFill/>
          </a:ln>
          <a:effectLst>
            <a:outerShdw blurRad="101520" dist="38160" dir="5400000" algn="t" rotWithShape="0">
              <a:srgbClr val="000000">
                <a:alpha val="14000"/>
              </a:srgbClr>
            </a:outerShdw>
          </a:effectLst>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600" b="0" u="none" spc="130">
              <a:solidFill>
                <a:schemeClr val="lt1"/>
              </a:solidFill>
              <a:latin typeface="微软雅黑"/>
              <a:ea typeface="微软雅黑"/>
              <a:cs typeface="微软雅黑"/>
            </a:endParaRPr>
          </a:p>
        </p:txBody>
      </p:sp>
      <p:pic>
        <p:nvPicPr>
          <p:cNvPr id="826" name="图形 20"/>
          <p:cNvPicPr>
            <a:picLocks noChangeAspect="1"/>
          </p:cNvPicPr>
          <p:nvPr/>
        </p:nvPicPr>
        <p:blipFill>
          <a:blip r:embed="rId3"/>
          <a:stretch>
            <a:fillRect/>
          </a:stretch>
        </p:blipFill>
        <p:spPr>
          <a:xfrm>
            <a:off x="787320" y="1369800"/>
            <a:ext cx="311400" cy="295560"/>
          </a:xfrm>
          <a:prstGeom prst="rect">
            <a:avLst/>
          </a:prstGeom>
          <a:ln w="0">
            <a:noFill/>
          </a:ln>
        </p:spPr>
      </p:pic>
      <p:sp>
        <p:nvSpPr>
          <p:cNvPr id="731" name="PlaceHolder 2"/>
          <p:cNvSpPr>
            <a:spLocks noGrp="1"/>
          </p:cNvSpPr>
          <p:nvPr>
            <p:ph type="body" idx="10" hasCustomPrompt="1"/>
          </p:nvPr>
        </p:nvSpPr>
        <p:spPr>
          <a:xfrm>
            <a:off x="4924800" y="2048400"/>
            <a:ext cx="2782440" cy="3855240"/>
          </a:xfrm>
          <a:prstGeom prst="rect">
            <a:avLst/>
          </a:prstGeom>
          <a:noFill/>
          <a:ln w="3240">
            <a:solidFill>
              <a:schemeClr val="lt1">
                <a:lumMod val="85000"/>
                <a:alpha val="54000"/>
              </a:schemeClr>
            </a:solidFill>
          </a:ln>
        </p:spPr>
        <p:txBody>
          <a:bodyPr lIns="90000" tIns="45000" rIns="90000" bIns="45000" anchor="t">
            <a:noAutofit/>
          </a:bodyPr>
          <a:lstStyle>
            <a:lvl1pPr indent="0" algn="l" defTabSz="914400">
              <a:lnSpc>
                <a:spcPct val="100000"/>
              </a:lnSpc>
              <a:buNone/>
              <a:tabLst>
                <a:tab pos="0" algn="l"/>
              </a:tabLst>
              <a:defRPr sz="1800" b="0" u="none">
                <a:solidFill>
                  <a:schemeClr val="dk1"/>
                </a:solidFill>
                <a:latin typeface="微软雅黑"/>
                <a:ea typeface="微软雅黑"/>
                <a:cs typeface="微软雅黑"/>
              </a:defRPr>
            </a:lvl1pPr>
          </a:lstStyle>
          <a:p>
            <a:pPr indent="0" algn="l" defTabSz="914400">
              <a:lnSpc>
                <a:spcPct val="100000"/>
              </a:lnSpc>
              <a:buNone/>
              <a:tabLst>
                <a:tab pos="0" algn="l"/>
              </a:tabLst>
            </a:pPr>
            <a:r>
              <a:rPr sz="1800" b="0" u="none">
                <a:solidFill>
                  <a:schemeClr val="dk1"/>
                </a:solidFill>
                <a:latin typeface="微软雅黑"/>
                <a:ea typeface="微软雅黑"/>
                <a:cs typeface="微软雅黑"/>
              </a:rPr>
              <a:t>点击插入图片</a:t>
            </a:r>
            <a:endParaRPr sz="1800" b="0" u="none">
              <a:solidFill>
                <a:schemeClr val="dk1"/>
              </a:solidFill>
              <a:latin typeface="微软雅黑"/>
              <a:ea typeface="微软雅黑"/>
              <a:cs typeface="微软雅黑"/>
            </a:endParaRPr>
          </a:p>
        </p:txBody>
      </p:sp>
      <p:sp>
        <p:nvSpPr>
          <p:cNvPr id="732" name="文本框 90"/>
          <p:cNvSpPr>
            <a:spLocks noGrp="1"/>
          </p:cNvSpPr>
          <p:nvPr/>
        </p:nvSpPr>
        <p:spPr>
          <a:xfrm>
            <a:off x="1208520" y="1328760"/>
            <a:ext cx="1174320" cy="369000"/>
          </a:xfrm>
          <a:prstGeom prst="rect">
            <a:avLst/>
          </a:prstGeom>
          <a:noFill/>
          <a:ln w="0">
            <a:noFill/>
          </a:ln>
        </p:spPr>
        <p:style>
          <a:lnRef idx="0">
            <a:srgbClr val="FFFFFF"/>
          </a:lnRef>
          <a:fillRef idx="0">
            <a:srgbClr val="FFFFFF"/>
          </a:fillRef>
          <a:effectRef idx="0">
            <a:srgbClr val="FFFFFF"/>
          </a:effectRef>
          <a:fontRef idx="minor"/>
        </p:style>
        <p:txBody>
          <a:bodyPr wrap="none" anchor="ctr">
            <a:spAutoFit/>
          </a:bodyPr>
          <a:lstStyle/>
          <a:p>
            <a:pPr algn="just" defTabSz="914400">
              <a:lnSpc>
                <a:spcPct val="100000"/>
              </a:lnSpc>
              <a:buNone/>
            </a:pPr>
            <a:endParaRPr sz="1800" b="0" u="none">
              <a:solidFill>
                <a:srgbClr val="000000"/>
              </a:solidFill>
              <a:latin typeface="Arial" panose="020B0604020202090204"/>
              <a:ea typeface="Arial" panose="020B0604020202090204"/>
              <a:cs typeface="Arial" panose="020B0604020202090204"/>
            </a:endParaRPr>
          </a:p>
        </p:txBody>
      </p:sp>
      <p:sp>
        <p:nvSpPr>
          <p:cNvPr id="733" name="文本框 91"/>
          <p:cNvSpPr>
            <a:spLocks noGrp="1"/>
          </p:cNvSpPr>
          <p:nvPr/>
        </p:nvSpPr>
        <p:spPr>
          <a:xfrm>
            <a:off x="1003680" y="1965960"/>
            <a:ext cx="1293480" cy="436680"/>
          </a:xfrm>
          <a:prstGeom prst="rect">
            <a:avLst/>
          </a:prstGeom>
          <a:noFill/>
          <a:ln w="0">
            <a:noFill/>
          </a:ln>
        </p:spPr>
        <p:style>
          <a:lnRef idx="0">
            <a:srgbClr val="FFFFFF"/>
          </a:lnRef>
          <a:fillRef idx="0">
            <a:srgbClr val="FFFFFF"/>
          </a:fillRef>
          <a:effectRef idx="0">
            <a:srgbClr val="FFFFFF"/>
          </a:effectRef>
          <a:fontRef idx="minor"/>
        </p:style>
        <p:txBody>
          <a:bodyPr wrap="none" anchor="t">
            <a:spAutoFit/>
          </a:bodyPr>
          <a:lstStyle/>
          <a:p>
            <a:pPr defTabSz="914400">
              <a:lnSpc>
                <a:spcPct val="140000"/>
              </a:lnSpc>
              <a:spcBef>
                <a:spcPts val="600"/>
              </a:spcBef>
              <a:buNone/>
            </a:pPr>
            <a:endParaRPr sz="1600" b="0" u="none">
              <a:solidFill>
                <a:srgbClr val="000000"/>
              </a:solidFill>
              <a:latin typeface="Arial" panose="020B0604020202090204"/>
              <a:ea typeface="Arial" panose="020B0604020202090204"/>
              <a:cs typeface="Arial" panose="020B0604020202090204"/>
            </a:endParaRPr>
          </a:p>
        </p:txBody>
      </p:sp>
      <p:sp>
        <p:nvSpPr>
          <p:cNvPr id="734" name="文本框 92"/>
          <p:cNvSpPr>
            <a:spLocks noGrp="1"/>
          </p:cNvSpPr>
          <p:nvPr/>
        </p:nvSpPr>
        <p:spPr>
          <a:xfrm>
            <a:off x="979200" y="2482200"/>
            <a:ext cx="3552480" cy="33768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lstStyle/>
          <a:p>
            <a:pPr algn="just" defTabSz="914400">
              <a:lnSpc>
                <a:spcPct val="140000"/>
              </a:lnSpc>
              <a:spcAft>
                <a:spcPts val="1200"/>
              </a:spcAft>
              <a:buNone/>
              <a:tabLst>
                <a:tab pos="0" algn="l"/>
              </a:tabLst>
            </a:pPr>
            <a:endParaRPr sz="1400" b="0" u="none">
              <a:solidFill>
                <a:srgbClr val="000000"/>
              </a:solidFill>
              <a:latin typeface="Arial" panose="020B0604020202090204"/>
              <a:ea typeface="Arial" panose="020B0604020202090204"/>
              <a:cs typeface="Arial" panose="020B060402020209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内容页12">
    <p:bg>
      <p:bgPr>
        <a:solidFill>
          <a:srgbClr val="FFFFFF"/>
        </a:solidFill>
        <a:effectLst/>
      </p:bgPr>
    </p:bg>
    <p:spTree>
      <p:nvGrpSpPr>
        <p:cNvPr id="1" name=""/>
        <p:cNvGrpSpPr/>
        <p:nvPr/>
      </p:nvGrpSpPr>
      <p:grpSpPr/>
      <p:pic>
        <p:nvPicPr>
          <p:cNvPr id="840"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737"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738"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739"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740"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741"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743"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744"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745"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746"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747"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748"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852" name="图片 2"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751" name="Freeform 1031"/>
          <p:cNvSpPr>
            <a:spLocks noGrp="1"/>
          </p:cNvSpPr>
          <p:nvPr/>
        </p:nvSpPr>
        <p:spPr>
          <a:xfrm>
            <a:off x="511560" y="415080"/>
            <a:ext cx="295920" cy="387360"/>
          </a:xfrm>
          <a:custGeom>
            <a:avLst/>
            <a:gdLst>
              <a:gd name="textAreaLeft" fmla="*/ 0 w 295920"/>
              <a:gd name="textAreaRight" fmla="*/ 296280 w 295920"/>
              <a:gd name="textAreaTop" fmla="*/ 0 h 387360"/>
              <a:gd name="textAreaBottom" fmla="*/ 387720 h 387360"/>
              <a:gd name="GluePoint1X" fmla="*/ 162 w 539"/>
              <a:gd name="GluePoint1Y" fmla="*/ 705 h 705"/>
              <a:gd name="GluePoint2X" fmla="*/ 0 w 539"/>
              <a:gd name="GluePoint2Y" fmla="*/ 705 h 705"/>
              <a:gd name="GluePoint3X" fmla="*/ 375 w 539"/>
              <a:gd name="GluePoint3Y" fmla="*/ 0 h 705"/>
              <a:gd name="GluePoint4X" fmla="*/ 539 w 539"/>
              <a:gd name="GluePoint4Y" fmla="*/ 0 h 705"/>
              <a:gd name="GluePoint5X" fmla="*/ 162 w 539"/>
              <a:gd name="GluePoint5Y" fmla="*/ 705 h 705"/>
            </a:gdLst>
            <a:ahLst/>
            <a:cxnLst/>
            <a:rect l="textAreaLeft" t="textAreaTop" r="textAreaRight" b="textAreaBottom"/>
            <a:pathLst>
              <a:path w="539" h="705">
                <a:moveTo>
                  <a:pt x="162" y="705"/>
                </a:moveTo>
                <a:lnTo>
                  <a:pt x="0" y="705"/>
                </a:lnTo>
                <a:lnTo>
                  <a:pt x="375" y="0"/>
                </a:lnTo>
                <a:lnTo>
                  <a:pt x="539" y="0"/>
                </a:lnTo>
                <a:lnTo>
                  <a:pt x="162" y="705"/>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752" name="Freeform 1034"/>
          <p:cNvSpPr>
            <a:spLocks noGrp="1"/>
          </p:cNvSpPr>
          <p:nvPr/>
        </p:nvSpPr>
        <p:spPr>
          <a:xfrm>
            <a:off x="435600" y="456840"/>
            <a:ext cx="185400" cy="242640"/>
          </a:xfrm>
          <a:custGeom>
            <a:avLst/>
            <a:gdLst>
              <a:gd name="textAreaLeft" fmla="*/ 0 w 185400"/>
              <a:gd name="textAreaRight" fmla="*/ 185760 w 185400"/>
              <a:gd name="textAreaTop" fmla="*/ 0 h 242640"/>
              <a:gd name="textAreaBottom" fmla="*/ 243000 h 242640"/>
              <a:gd name="GluePoint1X" fmla="*/ 102 w 338"/>
              <a:gd name="GluePoint1Y" fmla="*/ 442 h 442"/>
              <a:gd name="GluePoint2X" fmla="*/ 0 w 338"/>
              <a:gd name="GluePoint2Y" fmla="*/ 442 h 442"/>
              <a:gd name="GluePoint3X" fmla="*/ 235 w 338"/>
              <a:gd name="GluePoint3Y" fmla="*/ 0 h 442"/>
              <a:gd name="GluePoint4X" fmla="*/ 338 w 338"/>
              <a:gd name="GluePoint4Y" fmla="*/ 0 h 442"/>
              <a:gd name="GluePoint5X" fmla="*/ 102 w 338"/>
              <a:gd name="GluePoint5Y" fmla="*/ 442 h 442"/>
            </a:gdLst>
            <a:ahLst/>
            <a:cxnLst/>
            <a:rect l="textAreaLeft" t="textAreaTop" r="textAreaRight" b="textAreaBottom"/>
            <a:pathLst>
              <a:path w="338" h="442">
                <a:moveTo>
                  <a:pt x="102" y="442"/>
                </a:moveTo>
                <a:lnTo>
                  <a:pt x="0" y="442"/>
                </a:lnTo>
                <a:lnTo>
                  <a:pt x="235" y="0"/>
                </a:lnTo>
                <a:lnTo>
                  <a:pt x="338" y="0"/>
                </a:lnTo>
                <a:lnTo>
                  <a:pt x="102" y="442"/>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753" name="Freeform 1032"/>
          <p:cNvSpPr>
            <a:spLocks noGrp="1"/>
          </p:cNvSpPr>
          <p:nvPr/>
        </p:nvSpPr>
        <p:spPr>
          <a:xfrm>
            <a:off x="696240" y="572400"/>
            <a:ext cx="185400" cy="243360"/>
          </a:xfrm>
          <a:custGeom>
            <a:avLst/>
            <a:gdLst>
              <a:gd name="textAreaLeft" fmla="*/ 0 w 185400"/>
              <a:gd name="textAreaRight" fmla="*/ 185760 w 185400"/>
              <a:gd name="textAreaTop" fmla="*/ 0 h 243360"/>
              <a:gd name="textAreaBottom" fmla="*/ 243720 h 243360"/>
              <a:gd name="GluePoint1X" fmla="*/ 102 w 338"/>
              <a:gd name="GluePoint1Y" fmla="*/ 443 h 443"/>
              <a:gd name="GluePoint2X" fmla="*/ 0 w 338"/>
              <a:gd name="GluePoint2Y" fmla="*/ 443 h 443"/>
              <a:gd name="GluePoint3X" fmla="*/ 235 w 338"/>
              <a:gd name="GluePoint3Y" fmla="*/ 0 h 443"/>
              <a:gd name="GluePoint4X" fmla="*/ 338 w 338"/>
              <a:gd name="GluePoint4Y" fmla="*/ 0 h 443"/>
              <a:gd name="GluePoint5X" fmla="*/ 102 w 338"/>
              <a:gd name="GluePoint5Y" fmla="*/ 443 h 443"/>
            </a:gdLst>
            <a:ahLst/>
            <a:cxnLst/>
            <a:rect l="textAreaLeft" t="textAreaTop" r="textAreaRight" b="textAreaBottom"/>
            <a:pathLst>
              <a:path w="338" h="443">
                <a:moveTo>
                  <a:pt x="102" y="443"/>
                </a:moveTo>
                <a:lnTo>
                  <a:pt x="0" y="443"/>
                </a:lnTo>
                <a:lnTo>
                  <a:pt x="235" y="0"/>
                </a:lnTo>
                <a:lnTo>
                  <a:pt x="338" y="0"/>
                </a:lnTo>
                <a:lnTo>
                  <a:pt x="102" y="443"/>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754" name="Freeform 1033"/>
          <p:cNvSpPr>
            <a:spLocks noGrp="1"/>
          </p:cNvSpPr>
          <p:nvPr/>
        </p:nvSpPr>
        <p:spPr>
          <a:xfrm>
            <a:off x="543960" y="318960"/>
            <a:ext cx="185400" cy="242640"/>
          </a:xfrm>
          <a:custGeom>
            <a:avLst/>
            <a:gdLst>
              <a:gd name="textAreaLeft" fmla="*/ 0 w 185400"/>
              <a:gd name="textAreaRight" fmla="*/ 185760 w 185400"/>
              <a:gd name="textAreaTop" fmla="*/ 0 h 242640"/>
              <a:gd name="textAreaBottom" fmla="*/ 243000 h 242640"/>
              <a:gd name="GluePoint1X" fmla="*/ 103 w 338"/>
              <a:gd name="GluePoint1Y" fmla="*/ 442 h 442"/>
              <a:gd name="GluePoint2X" fmla="*/ 0 w 338"/>
              <a:gd name="GluePoint2Y" fmla="*/ 442 h 442"/>
              <a:gd name="GluePoint3X" fmla="*/ 236 w 338"/>
              <a:gd name="GluePoint3Y" fmla="*/ 0 h 442"/>
              <a:gd name="GluePoint4X" fmla="*/ 338 w 338"/>
              <a:gd name="GluePoint4Y" fmla="*/ 0 h 442"/>
              <a:gd name="GluePoint5X" fmla="*/ 103 w 338"/>
              <a:gd name="GluePoint5Y" fmla="*/ 442 h 442"/>
            </a:gdLst>
            <a:ahLst/>
            <a:cxnLst/>
            <a:rect l="textAreaLeft" t="textAreaTop" r="textAreaRight" b="textAreaBottom"/>
            <a:pathLst>
              <a:path w="338" h="442">
                <a:moveTo>
                  <a:pt x="103" y="442"/>
                </a:moveTo>
                <a:lnTo>
                  <a:pt x="0" y="442"/>
                </a:lnTo>
                <a:lnTo>
                  <a:pt x="236" y="0"/>
                </a:lnTo>
                <a:lnTo>
                  <a:pt x="338" y="0"/>
                </a:lnTo>
                <a:lnTo>
                  <a:pt x="103" y="442"/>
                </a:lnTo>
                <a:close/>
              </a:path>
            </a:pathLst>
          </a:custGeom>
          <a:solidFill>
            <a:schemeClr val="accent1">
              <a:alpha val="73000"/>
            </a:schemeClr>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755" name="Freeform 1029"/>
          <p:cNvSpPr>
            <a:spLocks noGrp="1"/>
          </p:cNvSpPr>
          <p:nvPr/>
        </p:nvSpPr>
        <p:spPr>
          <a:xfrm>
            <a:off x="595440" y="327240"/>
            <a:ext cx="5800320" cy="440280"/>
          </a:xfrm>
          <a:prstGeom prst="parallelogram">
            <a:avLst>
              <a:gd name="adj" fmla="val 53329"/>
            </a:avLst>
          </a:prstGeom>
          <a:gradFill rotWithShape="0">
            <a:gsLst>
              <a:gs pos="0">
                <a:srgbClr val="ED6F00">
                  <a:alpha val="9000"/>
                </a:srgbClr>
              </a:gs>
              <a:gs pos="100000">
                <a:srgbClr val="ED6F00">
                  <a:alpha val="0"/>
                </a:srgbClr>
              </a:gs>
            </a:gsLst>
            <a:lin ang="2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756" name="Freeform 1030"/>
          <p:cNvSpPr>
            <a:spLocks noGrp="1"/>
          </p:cNvSpPr>
          <p:nvPr/>
        </p:nvSpPr>
        <p:spPr>
          <a:xfrm>
            <a:off x="585360" y="327240"/>
            <a:ext cx="336600" cy="440280"/>
          </a:xfrm>
          <a:custGeom>
            <a:avLst/>
            <a:gdLst>
              <a:gd name="textAreaLeft" fmla="*/ 0 w 336600"/>
              <a:gd name="textAreaRight" fmla="*/ 336960 w 336600"/>
              <a:gd name="textAreaTop" fmla="*/ 0 h 440280"/>
              <a:gd name="textAreaBottom" fmla="*/ 440640 h 440280"/>
              <a:gd name="GluePoint1X" fmla="*/ 161 w 539"/>
              <a:gd name="GluePoint1Y" fmla="*/ 705 h 705"/>
              <a:gd name="GluePoint2X" fmla="*/ 0 w 539"/>
              <a:gd name="GluePoint2Y" fmla="*/ 705 h 705"/>
              <a:gd name="GluePoint3X" fmla="*/ 377 w 539"/>
              <a:gd name="GluePoint3Y" fmla="*/ 0 h 705"/>
              <a:gd name="GluePoint4X" fmla="*/ 539 w 539"/>
              <a:gd name="GluePoint4Y" fmla="*/ 0 h 705"/>
              <a:gd name="GluePoint5X" fmla="*/ 161 w 539"/>
              <a:gd name="GluePoint5Y" fmla="*/ 705 h 705"/>
            </a:gdLst>
            <a:ahLst/>
            <a:cxnLst/>
            <a:rect l="textAreaLeft" t="textAreaTop" r="textAreaRight" b="textAreaBottom"/>
            <a:pathLst>
              <a:path w="539" h="705">
                <a:moveTo>
                  <a:pt x="161" y="705"/>
                </a:moveTo>
                <a:lnTo>
                  <a:pt x="0" y="705"/>
                </a:lnTo>
                <a:lnTo>
                  <a:pt x="377" y="0"/>
                </a:lnTo>
                <a:lnTo>
                  <a:pt x="539" y="0"/>
                </a:lnTo>
                <a:lnTo>
                  <a:pt x="161" y="705"/>
                </a:lnTo>
                <a:close/>
              </a:path>
            </a:pathLst>
          </a:custGeom>
          <a:gradFill rotWithShape="0">
            <a:gsLst>
              <a:gs pos="26000">
                <a:srgbClr val="ED6F00"/>
              </a:gs>
              <a:gs pos="100000">
                <a:srgbClr val="FFA85B"/>
              </a:gs>
            </a:gsLst>
            <a:lin ang="162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757" name="PlaceHolder 1"/>
          <p:cNvSpPr>
            <a:spLocks noGrp="1"/>
          </p:cNvSpPr>
          <p:nvPr>
            <p:ph type="title"/>
          </p:nvPr>
        </p:nvSpPr>
        <p:spPr>
          <a:xfrm>
            <a:off x="1003680" y="364320"/>
            <a:ext cx="6845040" cy="369000"/>
          </a:xfrm>
          <a:prstGeom prst="rect">
            <a:avLst/>
          </a:prstGeom>
          <a:noFill/>
          <a:ln w="0">
            <a:noFill/>
          </a:ln>
        </p:spPr>
        <p:txBody>
          <a:bodyPr lIns="90000" tIns="45000" rIns="90000" bIns="45000" anchor="t">
            <a:normAutofit fontScale="85000" lnSpcReduction="9999"/>
          </a:bodyPr>
          <a:lstStyle>
            <a:lvl1pPr indent="0" algn="l" defTabSz="914400">
              <a:lnSpc>
                <a:spcPct val="100000"/>
              </a:lnSpc>
              <a:buNone/>
              <a:tabLst>
                <a:tab pos="0" algn="l"/>
              </a:tabLst>
              <a:defRPr sz="2400" b="1" u="none" spc="99">
                <a:solidFill>
                  <a:schemeClr val="accent1"/>
                </a:solidFill>
                <a:latin typeface="思源黑体 CN Bold"/>
                <a:ea typeface="思源黑体 CN Bold"/>
                <a:cs typeface="思源黑体 CN Bold"/>
              </a:defRPr>
            </a:lvl1pPr>
          </a:lstStyle>
          <a:p>
            <a:pPr indent="0" algn="l" defTabSz="914400">
              <a:lnSpc>
                <a:spcPct val="100000"/>
              </a:lnSpc>
              <a:buNone/>
              <a:tabLst>
                <a:tab pos="0" algn="l"/>
              </a:tabLst>
            </a:pPr>
            <a:r>
              <a:rPr sz="2400" b="1" u="none" spc="99">
                <a:solidFill>
                  <a:schemeClr val="accent1"/>
                </a:solidFill>
                <a:latin typeface="思源黑体 CN Bold"/>
                <a:ea typeface="思源黑体 CN Bold"/>
                <a:cs typeface="思源黑体 CN Bold"/>
              </a:rPr>
              <a:t>单击此处编辑母版标题样式</a:t>
            </a:r>
            <a:endParaRPr sz="2400" b="1" u="none" spc="99">
              <a:solidFill>
                <a:schemeClr val="accent1"/>
              </a:solidFill>
              <a:latin typeface="思源黑体 CN Bold"/>
              <a:ea typeface="思源黑体 CN Bold"/>
              <a:cs typeface="思源黑体 CN Bold"/>
            </a:endParaRPr>
          </a:p>
        </p:txBody>
      </p:sp>
      <p:sp>
        <p:nvSpPr>
          <p:cNvPr id="758" name="任意多边形: 形状 9"/>
          <p:cNvSpPr>
            <a:spLocks noGrp="1"/>
          </p:cNvSpPr>
          <p:nvPr/>
        </p:nvSpPr>
        <p:spPr>
          <a:xfrm>
            <a:off x="0" y="6427800"/>
            <a:ext cx="12191760" cy="429840"/>
          </a:xfrm>
          <a:custGeom>
            <a:avLst/>
            <a:gdLst>
              <a:gd name="textAreaLeft" fmla="*/ 0 w 12191760"/>
              <a:gd name="textAreaRight" fmla="*/ 12192120 w 12191760"/>
              <a:gd name="textAreaTop" fmla="*/ 0 h 429840"/>
              <a:gd name="textAreaBottom" fmla="*/ 430200 h 429840"/>
              <a:gd name="GluePoint1X" fmla="*/ 0 w 12192000"/>
              <a:gd name="GluePoint1Y" fmla="*/ 0 h 381000"/>
              <a:gd name="GluePoint2X" fmla="*/ 12192000 w 12192000"/>
              <a:gd name="GluePoint2Y" fmla="*/ 0 h 381000"/>
              <a:gd name="GluePoint3X" fmla="*/ 12192000 w 12192000"/>
              <a:gd name="GluePoint3Y" fmla="*/ 381000 h 381000"/>
              <a:gd name="GluePoint4X" fmla="*/ 0 w 12192000"/>
              <a:gd name="GluePoint4Y" fmla="*/ 381000 h 381000"/>
            </a:gdLst>
            <a:ahLst/>
            <a:cxnLst/>
            <a:rect l="textAreaLeft" t="textAreaTop" r="textAreaRight" b="textAreaBottom"/>
            <a:pathLst>
              <a:path w="12192000" h="381000">
                <a:moveTo>
                  <a:pt x="0" y="0"/>
                </a:moveTo>
                <a:lnTo>
                  <a:pt x="12192000" y="0"/>
                </a:lnTo>
                <a:lnTo>
                  <a:pt x="12192000" y="381000"/>
                </a:lnTo>
                <a:lnTo>
                  <a:pt x="0" y="381000"/>
                </a:lnTo>
                <a:close/>
              </a:path>
            </a:pathLst>
          </a:custGeom>
          <a:solidFill>
            <a:srgbClr val="ED6F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761" name="任意多边形: 形状 33"/>
          <p:cNvSpPr>
            <a:spLocks noGrp="1"/>
          </p:cNvSpPr>
          <p:nvPr/>
        </p:nvSpPr>
        <p:spPr>
          <a:xfrm>
            <a:off x="10206000" y="6556680"/>
            <a:ext cx="88200" cy="100800"/>
          </a:xfrm>
          <a:custGeom>
            <a:avLst/>
            <a:gdLst>
              <a:gd name="textAreaLeft" fmla="*/ 0 w 88200"/>
              <a:gd name="textAreaRight" fmla="*/ 88560 w 88200"/>
              <a:gd name="textAreaTop" fmla="*/ 0 h 100800"/>
              <a:gd name="textAreaBottom" fmla="*/ 101160 h 100800"/>
              <a:gd name="GluePoint1X" fmla="*/ 21465 w 53300"/>
              <a:gd name="GluePoint1Y" fmla="*/ 19954 h 60737"/>
              <a:gd name="GluePoint2X" fmla="*/ 21465 w 53300"/>
              <a:gd name="GluePoint2Y" fmla="*/ 31321 h 60737"/>
              <a:gd name="GluePoint3X" fmla="*/ 8798 w 53300"/>
              <a:gd name="GluePoint3Y" fmla="*/ 31321 h 60737"/>
              <a:gd name="GluePoint4X" fmla="*/ 8798 w 53300"/>
              <a:gd name="GluePoint4Y" fmla="*/ 19954 h 60737"/>
              <a:gd name="GluePoint5X" fmla="*/ 21465 w 53300"/>
              <a:gd name="GluePoint5Y" fmla="*/ 19954 h 60737"/>
              <a:gd name="GluePoint6X" fmla="*/ 8798 w 53300"/>
              <a:gd name="GluePoint6Y" fmla="*/ 42961 h 60737"/>
              <a:gd name="GluePoint7X" fmla="*/ 8798 w 53300"/>
              <a:gd name="GluePoint7Y" fmla="*/ 38305 h 60737"/>
              <a:gd name="GluePoint8X" fmla="*/ 21465 w 53300"/>
              <a:gd name="GluePoint8Y" fmla="*/ 38305 h 60737"/>
              <a:gd name="GluePoint9X" fmla="*/ 21465 w 53300"/>
              <a:gd name="GluePoint9Y" fmla="*/ 60738 h 60737"/>
              <a:gd name="GluePoint10X" fmla="*/ 30777 w 53300"/>
              <a:gd name="GluePoint10Y" fmla="*/ 60738 h 60737"/>
              <a:gd name="GluePoint11X" fmla="*/ 30777 w 53300"/>
              <a:gd name="GluePoint11Y" fmla="*/ 38305 h 60737"/>
              <a:gd name="GluePoint12X" fmla="*/ 43717 w 53300"/>
              <a:gd name="GluePoint12Y" fmla="*/ 38305 h 60737"/>
              <a:gd name="GluePoint13X" fmla="*/ 43717 w 53300"/>
              <a:gd name="GluePoint13Y" fmla="*/ 42175 h 60737"/>
              <a:gd name="GluePoint14X" fmla="*/ 53300 w 53300"/>
              <a:gd name="GluePoint14Y" fmla="*/ 42175 h 60737"/>
              <a:gd name="GluePoint15X" fmla="*/ 53300 w 53300"/>
              <a:gd name="GluePoint15Y" fmla="*/ 12698 h 60737"/>
              <a:gd name="GluePoint16X" fmla="*/ 30807 w 53300"/>
              <a:gd name="GluePoint16Y" fmla="*/ 12698 h 60737"/>
              <a:gd name="GluePoint17X" fmla="*/ 30807 w 53300"/>
              <a:gd name="GluePoint17Y" fmla="*/ 6228 h 60737"/>
              <a:gd name="GluePoint18X" fmla="*/ 31684 w 53300"/>
              <a:gd name="GluePoint18Y" fmla="*/ 1270 h 60737"/>
              <a:gd name="GluePoint19X" fmla="*/ 31865 w 53300"/>
              <a:gd name="GluePoint19Y" fmla="*/ 514 h 60737"/>
              <a:gd name="GluePoint20X" fmla="*/ 30112 w 53300"/>
              <a:gd name="GluePoint20Y" fmla="*/ 60 h 60737"/>
              <a:gd name="GluePoint21X" fmla="*/ 27330 w 53300"/>
              <a:gd name="GluePoint21Y" fmla="*/ 0 h 60737"/>
              <a:gd name="GluePoint22X" fmla="*/ 21223 w 53300"/>
              <a:gd name="GluePoint22Y" fmla="*/ 0 h 60737"/>
              <a:gd name="GluePoint23X" fmla="*/ 21223 w 53300"/>
              <a:gd name="GluePoint23Y" fmla="*/ 12668 h 60737"/>
              <a:gd name="GluePoint24X" fmla="*/ 0 w 53300"/>
              <a:gd name="GluePoint24Y" fmla="*/ 12668 h 60737"/>
              <a:gd name="GluePoint25X" fmla="*/ 0 w 53300"/>
              <a:gd name="GluePoint25Y" fmla="*/ 42930 h 60737"/>
              <a:gd name="GluePoint26X" fmla="*/ 8798 w 53300"/>
              <a:gd name="GluePoint26Y" fmla="*/ 42930 h 60737"/>
              <a:gd name="GluePoint27X" fmla="*/ 30777 w 53300"/>
              <a:gd name="GluePoint27Y" fmla="*/ 31321 h 60737"/>
              <a:gd name="GluePoint28X" fmla="*/ 30777 w 53300"/>
              <a:gd name="GluePoint28Y" fmla="*/ 19954 h 60737"/>
              <a:gd name="GluePoint29X" fmla="*/ 43717 w 53300"/>
              <a:gd name="GluePoint29Y" fmla="*/ 19954 h 60737"/>
              <a:gd name="GluePoint30X" fmla="*/ 43717 w 53300"/>
              <a:gd name="GluePoint30Y" fmla="*/ 31321 h 60737"/>
              <a:gd name="GluePoint31X" fmla="*/ 30777 w 53300"/>
              <a:gd name="GluePoint31Y" fmla="*/ 31321 h 60737"/>
            </a:gdLst>
            <a:ahLst/>
            <a:cxnLst/>
            <a:rect l="textAreaLeft" t="textAreaTop" r="textAreaRight" b="textAreaBottom"/>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62" name="任意多边形: 形状 34"/>
          <p:cNvSpPr>
            <a:spLocks noGrp="1"/>
          </p:cNvSpPr>
          <p:nvPr/>
        </p:nvSpPr>
        <p:spPr>
          <a:xfrm>
            <a:off x="10353240" y="6559560"/>
            <a:ext cx="89640" cy="97560"/>
          </a:xfrm>
          <a:custGeom>
            <a:avLst/>
            <a:gdLst>
              <a:gd name="textAreaLeft" fmla="*/ 0 w 89640"/>
              <a:gd name="textAreaRight" fmla="*/ 90000 w 89640"/>
              <a:gd name="textAreaTop" fmla="*/ 0 h 97560"/>
              <a:gd name="textAreaBottom" fmla="*/ 97920 h 97560"/>
              <a:gd name="GluePoint1X" fmla="*/ 45531 w 54056"/>
              <a:gd name="GluePoint1Y" fmla="*/ 48614 h 58923"/>
              <a:gd name="GluePoint2X" fmla="*/ 8284 w 54056"/>
              <a:gd name="GluePoint2Y" fmla="*/ 48614 h 58923"/>
              <a:gd name="GluePoint3X" fmla="*/ 8284 w 54056"/>
              <a:gd name="GluePoint3Y" fmla="*/ 6984 h 58923"/>
              <a:gd name="GluePoint4X" fmla="*/ 45531 w 54056"/>
              <a:gd name="GluePoint4Y" fmla="*/ 6984 h 58923"/>
              <a:gd name="GluePoint5X" fmla="*/ 45531 w 54056"/>
              <a:gd name="GluePoint5Y" fmla="*/ 48614 h 58923"/>
              <a:gd name="GluePoint6X" fmla="*/ 8284 w 54056"/>
              <a:gd name="GluePoint6Y" fmla="*/ 58893 h 58923"/>
              <a:gd name="GluePoint7X" fmla="*/ 8284 w 54056"/>
              <a:gd name="GluePoint7Y" fmla="*/ 55538 h 58923"/>
              <a:gd name="GluePoint8X" fmla="*/ 45531 w 54056"/>
              <a:gd name="GluePoint8Y" fmla="*/ 55538 h 58923"/>
              <a:gd name="GluePoint9X" fmla="*/ 45531 w 54056"/>
              <a:gd name="GluePoint9Y" fmla="*/ 58379 h 58923"/>
              <a:gd name="GluePoint10X" fmla="*/ 54056 w 54056"/>
              <a:gd name="GluePoint10Y" fmla="*/ 58379 h 58923"/>
              <a:gd name="GluePoint11X" fmla="*/ 54056 w 54056"/>
              <a:gd name="GluePoint11Y" fmla="*/ 0 h 58923"/>
              <a:gd name="GluePoint12X" fmla="*/ 0 w 54056"/>
              <a:gd name="GluePoint12Y" fmla="*/ 0 h 58923"/>
              <a:gd name="GluePoint13X" fmla="*/ 0 w 54056"/>
              <a:gd name="GluePoint13Y" fmla="*/ 58924 h 58923"/>
              <a:gd name="GluePoint14X" fmla="*/ 8284 w 54056"/>
              <a:gd name="GluePoint14Y" fmla="*/ 58924 h 58923"/>
              <a:gd name="GluePoint15X" fmla="*/ 11640 w 54056"/>
              <a:gd name="GluePoint15Y" fmla="*/ 29477 h 58923"/>
              <a:gd name="GluePoint16X" fmla="*/ 22251 w 54056"/>
              <a:gd name="GluePoint16Y" fmla="*/ 29477 h 58923"/>
              <a:gd name="GluePoint17X" fmla="*/ 22251 w 54056"/>
              <a:gd name="GluePoint17Y" fmla="*/ 38003 h 58923"/>
              <a:gd name="GluePoint18X" fmla="*/ 10098 w 54056"/>
              <a:gd name="GluePoint18Y" fmla="*/ 38003 h 58923"/>
              <a:gd name="GluePoint19X" fmla="*/ 10098 w 54056"/>
              <a:gd name="GluePoint19Y" fmla="*/ 44714 h 58923"/>
              <a:gd name="GluePoint20X" fmla="*/ 43717 w 54056"/>
              <a:gd name="GluePoint20Y" fmla="*/ 44714 h 58923"/>
              <a:gd name="GluePoint21X" fmla="*/ 43717 w 54056"/>
              <a:gd name="GluePoint21Y" fmla="*/ 38003 h 58923"/>
              <a:gd name="GluePoint22X" fmla="*/ 38819 w 54056"/>
              <a:gd name="GluePoint22Y" fmla="*/ 38003 h 58923"/>
              <a:gd name="GluePoint23X" fmla="*/ 42689 w 54056"/>
              <a:gd name="GluePoint23Y" fmla="*/ 35403 h 58923"/>
              <a:gd name="GluePoint24X" fmla="*/ 39061 w 54056"/>
              <a:gd name="GluePoint24Y" fmla="*/ 29447 h 58923"/>
              <a:gd name="GluePoint25X" fmla="*/ 42144 w 54056"/>
              <a:gd name="GluePoint25Y" fmla="*/ 29447 h 58923"/>
              <a:gd name="GluePoint26X" fmla="*/ 42144 w 54056"/>
              <a:gd name="GluePoint26Y" fmla="*/ 22977 h 58923"/>
              <a:gd name="GluePoint27X" fmla="*/ 30505 w 54056"/>
              <a:gd name="GluePoint27Y" fmla="*/ 22977 h 58923"/>
              <a:gd name="GluePoint28X" fmla="*/ 30505 w 54056"/>
              <a:gd name="GluePoint28Y" fmla="*/ 17293 h 58923"/>
              <a:gd name="GluePoint29X" fmla="*/ 43172 w 54056"/>
              <a:gd name="GluePoint29Y" fmla="*/ 17293 h 58923"/>
              <a:gd name="GluePoint30X" fmla="*/ 43172 w 54056"/>
              <a:gd name="GluePoint30Y" fmla="*/ 10823 h 58923"/>
              <a:gd name="GluePoint31X" fmla="*/ 10581 w 54056"/>
              <a:gd name="GluePoint31Y" fmla="*/ 10823 h 58923"/>
              <a:gd name="GluePoint32X" fmla="*/ 10581 w 54056"/>
              <a:gd name="GluePoint32Y" fmla="*/ 17293 h 58923"/>
              <a:gd name="GluePoint33X" fmla="*/ 22221 w 54056"/>
              <a:gd name="GluePoint33Y" fmla="*/ 17293 h 58923"/>
              <a:gd name="GluePoint34X" fmla="*/ 22221 w 54056"/>
              <a:gd name="GluePoint34Y" fmla="*/ 22977 h 58923"/>
              <a:gd name="GluePoint35X" fmla="*/ 11609 w 54056"/>
              <a:gd name="GluePoint35Y" fmla="*/ 22977 h 58923"/>
              <a:gd name="GluePoint36X" fmla="*/ 11609 w 54056"/>
              <a:gd name="GluePoint36Y" fmla="*/ 29447 h 58923"/>
              <a:gd name="GluePoint37X" fmla="*/ 35705 w 54056"/>
              <a:gd name="GluePoint37Y" fmla="*/ 38003 h 58923"/>
              <a:gd name="GluePoint38X" fmla="*/ 30535 w 54056"/>
              <a:gd name="GluePoint38Y" fmla="*/ 38003 h 58923"/>
              <a:gd name="GluePoint39X" fmla="*/ 30535 w 54056"/>
              <a:gd name="GluePoint39Y" fmla="*/ 29477 h 58923"/>
              <a:gd name="GluePoint40X" fmla="*/ 35705 w 54056"/>
              <a:gd name="GluePoint40Y" fmla="*/ 29477 h 58923"/>
              <a:gd name="GluePoint41X" fmla="*/ 31835 w 54056"/>
              <a:gd name="GluePoint41Y" fmla="*/ 32077 h 58923"/>
              <a:gd name="GluePoint42X" fmla="*/ 35705 w 54056"/>
              <a:gd name="GluePoint42Y" fmla="*/ 38033 h 58923"/>
            </a:gdLst>
            <a:ahLst/>
            <a:cxnLst/>
            <a:rect l="textAreaLeft" t="textAreaTop" r="textAreaRight" b="textAreaBottom"/>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63" name="任意多边形: 形状 35"/>
          <p:cNvSpPr>
            <a:spLocks noGrp="1"/>
          </p:cNvSpPr>
          <p:nvPr/>
        </p:nvSpPr>
        <p:spPr>
          <a:xfrm>
            <a:off x="10494720" y="6557400"/>
            <a:ext cx="102240" cy="99360"/>
          </a:xfrm>
          <a:custGeom>
            <a:avLst/>
            <a:gdLst>
              <a:gd name="textAreaLeft" fmla="*/ 0 w 102240"/>
              <a:gd name="textAreaRight" fmla="*/ 102600 w 102240"/>
              <a:gd name="textAreaTop" fmla="*/ 0 h 99360"/>
              <a:gd name="textAreaBottom" fmla="*/ 99720 h 99360"/>
              <a:gd name="GluePoint1X" fmla="*/ 45017 w 61584"/>
              <a:gd name="GluePoint1Y" fmla="*/ 13998 h 59981"/>
              <a:gd name="GluePoint2X" fmla="*/ 39061 w 61584"/>
              <a:gd name="GluePoint2Y" fmla="*/ 18654 h 59981"/>
              <a:gd name="GluePoint3X" fmla="*/ 37640 w 61584"/>
              <a:gd name="GluePoint3Y" fmla="*/ 16779 h 59981"/>
              <a:gd name="GluePoint4X" fmla="*/ 31019 w 61584"/>
              <a:gd name="GluePoint4Y" fmla="*/ 8314 h 59981"/>
              <a:gd name="GluePoint5X" fmla="*/ 37489 w 61584"/>
              <a:gd name="GluePoint5Y" fmla="*/ 3658 h 59981"/>
              <a:gd name="GluePoint6X" fmla="*/ 44986 w 61584"/>
              <a:gd name="GluePoint6Y" fmla="*/ 13998 h 59981"/>
              <a:gd name="GluePoint7X" fmla="*/ 45803 w 61584"/>
              <a:gd name="GluePoint7Y" fmla="*/ 30 h 59981"/>
              <a:gd name="GluePoint8X" fmla="*/ 51244 w 61584"/>
              <a:gd name="GluePoint8Y" fmla="*/ 30 h 59981"/>
              <a:gd name="GluePoint9X" fmla="*/ 54600 w 61584"/>
              <a:gd name="GluePoint9Y" fmla="*/ 1058 h 59981"/>
              <a:gd name="GluePoint10X" fmla="*/ 54510 w 61584"/>
              <a:gd name="GluePoint10Y" fmla="*/ 1814 h 59981"/>
              <a:gd name="GluePoint11X" fmla="*/ 54086 w 61584"/>
              <a:gd name="GluePoint11Y" fmla="*/ 5986 h 59981"/>
              <a:gd name="GluePoint12X" fmla="*/ 54086 w 61584"/>
              <a:gd name="GluePoint12Y" fmla="*/ 34949 h 59981"/>
              <a:gd name="GluePoint13X" fmla="*/ 61070 w 61584"/>
              <a:gd name="GluePoint13Y" fmla="*/ 33921 h 59981"/>
              <a:gd name="GluePoint14X" fmla="*/ 61584 w 61584"/>
              <a:gd name="GluePoint14Y" fmla="*/ 40633 h 59981"/>
              <a:gd name="GluePoint15X" fmla="*/ 54086 w 61584"/>
              <a:gd name="GluePoint15Y" fmla="*/ 41933 h 59981"/>
              <a:gd name="GluePoint16X" fmla="*/ 54086 w 61584"/>
              <a:gd name="GluePoint16Y" fmla="*/ 59982 h 59981"/>
              <a:gd name="GluePoint17X" fmla="*/ 45803 w 61584"/>
              <a:gd name="GluePoint17Y" fmla="*/ 59982 h 59981"/>
              <a:gd name="GluePoint18X" fmla="*/ 45803 w 61584"/>
              <a:gd name="GluePoint18Y" fmla="*/ 43233 h 59981"/>
              <a:gd name="GluePoint19X" fmla="*/ 26937 w 61584"/>
              <a:gd name="GluePoint19Y" fmla="*/ 46075 h 59981"/>
              <a:gd name="GluePoint20X" fmla="*/ 26151 w 61584"/>
              <a:gd name="GluePoint20Y" fmla="*/ 40391 h 59981"/>
              <a:gd name="GluePoint21X" fmla="*/ 25123 w 61584"/>
              <a:gd name="GluePoint21Y" fmla="*/ 41177 h 59981"/>
              <a:gd name="GluePoint22X" fmla="*/ 24337 w 61584"/>
              <a:gd name="GluePoint22Y" fmla="*/ 40179 h 59981"/>
              <a:gd name="GluePoint23X" fmla="*/ 20195 w 61584"/>
              <a:gd name="GluePoint23Y" fmla="*/ 34707 h 59981"/>
              <a:gd name="GluePoint24X" fmla="*/ 20195 w 61584"/>
              <a:gd name="GluePoint24Y" fmla="*/ 59468 h 59981"/>
              <a:gd name="GluePoint25X" fmla="*/ 12426 w 61584"/>
              <a:gd name="GluePoint25Y" fmla="*/ 59468 h 59981"/>
              <a:gd name="GluePoint26X" fmla="*/ 12426 w 61584"/>
              <a:gd name="GluePoint26Y" fmla="*/ 37277 h 59981"/>
              <a:gd name="GluePoint27X" fmla="*/ 10642 w 61584"/>
              <a:gd name="GluePoint27Y" fmla="*/ 40512 h 59981"/>
              <a:gd name="GluePoint28X" fmla="*/ 5170 w 61584"/>
              <a:gd name="GluePoint28Y" fmla="*/ 49703 h 59981"/>
              <a:gd name="GluePoint29X" fmla="*/ 877 w 61584"/>
              <a:gd name="GluePoint29Y" fmla="*/ 44261 h 59981"/>
              <a:gd name="GluePoint30X" fmla="*/ 0 w 61584"/>
              <a:gd name="GluePoint30Y" fmla="*/ 43233 h 59981"/>
              <a:gd name="GluePoint31X" fmla="*/ 11126 w 61584"/>
              <a:gd name="GluePoint31Y" fmla="*/ 23823 h 59981"/>
              <a:gd name="GluePoint32X" fmla="*/ 1542 w 61584"/>
              <a:gd name="GluePoint32Y" fmla="*/ 23823 h 59981"/>
              <a:gd name="GluePoint33X" fmla="*/ 1542 w 61584"/>
              <a:gd name="GluePoint33Y" fmla="*/ 17112 h 59981"/>
              <a:gd name="GluePoint34X" fmla="*/ 12395 w 61584"/>
              <a:gd name="GluePoint34Y" fmla="*/ 17112 h 59981"/>
              <a:gd name="GluePoint35X" fmla="*/ 12395 w 61584"/>
              <a:gd name="GluePoint35Y" fmla="*/ 9856 h 59981"/>
              <a:gd name="GluePoint36X" fmla="*/ 4112 w 61584"/>
              <a:gd name="GluePoint36Y" fmla="*/ 10642 h 59981"/>
              <a:gd name="GluePoint37X" fmla="*/ 1270 w 61584"/>
              <a:gd name="GluePoint37Y" fmla="*/ 4172 h 59981"/>
              <a:gd name="GluePoint38X" fmla="*/ 25335 w 61584"/>
              <a:gd name="GluePoint38Y" fmla="*/ 544 h 59981"/>
              <a:gd name="GluePoint39X" fmla="*/ 26998 w 61584"/>
              <a:gd name="GluePoint39Y" fmla="*/ 3658 h 59981"/>
              <a:gd name="GluePoint40X" fmla="*/ 28691 w 61584"/>
              <a:gd name="GluePoint40Y" fmla="*/ 6772 h 59981"/>
              <a:gd name="GluePoint41X" fmla="*/ 28993 w 61584"/>
              <a:gd name="GluePoint41Y" fmla="*/ 7800 h 59981"/>
              <a:gd name="GluePoint42X" fmla="*/ 28691 w 61584"/>
              <a:gd name="GluePoint42Y" fmla="*/ 8314 h 59981"/>
              <a:gd name="GluePoint43X" fmla="*/ 20165 w 61584"/>
              <a:gd name="GluePoint43Y" fmla="*/ 9100 h 59981"/>
              <a:gd name="GluePoint44X" fmla="*/ 20165 w 61584"/>
              <a:gd name="GluePoint44Y" fmla="*/ 17112 h 59981"/>
              <a:gd name="GluePoint45X" fmla="*/ 28963 w 61584"/>
              <a:gd name="GluePoint45Y" fmla="*/ 17112 h 59981"/>
              <a:gd name="GluePoint46X" fmla="*/ 28963 w 61584"/>
              <a:gd name="GluePoint46Y" fmla="*/ 23823 h 59981"/>
              <a:gd name="GluePoint47X" fmla="*/ 20165 w 61584"/>
              <a:gd name="GluePoint47Y" fmla="*/ 23823 h 59981"/>
              <a:gd name="GluePoint48X" fmla="*/ 20165 w 61584"/>
              <a:gd name="GluePoint48Y" fmla="*/ 29779 h 59981"/>
              <a:gd name="GluePoint49X" fmla="*/ 23793 w 61584"/>
              <a:gd name="GluePoint49Y" fmla="*/ 27179 h 59981"/>
              <a:gd name="GluePoint50X" fmla="*/ 31291 w 61584"/>
              <a:gd name="GluePoint50Y" fmla="*/ 36491 h 59981"/>
              <a:gd name="GluePoint51X" fmla="*/ 28449 w 61584"/>
              <a:gd name="GluePoint51Y" fmla="*/ 38819 h 59981"/>
              <a:gd name="GluePoint52X" fmla="*/ 45772 w 61584"/>
              <a:gd name="GluePoint52Y" fmla="*/ 36219 h 59981"/>
              <a:gd name="GluePoint53X" fmla="*/ 45772 w 61584"/>
              <a:gd name="GluePoint53Y" fmla="*/ 0 h 59981"/>
              <a:gd name="GluePoint54X" fmla="*/ 43203 w 61584"/>
              <a:gd name="GluePoint54Y" fmla="*/ 31563 h 59981"/>
              <a:gd name="GluePoint55X" fmla="*/ 36219 w 61584"/>
              <a:gd name="GluePoint55Y" fmla="*/ 34919 h 59981"/>
              <a:gd name="GluePoint56X" fmla="*/ 29749 w 61584"/>
              <a:gd name="GluePoint56Y" fmla="*/ 23521 h 59981"/>
              <a:gd name="GluePoint57X" fmla="*/ 36733 w 61584"/>
              <a:gd name="GluePoint57Y" fmla="*/ 19379 h 59981"/>
              <a:gd name="GluePoint58X" fmla="*/ 43203 w 61584"/>
              <a:gd name="GluePoint58Y" fmla="*/ 31533 h 59981"/>
            </a:gdLst>
            <a:ahLst/>
            <a:cxnLst/>
            <a:rect l="textAreaLeft" t="textAreaTop" r="textAreaRight" b="textAreaBottom"/>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64" name="任意多边形: 形状 36"/>
          <p:cNvSpPr>
            <a:spLocks noGrp="1"/>
          </p:cNvSpPr>
          <p:nvPr/>
        </p:nvSpPr>
        <p:spPr>
          <a:xfrm>
            <a:off x="10646280" y="6555960"/>
            <a:ext cx="95040" cy="101880"/>
          </a:xfrm>
          <a:custGeom>
            <a:avLst/>
            <a:gdLst>
              <a:gd name="textAreaLeft" fmla="*/ 0 w 95040"/>
              <a:gd name="textAreaRight" fmla="*/ 95400 w 95040"/>
              <a:gd name="textAreaTop" fmla="*/ 0 h 101880"/>
              <a:gd name="textAreaBottom" fmla="*/ 102240 h 101880"/>
              <a:gd name="GluePoint1X" fmla="*/ 25637 w 57442"/>
              <a:gd name="GluePoint1Y" fmla="*/ 12154 h 61463"/>
              <a:gd name="GluePoint2X" fmla="*/ 22554 w 57442"/>
              <a:gd name="GluePoint2Y" fmla="*/ 1814 h 61463"/>
              <a:gd name="GluePoint3X" fmla="*/ 24458 w 57442"/>
              <a:gd name="GluePoint3Y" fmla="*/ 1512 h 61463"/>
              <a:gd name="GluePoint4X" fmla="*/ 32137 w 57442"/>
              <a:gd name="GluePoint4Y" fmla="*/ 514 h 61463"/>
              <a:gd name="GluePoint5X" fmla="*/ 32561 w 57442"/>
              <a:gd name="GluePoint5Y" fmla="*/ 2267 h 61463"/>
              <a:gd name="GluePoint6X" fmla="*/ 34193 w 57442"/>
              <a:gd name="GluePoint6Y" fmla="*/ 10854 h 61463"/>
              <a:gd name="GluePoint7X" fmla="*/ 25668 w 57442"/>
              <a:gd name="GluePoint7Y" fmla="*/ 12154 h 61463"/>
              <a:gd name="GluePoint8X" fmla="*/ 15812 w 57442"/>
              <a:gd name="GluePoint8Y" fmla="*/ 14481 h 61463"/>
              <a:gd name="GluePoint9X" fmla="*/ 34707 w 57442"/>
              <a:gd name="GluePoint9Y" fmla="*/ 14481 h 61463"/>
              <a:gd name="GluePoint10X" fmla="*/ 42991 w 57442"/>
              <a:gd name="GluePoint10Y" fmla="*/ 0 h 61463"/>
              <a:gd name="GluePoint11X" fmla="*/ 52817 w 57442"/>
              <a:gd name="GluePoint11Y" fmla="*/ 3870 h 61463"/>
              <a:gd name="GluePoint12X" fmla="*/ 51486 w 57442"/>
              <a:gd name="GluePoint12Y" fmla="*/ 5502 h 61463"/>
              <a:gd name="GluePoint13X" fmla="*/ 49975 w 57442"/>
              <a:gd name="GluePoint13Y" fmla="*/ 6984 h 61463"/>
              <a:gd name="GluePoint14X" fmla="*/ 47707 w 57442"/>
              <a:gd name="GluePoint14Y" fmla="*/ 9765 h 61463"/>
              <a:gd name="GluePoint15X" fmla="*/ 44019 w 57442"/>
              <a:gd name="GluePoint15Y" fmla="*/ 14209 h 61463"/>
              <a:gd name="GluePoint16X" fmla="*/ 56686 w 57442"/>
              <a:gd name="GluePoint16Y" fmla="*/ 14209 h 61463"/>
              <a:gd name="GluePoint17X" fmla="*/ 56686 w 57442"/>
              <a:gd name="GluePoint17Y" fmla="*/ 28177 h 61463"/>
              <a:gd name="GluePoint18X" fmla="*/ 47889 w 57442"/>
              <a:gd name="GluePoint18Y" fmla="*/ 28177 h 61463"/>
              <a:gd name="GluePoint19X" fmla="*/ 47889 w 57442"/>
              <a:gd name="GluePoint19Y" fmla="*/ 21465 h 61463"/>
              <a:gd name="GluePoint20X" fmla="*/ 8828 w 57442"/>
              <a:gd name="GluePoint20Y" fmla="*/ 21465 h 61463"/>
              <a:gd name="GluePoint21X" fmla="*/ 8828 w 57442"/>
              <a:gd name="GluePoint21Y" fmla="*/ 28177 h 61463"/>
              <a:gd name="GluePoint22X" fmla="*/ 544 w 57442"/>
              <a:gd name="GluePoint22Y" fmla="*/ 28177 h 61463"/>
              <a:gd name="GluePoint23X" fmla="*/ 544 w 57442"/>
              <a:gd name="GluePoint23Y" fmla="*/ 14451 h 61463"/>
              <a:gd name="GluePoint24X" fmla="*/ 13212 w 57442"/>
              <a:gd name="GluePoint24Y" fmla="*/ 14451 h 61463"/>
              <a:gd name="GluePoint25X" fmla="*/ 6500 w 57442"/>
              <a:gd name="GluePoint25Y" fmla="*/ 5926 h 61463"/>
              <a:gd name="GluePoint26X" fmla="*/ 15056 w 57442"/>
              <a:gd name="GluePoint26Y" fmla="*/ 1784 h 61463"/>
              <a:gd name="GluePoint27X" fmla="*/ 21526 w 57442"/>
              <a:gd name="GluePoint27Y" fmla="*/ 11095 h 61463"/>
              <a:gd name="GluePoint28X" fmla="*/ 17082 w 57442"/>
              <a:gd name="GluePoint28Y" fmla="*/ 13756 h 61463"/>
              <a:gd name="GluePoint29X" fmla="*/ 15812 w 57442"/>
              <a:gd name="GluePoint29Y" fmla="*/ 14481 h 61463"/>
              <a:gd name="GluePoint30X" fmla="*/ 31079 w 57442"/>
              <a:gd name="GluePoint30Y" fmla="*/ 32863 h 61463"/>
              <a:gd name="GluePoint31X" fmla="*/ 10642 w 57442"/>
              <a:gd name="GluePoint31Y" fmla="*/ 32863 h 61463"/>
              <a:gd name="GluePoint32X" fmla="*/ 10642 w 57442"/>
              <a:gd name="GluePoint32Y" fmla="*/ 25879 h 61463"/>
              <a:gd name="GluePoint33X" fmla="*/ 46075 w 57442"/>
              <a:gd name="GluePoint33Y" fmla="*/ 25879 h 61463"/>
              <a:gd name="GluePoint34X" fmla="*/ 34435 w 57442"/>
              <a:gd name="GluePoint34Y" fmla="*/ 38547 h 61463"/>
              <a:gd name="GluePoint35X" fmla="*/ 34435 w 57442"/>
              <a:gd name="GluePoint35Y" fmla="*/ 39061 h 61463"/>
              <a:gd name="GluePoint36X" fmla="*/ 57442 w 57442"/>
              <a:gd name="GluePoint36Y" fmla="*/ 39061 h 61463"/>
              <a:gd name="GluePoint37X" fmla="*/ 57442 w 57442"/>
              <a:gd name="GluePoint37Y" fmla="*/ 46286 h 61463"/>
              <a:gd name="GluePoint38X" fmla="*/ 34163 w 57442"/>
              <a:gd name="GluePoint38Y" fmla="*/ 46286 h 61463"/>
              <a:gd name="GluePoint39X" fmla="*/ 34163 w 57442"/>
              <a:gd name="GluePoint39Y" fmla="*/ 54751 h 61463"/>
              <a:gd name="GluePoint40X" fmla="*/ 31896 w 57442"/>
              <a:gd name="GluePoint40Y" fmla="*/ 60072 h 61463"/>
              <a:gd name="GluePoint41X" fmla="*/ 20195 w 57442"/>
              <a:gd name="GluePoint41Y" fmla="*/ 61463 h 61463"/>
              <a:gd name="GluePoint42X" fmla="*/ 17595 w 57442"/>
              <a:gd name="GluePoint42Y" fmla="*/ 52998 h 61463"/>
              <a:gd name="GluePoint43X" fmla="*/ 18744 w 57442"/>
              <a:gd name="GluePoint43Y" fmla="*/ 52847 h 61463"/>
              <a:gd name="GluePoint44X" fmla="*/ 25335 w 57442"/>
              <a:gd name="GluePoint44Y" fmla="*/ 50156 h 61463"/>
              <a:gd name="GluePoint45X" fmla="*/ 25335 w 57442"/>
              <a:gd name="GluePoint45Y" fmla="*/ 46286 h 61463"/>
              <a:gd name="GluePoint46X" fmla="*/ 0 w 57442"/>
              <a:gd name="GluePoint46Y" fmla="*/ 46286 h 61463"/>
              <a:gd name="GluePoint47X" fmla="*/ 0 w 57442"/>
              <a:gd name="GluePoint47Y" fmla="*/ 39061 h 61463"/>
              <a:gd name="GluePoint48X" fmla="*/ 25335 w 57442"/>
              <a:gd name="GluePoint48Y" fmla="*/ 39061 h 61463"/>
              <a:gd name="GluePoint49X" fmla="*/ 25335 w 57442"/>
              <a:gd name="GluePoint49Y" fmla="*/ 36975 h 61463"/>
              <a:gd name="GluePoint50X" fmla="*/ 26484 w 57442"/>
              <a:gd name="GluePoint50Y" fmla="*/ 35342 h 61463"/>
              <a:gd name="GluePoint51X" fmla="*/ 31049 w 57442"/>
              <a:gd name="GluePoint51Y" fmla="*/ 32863 h 61463"/>
            </a:gdLst>
            <a:ahLst/>
            <a:cxnLst/>
            <a:rect l="textAreaLeft" t="textAreaTop" r="textAreaRight" b="textAreaBottom"/>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65" name="任意多边形: 形状 37"/>
          <p:cNvSpPr>
            <a:spLocks noGrp="1"/>
          </p:cNvSpPr>
          <p:nvPr/>
        </p:nvSpPr>
        <p:spPr>
          <a:xfrm>
            <a:off x="10792800" y="6556320"/>
            <a:ext cx="97920" cy="100080"/>
          </a:xfrm>
          <a:custGeom>
            <a:avLst/>
            <a:gdLst>
              <a:gd name="textAreaLeft" fmla="*/ 0 w 97920"/>
              <a:gd name="textAreaRight" fmla="*/ 98280 w 97920"/>
              <a:gd name="textAreaTop" fmla="*/ 0 h 100080"/>
              <a:gd name="textAreaBottom" fmla="*/ 100440 h 100080"/>
              <a:gd name="GluePoint1X" fmla="*/ 7770 w 58984"/>
              <a:gd name="GluePoint1Y" fmla="*/ 25093 h 60465"/>
              <a:gd name="GluePoint2X" fmla="*/ 12668 w 58984"/>
              <a:gd name="GluePoint2Y" fmla="*/ 34919 h 60465"/>
              <a:gd name="GluePoint3X" fmla="*/ 7498 w 58984"/>
              <a:gd name="GluePoint3Y" fmla="*/ 40089 h 60465"/>
              <a:gd name="GluePoint4X" fmla="*/ 7498 w 58984"/>
              <a:gd name="GluePoint4Y" fmla="*/ 9584 h 60465"/>
              <a:gd name="GluePoint5X" fmla="*/ 11367 w 58984"/>
              <a:gd name="GluePoint5Y" fmla="*/ 9584 h 60465"/>
              <a:gd name="GluePoint6X" fmla="*/ 7740 w 58984"/>
              <a:gd name="GluePoint6Y" fmla="*/ 25093 h 60465"/>
              <a:gd name="GluePoint7X" fmla="*/ 20195 w 58984"/>
              <a:gd name="GluePoint7Y" fmla="*/ 20195 h 60465"/>
              <a:gd name="GluePoint8X" fmla="*/ 24065 w 58984"/>
              <a:gd name="GluePoint8Y" fmla="*/ 20195 h 60465"/>
              <a:gd name="GluePoint9X" fmla="*/ 24065 w 58984"/>
              <a:gd name="GluePoint9Y" fmla="*/ 25365 h 60465"/>
              <a:gd name="GluePoint10X" fmla="*/ 51728 w 58984"/>
              <a:gd name="GluePoint10Y" fmla="*/ 25365 h 60465"/>
              <a:gd name="GluePoint11X" fmla="*/ 51728 w 58984"/>
              <a:gd name="GluePoint11Y" fmla="*/ 20195 h 60465"/>
              <a:gd name="GluePoint12X" fmla="*/ 55870 w 58984"/>
              <a:gd name="GluePoint12Y" fmla="*/ 20195 h 60465"/>
              <a:gd name="GluePoint13X" fmla="*/ 55870 w 58984"/>
              <a:gd name="GluePoint13Y" fmla="*/ 7256 h 60465"/>
              <a:gd name="GluePoint14X" fmla="*/ 42689 w 58984"/>
              <a:gd name="GluePoint14Y" fmla="*/ 7256 h 60465"/>
              <a:gd name="GluePoint15X" fmla="*/ 40633 w 58984"/>
              <a:gd name="GluePoint15Y" fmla="*/ 0 h 60465"/>
              <a:gd name="GluePoint16X" fmla="*/ 32107 w 58984"/>
              <a:gd name="GluePoint16Y" fmla="*/ 786 h 60465"/>
              <a:gd name="GluePoint17X" fmla="*/ 32682 w 58984"/>
              <a:gd name="GluePoint17Y" fmla="*/ 2540 h 60465"/>
              <a:gd name="GluePoint18X" fmla="*/ 34405 w 58984"/>
              <a:gd name="GluePoint18Y" fmla="*/ 7256 h 60465"/>
              <a:gd name="GluePoint19X" fmla="*/ 20195 w 58984"/>
              <a:gd name="GluePoint19Y" fmla="*/ 7256 h 60465"/>
              <a:gd name="GluePoint20X" fmla="*/ 20195 w 58984"/>
              <a:gd name="GluePoint20Y" fmla="*/ 20195 h 60465"/>
              <a:gd name="GluePoint21X" fmla="*/ 0 w 58984"/>
              <a:gd name="GluePoint21Y" fmla="*/ 60465 h 60465"/>
              <a:gd name="GluePoint22X" fmla="*/ 7498 w 58984"/>
              <a:gd name="GluePoint22Y" fmla="*/ 60465 h 60465"/>
              <a:gd name="GluePoint23X" fmla="*/ 7498 w 58984"/>
              <a:gd name="GluePoint23Y" fmla="*/ 41903 h 60465"/>
              <a:gd name="GluePoint24X" fmla="*/ 9312 w 58984"/>
              <a:gd name="GluePoint24Y" fmla="*/ 47586 h 60465"/>
              <a:gd name="GluePoint25X" fmla="*/ 19409 w 58984"/>
              <a:gd name="GluePoint25Y" fmla="*/ 36975 h 60465"/>
              <a:gd name="GluePoint26X" fmla="*/ 28207 w 58984"/>
              <a:gd name="GluePoint26Y" fmla="*/ 36975 h 60465"/>
              <a:gd name="GluePoint27X" fmla="*/ 12940 w 58984"/>
              <a:gd name="GluePoint27Y" fmla="*/ 53965 h 60465"/>
              <a:gd name="GluePoint28X" fmla="*/ 18351 w 58984"/>
              <a:gd name="GluePoint28Y" fmla="*/ 60435 h 60465"/>
              <a:gd name="GluePoint29X" fmla="*/ 32228 w 58984"/>
              <a:gd name="GluePoint29Y" fmla="*/ 51124 h 60465"/>
              <a:gd name="GluePoint30X" fmla="*/ 35433 w 58984"/>
              <a:gd name="GluePoint30Y" fmla="*/ 36975 h 60465"/>
              <a:gd name="GluePoint31X" fmla="*/ 37761 w 58984"/>
              <a:gd name="GluePoint31Y" fmla="*/ 36975 h 60465"/>
              <a:gd name="GluePoint32X" fmla="*/ 37761 w 58984"/>
              <a:gd name="GluePoint32Y" fmla="*/ 55265 h 60465"/>
              <a:gd name="GluePoint33X" fmla="*/ 42930 w 58984"/>
              <a:gd name="GluePoint33Y" fmla="*/ 59407 h 60465"/>
              <a:gd name="GluePoint34X" fmla="*/ 50942 w 58984"/>
              <a:gd name="GluePoint34Y" fmla="*/ 59407 h 60465"/>
              <a:gd name="GluePoint35X" fmla="*/ 56868 w 58984"/>
              <a:gd name="GluePoint35Y" fmla="*/ 57261 h 60465"/>
              <a:gd name="GluePoint36X" fmla="*/ 58984 w 58984"/>
              <a:gd name="GluePoint36Y" fmla="*/ 48856 h 60465"/>
              <a:gd name="GluePoint37X" fmla="*/ 51728 w 58984"/>
              <a:gd name="GluePoint37Y" fmla="*/ 46014 h 60465"/>
              <a:gd name="GluePoint38X" fmla="*/ 49400 w 58984"/>
              <a:gd name="GluePoint38Y" fmla="*/ 52484 h 60465"/>
              <a:gd name="GluePoint39X" fmla="*/ 46830 w 58984"/>
              <a:gd name="GluePoint39Y" fmla="*/ 52484 h 60465"/>
              <a:gd name="GluePoint40X" fmla="*/ 45531 w 58984"/>
              <a:gd name="GluePoint40Y" fmla="*/ 50670 h 60465"/>
              <a:gd name="GluePoint41X" fmla="*/ 45531 w 58984"/>
              <a:gd name="GluePoint41Y" fmla="*/ 36975 h 60465"/>
              <a:gd name="GluePoint42X" fmla="*/ 56928 w 58984"/>
              <a:gd name="GluePoint42Y" fmla="*/ 36975 h 60465"/>
              <a:gd name="GluePoint43X" fmla="*/ 56928 w 58984"/>
              <a:gd name="GluePoint43Y" fmla="*/ 29991 h 60465"/>
              <a:gd name="GluePoint44X" fmla="*/ 19440 w 58984"/>
              <a:gd name="GluePoint44Y" fmla="*/ 29991 h 60465"/>
              <a:gd name="GluePoint45X" fmla="*/ 19440 w 58984"/>
              <a:gd name="GluePoint45Y" fmla="*/ 35161 h 60465"/>
              <a:gd name="GluePoint46X" fmla="*/ 15298 w 58984"/>
              <a:gd name="GluePoint46Y" fmla="*/ 23763 h 60465"/>
              <a:gd name="GluePoint47X" fmla="*/ 16507 w 58984"/>
              <a:gd name="GluePoint47Y" fmla="*/ 17323 h 60465"/>
              <a:gd name="GluePoint48X" fmla="*/ 19168 w 58984"/>
              <a:gd name="GluePoint48Y" fmla="*/ 3054 h 60465"/>
              <a:gd name="GluePoint49X" fmla="*/ 30 w 58984"/>
              <a:gd name="GluePoint49Y" fmla="*/ 3054 h 60465"/>
              <a:gd name="GluePoint50X" fmla="*/ 30 w 58984"/>
              <a:gd name="GluePoint50Y" fmla="*/ 60405 h 60465"/>
              <a:gd name="GluePoint51X" fmla="*/ 27935 w 58984"/>
              <a:gd name="GluePoint51Y" fmla="*/ 18895 h 60465"/>
              <a:gd name="GluePoint52X" fmla="*/ 27935 w 58984"/>
              <a:gd name="GluePoint52Y" fmla="*/ 13726 h 60465"/>
              <a:gd name="GluePoint53X" fmla="*/ 47344 w 58984"/>
              <a:gd name="GluePoint53Y" fmla="*/ 13726 h 60465"/>
              <a:gd name="GluePoint54X" fmla="*/ 47344 w 58984"/>
              <a:gd name="GluePoint54Y" fmla="*/ 18895 h 60465"/>
              <a:gd name="GluePoint55X" fmla="*/ 27935 w 58984"/>
              <a:gd name="GluePoint55Y" fmla="*/ 18895 h 60465"/>
            </a:gdLst>
            <a:ahLst/>
            <a:cxnLst/>
            <a:rect l="textAreaLeft" t="textAreaTop" r="textAreaRight" b="textAreaBottom"/>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66" name="任意多边形: 形状 38"/>
          <p:cNvSpPr>
            <a:spLocks noGrp="1"/>
          </p:cNvSpPr>
          <p:nvPr/>
        </p:nvSpPr>
        <p:spPr>
          <a:xfrm>
            <a:off x="10939320" y="6556320"/>
            <a:ext cx="100440" cy="101520"/>
          </a:xfrm>
          <a:custGeom>
            <a:avLst/>
            <a:gdLst>
              <a:gd name="textAreaLeft" fmla="*/ 0 w 100440"/>
              <a:gd name="textAreaRight" fmla="*/ 100800 w 100440"/>
              <a:gd name="textAreaTop" fmla="*/ 0 h 101520"/>
              <a:gd name="textAreaBottom" fmla="*/ 101880 h 101520"/>
              <a:gd name="GluePoint1X" fmla="*/ 242 w 60525"/>
              <a:gd name="GluePoint1Y" fmla="*/ 14754 h 61221"/>
              <a:gd name="GluePoint2X" fmla="*/ 242 w 60525"/>
              <a:gd name="GluePoint2Y" fmla="*/ 8284 h 61221"/>
              <a:gd name="GluePoint3X" fmla="*/ 8767 w 60525"/>
              <a:gd name="GluePoint3Y" fmla="*/ 8284 h 61221"/>
              <a:gd name="GluePoint4X" fmla="*/ 9040 w 60525"/>
              <a:gd name="GluePoint4Y" fmla="*/ 7407 h 61221"/>
              <a:gd name="GluePoint5X" fmla="*/ 11126 w 60525"/>
              <a:gd name="GluePoint5Y" fmla="*/ 0 h 61221"/>
              <a:gd name="GluePoint6X" fmla="*/ 19651 w 60525"/>
              <a:gd name="GluePoint6Y" fmla="*/ 2600 h 61221"/>
              <a:gd name="GluePoint7X" fmla="*/ 16809 w 60525"/>
              <a:gd name="GluePoint7Y" fmla="*/ 8284 h 61221"/>
              <a:gd name="GluePoint8X" fmla="*/ 28207 w 60525"/>
              <a:gd name="GluePoint8Y" fmla="*/ 8284 h 61221"/>
              <a:gd name="GluePoint9X" fmla="*/ 28207 w 60525"/>
              <a:gd name="GluePoint9Y" fmla="*/ 14754 h 61221"/>
              <a:gd name="GluePoint10X" fmla="*/ 14512 w 60525"/>
              <a:gd name="GluePoint10Y" fmla="*/ 14754 h 61221"/>
              <a:gd name="GluePoint11X" fmla="*/ 13061 w 60525"/>
              <a:gd name="GluePoint11Y" fmla="*/ 18382 h 61221"/>
              <a:gd name="GluePoint12X" fmla="*/ 9614 w 60525"/>
              <a:gd name="GluePoint12Y" fmla="*/ 27179 h 61221"/>
              <a:gd name="GluePoint13X" fmla="*/ 13756 w 60525"/>
              <a:gd name="GluePoint13Y" fmla="*/ 27179 h 61221"/>
              <a:gd name="GluePoint14X" fmla="*/ 13756 w 60525"/>
              <a:gd name="GluePoint14Y" fmla="*/ 17868 h 61221"/>
              <a:gd name="GluePoint15X" fmla="*/ 15298 w 60525"/>
              <a:gd name="GluePoint15Y" fmla="*/ 17868 h 61221"/>
              <a:gd name="GluePoint16X" fmla="*/ 19984 w 60525"/>
              <a:gd name="GluePoint16Y" fmla="*/ 18019 h 61221"/>
              <a:gd name="GluePoint17X" fmla="*/ 21495 w 60525"/>
              <a:gd name="GluePoint17Y" fmla="*/ 18623 h 61221"/>
              <a:gd name="GluePoint18X" fmla="*/ 21405 w 60525"/>
              <a:gd name="GluePoint18Y" fmla="*/ 19833 h 61221"/>
              <a:gd name="GluePoint19X" fmla="*/ 20981 w 60525"/>
              <a:gd name="GluePoint19Y" fmla="*/ 24065 h 61221"/>
              <a:gd name="GluePoint20X" fmla="*/ 20981 w 60525"/>
              <a:gd name="GluePoint20Y" fmla="*/ 27179 h 61221"/>
              <a:gd name="GluePoint21X" fmla="*/ 28479 w 60525"/>
              <a:gd name="GluePoint21Y" fmla="*/ 27179 h 61221"/>
              <a:gd name="GluePoint22X" fmla="*/ 28479 w 60525"/>
              <a:gd name="GluePoint22Y" fmla="*/ 33649 h 61221"/>
              <a:gd name="GluePoint23X" fmla="*/ 20981 w 60525"/>
              <a:gd name="GluePoint23Y" fmla="*/ 33649 h 61221"/>
              <a:gd name="GluePoint24X" fmla="*/ 20981 w 60525"/>
              <a:gd name="GluePoint24Y" fmla="*/ 39091 h 61221"/>
              <a:gd name="GluePoint25X" fmla="*/ 30535 w 60525"/>
              <a:gd name="GluePoint25Y" fmla="*/ 38063 h 61221"/>
              <a:gd name="GluePoint26X" fmla="*/ 30535 w 60525"/>
              <a:gd name="GluePoint26Y" fmla="*/ 44775 h 61221"/>
              <a:gd name="GluePoint27X" fmla="*/ 20981 w 60525"/>
              <a:gd name="GluePoint27Y" fmla="*/ 45803 h 61221"/>
              <a:gd name="GluePoint28X" fmla="*/ 20981 w 60525"/>
              <a:gd name="GluePoint28Y" fmla="*/ 59952 h 61221"/>
              <a:gd name="GluePoint29X" fmla="*/ 13726 w 60525"/>
              <a:gd name="GluePoint29Y" fmla="*/ 59952 h 61221"/>
              <a:gd name="GluePoint30X" fmla="*/ 13726 w 60525"/>
              <a:gd name="GluePoint30Y" fmla="*/ 47072 h 61221"/>
              <a:gd name="GluePoint31X" fmla="*/ 1814 w 60525"/>
              <a:gd name="GluePoint31Y" fmla="*/ 49672 h 61221"/>
              <a:gd name="GluePoint32X" fmla="*/ 0 w 60525"/>
              <a:gd name="GluePoint32Y" fmla="*/ 40875 h 61221"/>
              <a:gd name="GluePoint33X" fmla="*/ 13695 w 60525"/>
              <a:gd name="GluePoint33Y" fmla="*/ 39847 h 61221"/>
              <a:gd name="GluePoint34X" fmla="*/ 13695 w 60525"/>
              <a:gd name="GluePoint34Y" fmla="*/ 33921 h 61221"/>
              <a:gd name="GluePoint35X" fmla="*/ 13030 w 60525"/>
              <a:gd name="GluePoint35Y" fmla="*/ 33921 h 61221"/>
              <a:gd name="GluePoint36X" fmla="*/ 2600 w 60525"/>
              <a:gd name="GluePoint36Y" fmla="*/ 34919 h 61221"/>
              <a:gd name="GluePoint37X" fmla="*/ 514 w 60525"/>
              <a:gd name="GluePoint37Y" fmla="*/ 27421 h 61221"/>
              <a:gd name="GluePoint38X" fmla="*/ 1330 w 60525"/>
              <a:gd name="GluePoint38Y" fmla="*/ 26544 h 61221"/>
              <a:gd name="GluePoint39X" fmla="*/ 2086 w 60525"/>
              <a:gd name="GluePoint39Y" fmla="*/ 25879 h 61221"/>
              <a:gd name="GluePoint40X" fmla="*/ 5442 w 60525"/>
              <a:gd name="GluePoint40Y" fmla="*/ 18654 h 61221"/>
              <a:gd name="GluePoint41X" fmla="*/ 6742 w 60525"/>
              <a:gd name="GluePoint41Y" fmla="*/ 14754 h 61221"/>
              <a:gd name="GluePoint42X" fmla="*/ 272 w 60525"/>
              <a:gd name="GluePoint42Y" fmla="*/ 14754 h 61221"/>
              <a:gd name="GluePoint43X" fmla="*/ 37217 w 60525"/>
              <a:gd name="GluePoint43Y" fmla="*/ 28449 h 61221"/>
              <a:gd name="GluePoint44X" fmla="*/ 37217 w 60525"/>
              <a:gd name="GluePoint44Y" fmla="*/ 20437 h 61221"/>
              <a:gd name="GluePoint45X" fmla="*/ 41630 w 60525"/>
              <a:gd name="GluePoint45Y" fmla="*/ 20437 h 61221"/>
              <a:gd name="GluePoint46X" fmla="*/ 46286 w 60525"/>
              <a:gd name="GluePoint46Y" fmla="*/ 21737 h 61221"/>
              <a:gd name="GluePoint47X" fmla="*/ 46165 w 60525"/>
              <a:gd name="GluePoint47Y" fmla="*/ 22584 h 61221"/>
              <a:gd name="GluePoint48X" fmla="*/ 45772 w 60525"/>
              <a:gd name="GluePoint48Y" fmla="*/ 26907 h 61221"/>
              <a:gd name="GluePoint49X" fmla="*/ 45772 w 60525"/>
              <a:gd name="GluePoint49Y" fmla="*/ 28449 h 61221"/>
              <a:gd name="GluePoint50X" fmla="*/ 60526 w 60525"/>
              <a:gd name="GluePoint50Y" fmla="*/ 53300 h 61221"/>
              <a:gd name="GluePoint51X" fmla="*/ 53542 w 60525"/>
              <a:gd name="GluePoint51Y" fmla="*/ 60465 h 61221"/>
              <a:gd name="GluePoint52X" fmla="*/ 42417 w 60525"/>
              <a:gd name="GluePoint52Y" fmla="*/ 44744 h 61221"/>
              <a:gd name="GluePoint53X" fmla="*/ 29749 w 60525"/>
              <a:gd name="GluePoint53Y" fmla="*/ 61221 h 61221"/>
              <a:gd name="GluePoint54X" fmla="*/ 22765 w 60525"/>
              <a:gd name="GluePoint54Y" fmla="*/ 55538 h 61221"/>
              <a:gd name="GluePoint55X" fmla="*/ 37247 w 60525"/>
              <a:gd name="GluePoint55Y" fmla="*/ 28419 h 61221"/>
              <a:gd name="GluePoint56X" fmla="*/ 38758 w 60525"/>
              <a:gd name="GluePoint56Y" fmla="*/ 10884 h 61221"/>
              <a:gd name="GluePoint57X" fmla="*/ 59710 w 60525"/>
              <a:gd name="GluePoint57Y" fmla="*/ 10884 h 61221"/>
              <a:gd name="GluePoint58X" fmla="*/ 56596 w 60525"/>
              <a:gd name="GluePoint58Y" fmla="*/ 24851 h 61221"/>
              <a:gd name="GluePoint59X" fmla="*/ 48312 w 60525"/>
              <a:gd name="GluePoint59Y" fmla="*/ 24337 h 61221"/>
              <a:gd name="GluePoint60X" fmla="*/ 49854 w 60525"/>
              <a:gd name="GluePoint60Y" fmla="*/ 18140 h 61221"/>
              <a:gd name="GluePoint61X" fmla="*/ 36128 w 60525"/>
              <a:gd name="GluePoint61Y" fmla="*/ 18140 h 61221"/>
              <a:gd name="GluePoint62X" fmla="*/ 32258 w 60525"/>
              <a:gd name="GluePoint62Y" fmla="*/ 25879 h 61221"/>
              <a:gd name="GluePoint63X" fmla="*/ 24488 w 60525"/>
              <a:gd name="GluePoint63Y" fmla="*/ 23037 h 61221"/>
              <a:gd name="GluePoint64X" fmla="*/ 33286 w 60525"/>
              <a:gd name="GluePoint64Y" fmla="*/ 30 h 61221"/>
              <a:gd name="GluePoint65X" fmla="*/ 39877 w 60525"/>
              <a:gd name="GluePoint65Y" fmla="*/ 1905 h 61221"/>
              <a:gd name="GluePoint66X" fmla="*/ 43112 w 60525"/>
              <a:gd name="GluePoint66Y" fmla="*/ 2872 h 61221"/>
              <a:gd name="GluePoint67X" fmla="*/ 38698 w 60525"/>
              <a:gd name="GluePoint67Y" fmla="*/ 10884 h 61221"/>
            </a:gdLst>
            <a:ahLst/>
            <a:cxnLst/>
            <a:rect l="textAreaLeft" t="textAreaTop" r="textAreaRight" b="textAreaBottom"/>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67" name="任意多边形: 形状 39"/>
          <p:cNvSpPr>
            <a:spLocks noGrp="1"/>
          </p:cNvSpPr>
          <p:nvPr/>
        </p:nvSpPr>
        <p:spPr>
          <a:xfrm>
            <a:off x="11086200" y="6557040"/>
            <a:ext cx="101880" cy="100080"/>
          </a:xfrm>
          <a:custGeom>
            <a:avLst/>
            <a:gdLst>
              <a:gd name="textAreaLeft" fmla="*/ 0 w 101880"/>
              <a:gd name="textAreaRight" fmla="*/ 102240 w 101880"/>
              <a:gd name="textAreaTop" fmla="*/ 0 h 100080"/>
              <a:gd name="textAreaBottom" fmla="*/ 100440 h 100080"/>
              <a:gd name="GluePoint1X" fmla="*/ 17868 w 61553"/>
              <a:gd name="GluePoint1Y" fmla="*/ 16007 h 60479"/>
              <a:gd name="GluePoint2X" fmla="*/ 17868 w 61553"/>
              <a:gd name="GluePoint2Y" fmla="*/ 59663 h 60479"/>
              <a:gd name="GluePoint3X" fmla="*/ 9856 w 61553"/>
              <a:gd name="GluePoint3Y" fmla="*/ 59663 h 60479"/>
              <a:gd name="GluePoint4X" fmla="*/ 9856 w 61553"/>
              <a:gd name="GluePoint4Y" fmla="*/ 30761 h 60479"/>
              <a:gd name="GluePoint5X" fmla="*/ 5714 w 61553"/>
              <a:gd name="GluePoint5Y" fmla="*/ 36202 h 60479"/>
              <a:gd name="GluePoint6X" fmla="*/ 5654 w 61553"/>
              <a:gd name="GluePoint6Y" fmla="*/ 36323 h 60479"/>
              <a:gd name="GluePoint7X" fmla="*/ 5442 w 61553"/>
              <a:gd name="GluePoint7Y" fmla="*/ 36202 h 60479"/>
              <a:gd name="GluePoint8X" fmla="*/ 0 w 61553"/>
              <a:gd name="GluePoint8Y" fmla="*/ 31305 h 60479"/>
              <a:gd name="GluePoint9X" fmla="*/ 0 w 61553"/>
              <a:gd name="GluePoint9Y" fmla="*/ 31063 h 60479"/>
              <a:gd name="GluePoint10X" fmla="*/ 12668 w 61553"/>
              <a:gd name="GluePoint10Y" fmla="*/ 14 h 60479"/>
              <a:gd name="GluePoint11X" fmla="*/ 21465 w 61553"/>
              <a:gd name="GluePoint11Y" fmla="*/ 2100 h 60479"/>
              <a:gd name="GluePoint12X" fmla="*/ 22251 w 61553"/>
              <a:gd name="GluePoint12Y" fmla="*/ 3400 h 60479"/>
              <a:gd name="GluePoint13X" fmla="*/ 21647 w 61553"/>
              <a:gd name="GluePoint13Y" fmla="*/ 5123 h 60479"/>
              <a:gd name="GluePoint14X" fmla="*/ 17868 w 61553"/>
              <a:gd name="GluePoint14Y" fmla="*/ 16098 h 60479"/>
              <a:gd name="GluePoint15X" fmla="*/ 32077 w 61553"/>
              <a:gd name="GluePoint15Y" fmla="*/ 13437 h 60479"/>
              <a:gd name="GluePoint16X" fmla="*/ 37247 w 61553"/>
              <a:gd name="GluePoint16Y" fmla="*/ 13437 h 60479"/>
              <a:gd name="GluePoint17X" fmla="*/ 37247 w 61553"/>
              <a:gd name="GluePoint17Y" fmla="*/ 226 h 60479"/>
              <a:gd name="GluePoint18X" fmla="*/ 40089 w 61553"/>
              <a:gd name="GluePoint18Y" fmla="*/ 226 h 60479"/>
              <a:gd name="GluePoint19X" fmla="*/ 44956 w 61553"/>
              <a:gd name="GluePoint19Y" fmla="*/ 407 h 60479"/>
              <a:gd name="GluePoint20X" fmla="*/ 46317 w 61553"/>
              <a:gd name="GluePoint20Y" fmla="*/ 1253 h 60479"/>
              <a:gd name="GluePoint21X" fmla="*/ 46135 w 61553"/>
              <a:gd name="GluePoint21Y" fmla="*/ 2977 h 60479"/>
              <a:gd name="GluePoint22X" fmla="*/ 45531 w 61553"/>
              <a:gd name="GluePoint22Y" fmla="*/ 5667 h 60479"/>
              <a:gd name="GluePoint23X" fmla="*/ 45531 w 61553"/>
              <a:gd name="GluePoint23Y" fmla="*/ 13437 h 60479"/>
              <a:gd name="GluePoint24X" fmla="*/ 58198 w 61553"/>
              <a:gd name="GluePoint24Y" fmla="*/ 13437 h 60479"/>
              <a:gd name="GluePoint25X" fmla="*/ 58198 w 61553"/>
              <a:gd name="GluePoint25Y" fmla="*/ 20421 h 60479"/>
              <a:gd name="GluePoint26X" fmla="*/ 45531 w 61553"/>
              <a:gd name="GluePoint26Y" fmla="*/ 20421 h 60479"/>
              <a:gd name="GluePoint27X" fmla="*/ 45531 w 61553"/>
              <a:gd name="GluePoint27Y" fmla="*/ 31819 h 60479"/>
              <a:gd name="GluePoint28X" fmla="*/ 61554 w 61553"/>
              <a:gd name="GluePoint28Y" fmla="*/ 31819 h 60479"/>
              <a:gd name="GluePoint29X" fmla="*/ 61554 w 61553"/>
              <a:gd name="GluePoint29Y" fmla="*/ 39075 h 60479"/>
              <a:gd name="GluePoint30X" fmla="*/ 45531 w 61553"/>
              <a:gd name="GluePoint30Y" fmla="*/ 39075 h 60479"/>
              <a:gd name="GluePoint31X" fmla="*/ 45531 w 61553"/>
              <a:gd name="GluePoint31Y" fmla="*/ 60479 h 60479"/>
              <a:gd name="GluePoint32X" fmla="*/ 37519 w 61553"/>
              <a:gd name="GluePoint32Y" fmla="*/ 60479 h 60479"/>
              <a:gd name="GluePoint33X" fmla="*/ 37519 w 61553"/>
              <a:gd name="GluePoint33Y" fmla="*/ 39075 h 60479"/>
              <a:gd name="GluePoint34X" fmla="*/ 19923 w 61553"/>
              <a:gd name="GluePoint34Y" fmla="*/ 39075 h 60479"/>
              <a:gd name="GluePoint35X" fmla="*/ 19923 w 61553"/>
              <a:gd name="GluePoint35Y" fmla="*/ 31819 h 60479"/>
              <a:gd name="GluePoint36X" fmla="*/ 37519 w 61553"/>
              <a:gd name="GluePoint36Y" fmla="*/ 31819 h 60479"/>
              <a:gd name="GluePoint37X" fmla="*/ 37519 w 61553"/>
              <a:gd name="GluePoint37Y" fmla="*/ 20421 h 60479"/>
              <a:gd name="GluePoint38X" fmla="*/ 30293 w 61553"/>
              <a:gd name="GluePoint38Y" fmla="*/ 20421 h 60479"/>
              <a:gd name="GluePoint39X" fmla="*/ 26423 w 61553"/>
              <a:gd name="GluePoint39Y" fmla="*/ 29733 h 60479"/>
              <a:gd name="GluePoint40X" fmla="*/ 19682 w 61553"/>
              <a:gd name="GluePoint40Y" fmla="*/ 27163 h 60479"/>
              <a:gd name="GluePoint41X" fmla="*/ 25879 w 61553"/>
              <a:gd name="GluePoint41Y" fmla="*/ 5426 h 60479"/>
              <a:gd name="GluePoint42X" fmla="*/ 33105 w 61553"/>
              <a:gd name="GluePoint42Y" fmla="*/ 6967 h 60479"/>
              <a:gd name="GluePoint43X" fmla="*/ 33861 w 61553"/>
              <a:gd name="GluePoint43Y" fmla="*/ 7270 h 60479"/>
              <a:gd name="GluePoint44X" fmla="*/ 33649 w 61553"/>
              <a:gd name="GluePoint44Y" fmla="*/ 8267 h 60479"/>
              <a:gd name="GluePoint45X" fmla="*/ 32954 w 61553"/>
              <a:gd name="GluePoint45Y" fmla="*/ 10565 h 60479"/>
              <a:gd name="GluePoint46X" fmla="*/ 32077 w 61553"/>
              <a:gd name="GluePoint46Y" fmla="*/ 13437 h 60479"/>
            </a:gdLst>
            <a:ahLst/>
            <a:cxnLst/>
            <a:rect l="textAreaLeft" t="textAreaTop" r="textAreaRight" b="textAreaBottom"/>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68" name="任意多边形: 形状 40"/>
          <p:cNvSpPr>
            <a:spLocks noGrp="1"/>
          </p:cNvSpPr>
          <p:nvPr/>
        </p:nvSpPr>
        <p:spPr>
          <a:xfrm>
            <a:off x="11233800" y="6560640"/>
            <a:ext cx="102960" cy="96480"/>
          </a:xfrm>
          <a:custGeom>
            <a:avLst/>
            <a:gdLst>
              <a:gd name="textAreaLeft" fmla="*/ 0 w 102960"/>
              <a:gd name="textAreaRight" fmla="*/ 103320 w 102960"/>
              <a:gd name="textAreaTop" fmla="*/ 0 h 96480"/>
              <a:gd name="textAreaBottom" fmla="*/ 96840 h 96480"/>
              <a:gd name="GluePoint1X" fmla="*/ 41389 w 62067"/>
              <a:gd name="GluePoint1Y" fmla="*/ 23037 h 58137"/>
              <a:gd name="GluePoint2X" fmla="*/ 41389 w 62067"/>
              <a:gd name="GluePoint2Y" fmla="*/ 6742 h 58137"/>
              <a:gd name="GluePoint3X" fmla="*/ 46558 w 62067"/>
              <a:gd name="GluePoint3Y" fmla="*/ 6742 h 58137"/>
              <a:gd name="GluePoint4X" fmla="*/ 46558 w 62067"/>
              <a:gd name="GluePoint4Y" fmla="*/ 23037 h 58137"/>
              <a:gd name="GluePoint5X" fmla="*/ 41389 w 62067"/>
              <a:gd name="GluePoint5Y" fmla="*/ 23037 h 58137"/>
              <a:gd name="GluePoint6X" fmla="*/ 1300 w 62067"/>
              <a:gd name="GluePoint6Y" fmla="*/ 8526 h 58137"/>
              <a:gd name="GluePoint7X" fmla="*/ 9312 w 62067"/>
              <a:gd name="GluePoint7Y" fmla="*/ 8526 h 58137"/>
              <a:gd name="GluePoint8X" fmla="*/ 0 w 62067"/>
              <a:gd name="GluePoint8Y" fmla="*/ 30505 h 58137"/>
              <a:gd name="GluePoint9X" fmla="*/ 2419 w 62067"/>
              <a:gd name="GluePoint9Y" fmla="*/ 34133 h 58137"/>
              <a:gd name="GluePoint10X" fmla="*/ 4656 w 62067"/>
              <a:gd name="GluePoint10Y" fmla="*/ 37489 h 58137"/>
              <a:gd name="GluePoint11X" fmla="*/ 6984 w 62067"/>
              <a:gd name="GluePoint11Y" fmla="*/ 34889 h 58137"/>
              <a:gd name="GluePoint12X" fmla="*/ 6984 w 62067"/>
              <a:gd name="GluePoint12Y" fmla="*/ 51396 h 58137"/>
              <a:gd name="GluePoint13X" fmla="*/ 14240 w 62067"/>
              <a:gd name="GluePoint13Y" fmla="*/ 51396 h 58137"/>
              <a:gd name="GluePoint14X" fmla="*/ 14240 w 62067"/>
              <a:gd name="GluePoint14Y" fmla="*/ 45500 h 58137"/>
              <a:gd name="GluePoint15X" fmla="*/ 19137 w 62067"/>
              <a:gd name="GluePoint15Y" fmla="*/ 45500 h 58137"/>
              <a:gd name="GluePoint16X" fmla="*/ 19137 w 62067"/>
              <a:gd name="GluePoint16Y" fmla="*/ 47586 h 58137"/>
              <a:gd name="GluePoint17X" fmla="*/ 26877 w 62067"/>
              <a:gd name="GluePoint17Y" fmla="*/ 47586 h 58137"/>
              <a:gd name="GluePoint18X" fmla="*/ 26877 w 62067"/>
              <a:gd name="GluePoint18Y" fmla="*/ 29991 h 58137"/>
              <a:gd name="GluePoint19X" fmla="*/ 33347 w 62067"/>
              <a:gd name="GluePoint19Y" fmla="*/ 29991 h 58137"/>
              <a:gd name="GluePoint20X" fmla="*/ 33347 w 62067"/>
              <a:gd name="GluePoint20Y" fmla="*/ 31533 h 58137"/>
              <a:gd name="GluePoint21X" fmla="*/ 22221 w 62067"/>
              <a:gd name="GluePoint21Y" fmla="*/ 52696 h 58137"/>
              <a:gd name="GluePoint22X" fmla="*/ 29961 w 62067"/>
              <a:gd name="GluePoint22Y" fmla="*/ 58138 h 58137"/>
              <a:gd name="GluePoint23X" fmla="*/ 41086 w 62067"/>
              <a:gd name="GluePoint23Y" fmla="*/ 31049 h 58137"/>
              <a:gd name="GluePoint24X" fmla="*/ 41086 w 62067"/>
              <a:gd name="GluePoint24Y" fmla="*/ 30021 h 58137"/>
              <a:gd name="GluePoint25X" fmla="*/ 46528 w 62067"/>
              <a:gd name="GluePoint25Y" fmla="*/ 30021 h 58137"/>
              <a:gd name="GluePoint26X" fmla="*/ 46528 w 62067"/>
              <a:gd name="GluePoint26Y" fmla="*/ 57896 h 58137"/>
              <a:gd name="GluePoint27X" fmla="*/ 54812 w 62067"/>
              <a:gd name="GluePoint27Y" fmla="*/ 57896 h 58137"/>
              <a:gd name="GluePoint28X" fmla="*/ 54812 w 62067"/>
              <a:gd name="GluePoint28Y" fmla="*/ 30021 h 58137"/>
              <a:gd name="GluePoint29X" fmla="*/ 62068 w 62067"/>
              <a:gd name="GluePoint29Y" fmla="*/ 30021 h 58137"/>
              <a:gd name="GluePoint30X" fmla="*/ 62068 w 62067"/>
              <a:gd name="GluePoint30Y" fmla="*/ 22765 h 58137"/>
              <a:gd name="GluePoint31X" fmla="*/ 54812 w 62067"/>
              <a:gd name="GluePoint31Y" fmla="*/ 22765 h 58137"/>
              <a:gd name="GluePoint32X" fmla="*/ 54812 w 62067"/>
              <a:gd name="GluePoint32Y" fmla="*/ 6984 h 58137"/>
              <a:gd name="GluePoint33X" fmla="*/ 59740 w 62067"/>
              <a:gd name="GluePoint33Y" fmla="*/ 6984 h 58137"/>
              <a:gd name="GluePoint34X" fmla="*/ 59740 w 62067"/>
              <a:gd name="GluePoint34Y" fmla="*/ 0 h 58137"/>
              <a:gd name="GluePoint35X" fmla="*/ 27663 w 62067"/>
              <a:gd name="GluePoint35Y" fmla="*/ 0 h 58137"/>
              <a:gd name="GluePoint36X" fmla="*/ 27663 w 62067"/>
              <a:gd name="GluePoint36Y" fmla="*/ 1542 h 58137"/>
              <a:gd name="GluePoint37X" fmla="*/ 1270 w 62067"/>
              <a:gd name="GluePoint37Y" fmla="*/ 1542 h 58137"/>
              <a:gd name="GluePoint38X" fmla="*/ 1270 w 62067"/>
              <a:gd name="GluePoint38Y" fmla="*/ 8526 h 58137"/>
              <a:gd name="GluePoint39X" fmla="*/ 17081 w 62067"/>
              <a:gd name="GluePoint39Y" fmla="*/ 10914 h 58137"/>
              <a:gd name="GluePoint40X" fmla="*/ 17595 w 62067"/>
              <a:gd name="GluePoint40Y" fmla="*/ 8526 h 58137"/>
              <a:gd name="GluePoint41X" fmla="*/ 28207 w 62067"/>
              <a:gd name="GluePoint41Y" fmla="*/ 8526 h 58137"/>
              <a:gd name="GluePoint42X" fmla="*/ 28207 w 62067"/>
              <a:gd name="GluePoint42Y" fmla="*/ 6984 h 58137"/>
              <a:gd name="GluePoint43X" fmla="*/ 33377 w 62067"/>
              <a:gd name="GluePoint43Y" fmla="*/ 6984 h 58137"/>
              <a:gd name="GluePoint44X" fmla="*/ 33377 w 62067"/>
              <a:gd name="GluePoint44Y" fmla="*/ 23007 h 58137"/>
              <a:gd name="GluePoint45X" fmla="*/ 26907 w 62067"/>
              <a:gd name="GluePoint45Y" fmla="*/ 23007 h 58137"/>
              <a:gd name="GluePoint46X" fmla="*/ 26907 w 62067"/>
              <a:gd name="GluePoint46Y" fmla="*/ 18351 h 58137"/>
              <a:gd name="GluePoint47X" fmla="*/ 15026 w 62067"/>
              <a:gd name="GluePoint47Y" fmla="*/ 18351 h 58137"/>
              <a:gd name="GluePoint48X" fmla="*/ 17081 w 62067"/>
              <a:gd name="GluePoint48Y" fmla="*/ 10914 h 58137"/>
              <a:gd name="GluePoint49X" fmla="*/ 19168 w 62067"/>
              <a:gd name="GluePoint49Y" fmla="*/ 25093 h 58137"/>
              <a:gd name="GluePoint50X" fmla="*/ 19168 w 62067"/>
              <a:gd name="GluePoint50Y" fmla="*/ 39333 h 58137"/>
              <a:gd name="GluePoint51X" fmla="*/ 14270 w 62067"/>
              <a:gd name="GluePoint51Y" fmla="*/ 39333 h 58137"/>
              <a:gd name="GluePoint52X" fmla="*/ 14270 w 62067"/>
              <a:gd name="GluePoint52Y" fmla="*/ 25093 h 58137"/>
              <a:gd name="GluePoint53X" fmla="*/ 19168 w 62067"/>
              <a:gd name="GluePoint53Y" fmla="*/ 25093 h 58137"/>
            </a:gdLst>
            <a:ahLst/>
            <a:cxnLst/>
            <a:rect l="textAreaLeft" t="textAreaTop" r="textAreaRight" b="textAreaBottom"/>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69" name="任意多边形: 形状 41"/>
          <p:cNvSpPr>
            <a:spLocks noGrp="1"/>
          </p:cNvSpPr>
          <p:nvPr/>
        </p:nvSpPr>
        <p:spPr>
          <a:xfrm>
            <a:off x="11384280" y="6557040"/>
            <a:ext cx="97560" cy="100440"/>
          </a:xfrm>
          <a:custGeom>
            <a:avLst/>
            <a:gdLst>
              <a:gd name="textAreaLeft" fmla="*/ 0 w 97560"/>
              <a:gd name="textAreaRight" fmla="*/ 97920 w 97560"/>
              <a:gd name="textAreaTop" fmla="*/ 0 h 100440"/>
              <a:gd name="textAreaBottom" fmla="*/ 100800 h 100440"/>
              <a:gd name="GluePoint1X" fmla="*/ 33347 w 58953"/>
              <a:gd name="GluePoint1Y" fmla="*/ 6845 h 60598"/>
              <a:gd name="GluePoint2X" fmla="*/ 55084 w 58953"/>
              <a:gd name="GluePoint2Y" fmla="*/ 6845 h 60598"/>
              <a:gd name="GluePoint3X" fmla="*/ 55084 w 58953"/>
              <a:gd name="GluePoint3Y" fmla="*/ 19271 h 60598"/>
              <a:gd name="GluePoint4X" fmla="*/ 46800 w 58953"/>
              <a:gd name="GluePoint4Y" fmla="*/ 19271 h 60598"/>
              <a:gd name="GluePoint5X" fmla="*/ 46800 w 58953"/>
              <a:gd name="GluePoint5Y" fmla="*/ 13829 h 60598"/>
              <a:gd name="GluePoint6X" fmla="*/ 10340 w 58953"/>
              <a:gd name="GluePoint6Y" fmla="*/ 13829 h 60598"/>
              <a:gd name="GluePoint7X" fmla="*/ 10340 w 58953"/>
              <a:gd name="GluePoint7Y" fmla="*/ 19785 h 60598"/>
              <a:gd name="GluePoint8X" fmla="*/ 2328 w 58953"/>
              <a:gd name="GluePoint8Y" fmla="*/ 19785 h 60598"/>
              <a:gd name="GluePoint9X" fmla="*/ 2328 w 58953"/>
              <a:gd name="GluePoint9Y" fmla="*/ 6845 h 60598"/>
              <a:gd name="GluePoint10X" fmla="*/ 24579 w 58953"/>
              <a:gd name="GluePoint10Y" fmla="*/ 6845 h 60598"/>
              <a:gd name="GluePoint11X" fmla="*/ 22765 w 58953"/>
              <a:gd name="GluePoint11Y" fmla="*/ 375 h 60598"/>
              <a:gd name="GluePoint12X" fmla="*/ 27814 w 58953"/>
              <a:gd name="GluePoint12Y" fmla="*/ 43 h 60598"/>
              <a:gd name="GluePoint13X" fmla="*/ 31472 w 58953"/>
              <a:gd name="GluePoint13Y" fmla="*/ 13 h 60598"/>
              <a:gd name="GluePoint14X" fmla="*/ 32863 w 58953"/>
              <a:gd name="GluePoint14Y" fmla="*/ 103 h 60598"/>
              <a:gd name="GluePoint15X" fmla="*/ 33044 w 58953"/>
              <a:gd name="GluePoint15Y" fmla="*/ 2220 h 60598"/>
              <a:gd name="GluePoint16X" fmla="*/ 33347 w 58953"/>
              <a:gd name="GluePoint16Y" fmla="*/ 6845 h 60598"/>
              <a:gd name="GluePoint17X" fmla="*/ 8284 w 58953"/>
              <a:gd name="GluePoint17Y" fmla="*/ 31666 h 60598"/>
              <a:gd name="GluePoint18X" fmla="*/ 2086 w 58953"/>
              <a:gd name="GluePoint18Y" fmla="*/ 26496 h 60598"/>
              <a:gd name="GluePoint19X" fmla="*/ 19168 w 58953"/>
              <a:gd name="GluePoint19Y" fmla="*/ 14343 h 60598"/>
              <a:gd name="GluePoint20X" fmla="*/ 26393 w 58953"/>
              <a:gd name="GluePoint20Y" fmla="*/ 18757 h 60598"/>
              <a:gd name="GluePoint21X" fmla="*/ 25879 w 58953"/>
              <a:gd name="GluePoint21Y" fmla="*/ 20208 h 60598"/>
              <a:gd name="GluePoint22X" fmla="*/ 25365 w 58953"/>
              <a:gd name="GluePoint22Y" fmla="*/ 20571 h 60598"/>
              <a:gd name="GluePoint23X" fmla="*/ 8284 w 58953"/>
              <a:gd name="GluePoint23Y" fmla="*/ 31696 h 60598"/>
              <a:gd name="GluePoint24X" fmla="*/ 54056 w 58953"/>
              <a:gd name="GluePoint24Y" fmla="*/ 26496 h 60598"/>
              <a:gd name="GluePoint25X" fmla="*/ 47858 w 58953"/>
              <a:gd name="GluePoint25Y" fmla="*/ 32694 h 60598"/>
              <a:gd name="GluePoint26X" fmla="*/ 32379 w 58953"/>
              <a:gd name="GluePoint26Y" fmla="*/ 21629 h 60598"/>
              <a:gd name="GluePoint27X" fmla="*/ 30263 w 58953"/>
              <a:gd name="GluePoint27Y" fmla="*/ 20268 h 60598"/>
              <a:gd name="GluePoint28X" fmla="*/ 36219 w 58953"/>
              <a:gd name="GluePoint28Y" fmla="*/ 15099 h 60598"/>
              <a:gd name="GluePoint29X" fmla="*/ 54056 w 58953"/>
              <a:gd name="GluePoint29Y" fmla="*/ 26466 h 60598"/>
              <a:gd name="GluePoint30X" fmla="*/ 29749 w 58953"/>
              <a:gd name="GluePoint30Y" fmla="*/ 31908 h 60598"/>
              <a:gd name="GluePoint31X" fmla="*/ 43444 w 58953"/>
              <a:gd name="GluePoint31Y" fmla="*/ 31908 h 60598"/>
              <a:gd name="GluePoint32X" fmla="*/ 43444 w 58953"/>
              <a:gd name="GluePoint32Y" fmla="*/ 49262 h 60598"/>
              <a:gd name="GluePoint33X" fmla="*/ 43717 w 58953"/>
              <a:gd name="GluePoint33Y" fmla="*/ 51166 h 60598"/>
              <a:gd name="GluePoint34X" fmla="*/ 44744 w 58953"/>
              <a:gd name="GluePoint34Y" fmla="*/ 51590 h 60598"/>
              <a:gd name="GluePoint35X" fmla="*/ 47344 w 58953"/>
              <a:gd name="GluePoint35Y" fmla="*/ 51590 h 60598"/>
              <a:gd name="GluePoint36X" fmla="*/ 49763 w 58953"/>
              <a:gd name="GluePoint36Y" fmla="*/ 50592 h 60598"/>
              <a:gd name="GluePoint37X" fmla="*/ 50428 w 58953"/>
              <a:gd name="GluePoint37Y" fmla="*/ 45120 h 60598"/>
              <a:gd name="GluePoint38X" fmla="*/ 58954 w 58953"/>
              <a:gd name="GluePoint38Y" fmla="*/ 47720 h 60598"/>
              <a:gd name="GluePoint39X" fmla="*/ 57170 w 58953"/>
              <a:gd name="GluePoint39Y" fmla="*/ 56971 h 60598"/>
              <a:gd name="GluePoint40X" fmla="*/ 51456 w 58953"/>
              <a:gd name="GluePoint40Y" fmla="*/ 59027 h 60598"/>
              <a:gd name="GluePoint41X" fmla="*/ 42144 w 58953"/>
              <a:gd name="GluePoint41Y" fmla="*/ 59027 h 60598"/>
              <a:gd name="GluePoint42X" fmla="*/ 36310 w 58953"/>
              <a:gd name="GluePoint42Y" fmla="*/ 58120 h 60598"/>
              <a:gd name="GluePoint43X" fmla="*/ 35372 w 58953"/>
              <a:gd name="GluePoint43Y" fmla="*/ 56820 h 60598"/>
              <a:gd name="GluePoint44X" fmla="*/ 35161 w 58953"/>
              <a:gd name="GluePoint44Y" fmla="*/ 54371 h 60598"/>
              <a:gd name="GluePoint45X" fmla="*/ 35161 w 58953"/>
              <a:gd name="GluePoint45Y" fmla="*/ 38922 h 60598"/>
              <a:gd name="GluePoint46X" fmla="*/ 28449 w 58953"/>
              <a:gd name="GluePoint46Y" fmla="*/ 38922 h 60598"/>
              <a:gd name="GluePoint47X" fmla="*/ 5412 w 58953"/>
              <a:gd name="GluePoint47Y" fmla="*/ 60599 h 60598"/>
              <a:gd name="GluePoint48X" fmla="*/ 0 w 58953"/>
              <a:gd name="GluePoint48Y" fmla="*/ 52890 h 60598"/>
              <a:gd name="GluePoint49X" fmla="*/ 19651 w 58953"/>
              <a:gd name="GluePoint49Y" fmla="*/ 39194 h 60598"/>
              <a:gd name="GluePoint50X" fmla="*/ 5170 w 58953"/>
              <a:gd name="GluePoint50Y" fmla="*/ 39194 h 60598"/>
              <a:gd name="GluePoint51X" fmla="*/ 5170 w 58953"/>
              <a:gd name="GluePoint51Y" fmla="*/ 32210 h 60598"/>
              <a:gd name="GluePoint52X" fmla="*/ 20951 w 58953"/>
              <a:gd name="GluePoint52Y" fmla="*/ 32210 h 60598"/>
              <a:gd name="GluePoint53X" fmla="*/ 21344 w 58953"/>
              <a:gd name="GluePoint53Y" fmla="*/ 28068 h 60598"/>
              <a:gd name="GluePoint54X" fmla="*/ 21737 w 58953"/>
              <a:gd name="GluePoint54Y" fmla="*/ 23927 h 60598"/>
              <a:gd name="GluePoint55X" fmla="*/ 31563 w 58953"/>
              <a:gd name="GluePoint55Y" fmla="*/ 24713 h 60598"/>
              <a:gd name="GluePoint56X" fmla="*/ 31140 w 58953"/>
              <a:gd name="GluePoint56Y" fmla="*/ 26375 h 60598"/>
              <a:gd name="GluePoint57X" fmla="*/ 29749 w 58953"/>
              <a:gd name="GluePoint57Y" fmla="*/ 31969 h 60598"/>
            </a:gdLst>
            <a:ahLst/>
            <a:cxnLst/>
            <a:rect l="textAreaLeft" t="textAreaTop" r="textAreaRight" b="textAreaBottom"/>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70" name="任意多边形: 形状 42"/>
          <p:cNvSpPr>
            <a:spLocks noGrp="1"/>
          </p:cNvSpPr>
          <p:nvPr/>
        </p:nvSpPr>
        <p:spPr>
          <a:xfrm>
            <a:off x="11530440" y="6557040"/>
            <a:ext cx="100800" cy="99720"/>
          </a:xfrm>
          <a:custGeom>
            <a:avLst/>
            <a:gdLst>
              <a:gd name="textAreaLeft" fmla="*/ 0 w 100800"/>
              <a:gd name="textAreaRight" fmla="*/ 101160 w 100800"/>
              <a:gd name="textAreaTop" fmla="*/ 0 h 99720"/>
              <a:gd name="textAreaBottom" fmla="*/ 100080 h 99720"/>
              <a:gd name="GluePoint1X" fmla="*/ 20165 w 60798"/>
              <a:gd name="GluePoint1Y" fmla="*/ 23793 h 60193"/>
              <a:gd name="GluePoint2X" fmla="*/ 20165 w 60798"/>
              <a:gd name="GluePoint2Y" fmla="*/ 33105 h 60193"/>
              <a:gd name="GluePoint3X" fmla="*/ 13181 w 60798"/>
              <a:gd name="GluePoint3Y" fmla="*/ 33105 h 60193"/>
              <a:gd name="GluePoint4X" fmla="*/ 13181 w 60798"/>
              <a:gd name="GluePoint4Y" fmla="*/ 23793 h 60193"/>
              <a:gd name="GluePoint5X" fmla="*/ 20165 w 60798"/>
              <a:gd name="GluePoint5Y" fmla="*/ 23793 h 60193"/>
              <a:gd name="GluePoint6X" fmla="*/ 30505 w 60798"/>
              <a:gd name="GluePoint6Y" fmla="*/ 8526 h 60193"/>
              <a:gd name="GluePoint7X" fmla="*/ 26756 w 60798"/>
              <a:gd name="GluePoint7Y" fmla="*/ 1935 h 60193"/>
              <a:gd name="GluePoint8X" fmla="*/ 25607 w 60798"/>
              <a:gd name="GluePoint8Y" fmla="*/ 0 h 60193"/>
              <a:gd name="GluePoint9X" fmla="*/ 5170 w 60798"/>
              <a:gd name="GluePoint9Y" fmla="*/ 4656 h 60193"/>
              <a:gd name="GluePoint10X" fmla="*/ 5170 w 60798"/>
              <a:gd name="GluePoint10Y" fmla="*/ 35433 h 60193"/>
              <a:gd name="GluePoint11X" fmla="*/ 4112 w 60798"/>
              <a:gd name="GluePoint11Y" fmla="*/ 45047 h 60193"/>
              <a:gd name="GluePoint12X" fmla="*/ 0 w 60798"/>
              <a:gd name="GluePoint12Y" fmla="*/ 55296 h 60193"/>
              <a:gd name="GluePoint13X" fmla="*/ 6470 w 60798"/>
              <a:gd name="GluePoint13Y" fmla="*/ 60193 h 60193"/>
              <a:gd name="GluePoint14X" fmla="*/ 12940 w 60798"/>
              <a:gd name="GluePoint14Y" fmla="*/ 39575 h 60193"/>
              <a:gd name="GluePoint15X" fmla="*/ 20195 w 60798"/>
              <a:gd name="GluePoint15Y" fmla="*/ 39575 h 60193"/>
              <a:gd name="GluePoint16X" fmla="*/ 20195 w 60798"/>
              <a:gd name="GluePoint16Y" fmla="*/ 41903 h 60193"/>
              <a:gd name="GluePoint17X" fmla="*/ 28479 w 60798"/>
              <a:gd name="GluePoint17Y" fmla="*/ 41903 h 60193"/>
              <a:gd name="GluePoint18X" fmla="*/ 28479 w 60798"/>
              <a:gd name="GluePoint18Y" fmla="*/ 16809 h 60193"/>
              <a:gd name="GluePoint19X" fmla="*/ 13212 w 60798"/>
              <a:gd name="GluePoint19Y" fmla="*/ 16809 h 60193"/>
              <a:gd name="GluePoint20X" fmla="*/ 13212 w 60798"/>
              <a:gd name="GluePoint20Y" fmla="*/ 10612 h 60193"/>
              <a:gd name="GluePoint21X" fmla="*/ 30535 w 60798"/>
              <a:gd name="GluePoint21Y" fmla="*/ 8526 h 60193"/>
              <a:gd name="GluePoint22X" fmla="*/ 52877 w 60798"/>
              <a:gd name="GluePoint22Y" fmla="*/ 9705 h 60193"/>
              <a:gd name="GluePoint23X" fmla="*/ 60254 w 60798"/>
              <a:gd name="GluePoint23Y" fmla="*/ 9312 h 60193"/>
              <a:gd name="GluePoint24X" fmla="*/ 55084 w 60798"/>
              <a:gd name="GluePoint24Y" fmla="*/ 514 h 60193"/>
              <a:gd name="GluePoint25X" fmla="*/ 32319 w 60798"/>
              <a:gd name="GluePoint25Y" fmla="*/ 4142 h 60193"/>
              <a:gd name="GluePoint26X" fmla="*/ 32319 w 60798"/>
              <a:gd name="GluePoint26Y" fmla="*/ 28963 h 60193"/>
              <a:gd name="GluePoint27X" fmla="*/ 29719 w 60798"/>
              <a:gd name="GluePoint27Y" fmla="*/ 43898 h 60193"/>
              <a:gd name="GluePoint28X" fmla="*/ 20437 w 60798"/>
              <a:gd name="GluePoint28Y" fmla="*/ 55296 h 60193"/>
              <a:gd name="GluePoint29X" fmla="*/ 28721 w 60798"/>
              <a:gd name="GluePoint29Y" fmla="*/ 59710 h 60193"/>
              <a:gd name="GluePoint30X" fmla="*/ 40361 w 60798"/>
              <a:gd name="GluePoint30Y" fmla="*/ 33135 h 60193"/>
              <a:gd name="GluePoint31X" fmla="*/ 40361 w 60798"/>
              <a:gd name="GluePoint31Y" fmla="*/ 26665 h 60193"/>
              <a:gd name="GluePoint32X" fmla="*/ 45803 w 60798"/>
              <a:gd name="GluePoint32Y" fmla="*/ 26665 h 60193"/>
              <a:gd name="GluePoint33X" fmla="*/ 45803 w 60798"/>
              <a:gd name="GluePoint33Y" fmla="*/ 59710 h 60193"/>
              <a:gd name="GluePoint34X" fmla="*/ 54328 w 60798"/>
              <a:gd name="GluePoint34Y" fmla="*/ 59710 h 60193"/>
              <a:gd name="GluePoint35X" fmla="*/ 54328 w 60798"/>
              <a:gd name="GluePoint35Y" fmla="*/ 26665 h 60193"/>
              <a:gd name="GluePoint36X" fmla="*/ 60798 w 60798"/>
              <a:gd name="GluePoint36Y" fmla="*/ 26665 h 60193"/>
              <a:gd name="GluePoint37X" fmla="*/ 60798 w 60798"/>
              <a:gd name="GluePoint37Y" fmla="*/ 19440 h 60193"/>
              <a:gd name="GluePoint38X" fmla="*/ 40603 w 60798"/>
              <a:gd name="GluePoint38Y" fmla="*/ 19440 h 60193"/>
              <a:gd name="GluePoint39X" fmla="*/ 40603 w 60798"/>
              <a:gd name="GluePoint39Y" fmla="*/ 10400 h 60193"/>
              <a:gd name="GluePoint40X" fmla="*/ 52907 w 60798"/>
              <a:gd name="GluePoint40Y" fmla="*/ 9765 h 60193"/>
            </a:gdLst>
            <a:ahLst/>
            <a:cxnLst/>
            <a:rect l="textAreaLeft" t="textAreaTop" r="textAreaRight" b="textAreaBottom"/>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72" name="任意多边形: 形状 44"/>
          <p:cNvSpPr>
            <a:spLocks noGrp="1"/>
          </p:cNvSpPr>
          <p:nvPr/>
        </p:nvSpPr>
        <p:spPr>
          <a:xfrm>
            <a:off x="10208160" y="6684120"/>
            <a:ext cx="7920" cy="44280"/>
          </a:xfrm>
          <a:custGeom>
            <a:avLst/>
            <a:gdLst>
              <a:gd name="textAreaLeft" fmla="*/ 0 w 7920"/>
              <a:gd name="textAreaRight" fmla="*/ 8280 w 7920"/>
              <a:gd name="textAreaTop" fmla="*/ 0 h 44280"/>
              <a:gd name="textAreaBottom" fmla="*/ 44640 h 44280"/>
              <a:gd name="GluePoint1X" fmla="*/ 4898 w 4897"/>
              <a:gd name="GluePoint1Y" fmla="*/ 0 h 26816"/>
              <a:gd name="GluePoint2X" fmla="*/ 4898 w 4897"/>
              <a:gd name="GluePoint2Y" fmla="*/ 26816 h 26816"/>
              <a:gd name="GluePoint3X" fmla="*/ 0 w 4897"/>
              <a:gd name="GluePoint3Y" fmla="*/ 26816 h 26816"/>
              <a:gd name="GluePoint4X" fmla="*/ 0 w 4897"/>
              <a:gd name="GluePoint4Y" fmla="*/ 0 h 26816"/>
              <a:gd name="GluePoint5X" fmla="*/ 4898 w 4897"/>
              <a:gd name="GluePoint5Y" fmla="*/ 0 h 26816"/>
            </a:gdLst>
            <a:ahLst/>
            <a:cxnLst/>
            <a:rect l="textAreaLeft" t="textAreaTop" r="textAreaRight" b="textAreaBottom"/>
            <a:pathLst>
              <a:path w="4897" h="26816">
                <a:moveTo>
                  <a:pt x="4898" y="0"/>
                </a:moveTo>
                <a:lnTo>
                  <a:pt x="4898" y="26816"/>
                </a:lnTo>
                <a:lnTo>
                  <a:pt x="0" y="26816"/>
                </a:lnTo>
                <a:lnTo>
                  <a:pt x="0" y="0"/>
                </a:lnTo>
                <a:lnTo>
                  <a:pt x="489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73" name="任意多边形: 形状 45"/>
          <p:cNvSpPr>
            <a:spLocks noGrp="1"/>
          </p:cNvSpPr>
          <p:nvPr/>
        </p:nvSpPr>
        <p:spPr>
          <a:xfrm>
            <a:off x="1022508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74" name="任意多边形: 形状 46"/>
          <p:cNvSpPr>
            <a:spLocks noGrp="1"/>
          </p:cNvSpPr>
          <p:nvPr/>
        </p:nvSpPr>
        <p:spPr>
          <a:xfrm>
            <a:off x="10261080" y="6695640"/>
            <a:ext cx="22680" cy="33120"/>
          </a:xfrm>
          <a:custGeom>
            <a:avLst/>
            <a:gdLst>
              <a:gd name="textAreaLeft" fmla="*/ 0 w 22680"/>
              <a:gd name="textAreaRight" fmla="*/ 23040 w 22680"/>
              <a:gd name="textAreaTop" fmla="*/ 0 h 33120"/>
              <a:gd name="textAreaBottom" fmla="*/ 33480 h 33120"/>
              <a:gd name="GluePoint1X" fmla="*/ 96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75" name="任意多边形: 形状 47"/>
          <p:cNvSpPr>
            <a:spLocks noGrp="1"/>
          </p:cNvSpPr>
          <p:nvPr/>
        </p:nvSpPr>
        <p:spPr>
          <a:xfrm>
            <a:off x="1028772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5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76" name="任意多边形: 形状 48"/>
          <p:cNvSpPr>
            <a:spLocks noGrp="1"/>
          </p:cNvSpPr>
          <p:nvPr/>
        </p:nvSpPr>
        <p:spPr>
          <a:xfrm>
            <a:off x="1031328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87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77" name="任意多边形: 形状 49"/>
          <p:cNvSpPr>
            <a:spLocks noGrp="1"/>
          </p:cNvSpPr>
          <p:nvPr/>
        </p:nvSpPr>
        <p:spPr>
          <a:xfrm>
            <a:off x="1032768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8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78" name="任意多边形: 形状 50"/>
          <p:cNvSpPr>
            <a:spLocks noGrp="1"/>
          </p:cNvSpPr>
          <p:nvPr/>
        </p:nvSpPr>
        <p:spPr>
          <a:xfrm>
            <a:off x="10353960" y="6696360"/>
            <a:ext cx="28800" cy="32400"/>
          </a:xfrm>
          <a:custGeom>
            <a:avLst/>
            <a:gdLst>
              <a:gd name="textAreaLeft" fmla="*/ 0 w 28800"/>
              <a:gd name="textAreaRight" fmla="*/ 29160 w 28800"/>
              <a:gd name="textAreaTop" fmla="*/ 0 h 32400"/>
              <a:gd name="textAreaBottom" fmla="*/ 32760 h 32400"/>
              <a:gd name="GluePoint1X" fmla="*/ 17444 w 17595"/>
              <a:gd name="GluePoint1Y" fmla="*/ 13544 h 19772"/>
              <a:gd name="GluePoint2X" fmla="*/ 17595 w 17595"/>
              <a:gd name="GluePoint2Y" fmla="*/ 19349 h 19772"/>
              <a:gd name="GluePoint3X" fmla="*/ 13302 w 17595"/>
              <a:gd name="GluePoint3Y" fmla="*/ 19349 h 19772"/>
              <a:gd name="GluePoint4X" fmla="*/ 13061 w 17595"/>
              <a:gd name="GluePoint4Y" fmla="*/ 16416 h 19772"/>
              <a:gd name="GluePoint5X" fmla="*/ 12940 w 17595"/>
              <a:gd name="GluePoint5Y" fmla="*/ 16416 h 19772"/>
              <a:gd name="GluePoint6X" fmla="*/ 6742 w 17595"/>
              <a:gd name="GluePoint6Y" fmla="*/ 19772 h 19772"/>
              <a:gd name="GluePoint7X" fmla="*/ 0 w 17595"/>
              <a:gd name="GluePoint7Y" fmla="*/ 11337 h 19772"/>
              <a:gd name="GluePoint8X" fmla="*/ 0 w 17595"/>
              <a:gd name="GluePoint8Y" fmla="*/ 0 h 19772"/>
              <a:gd name="GluePoint9X" fmla="*/ 4898 w 17595"/>
              <a:gd name="GluePoint9Y" fmla="*/ 0 h 19772"/>
              <a:gd name="GluePoint10X" fmla="*/ 4898 w 17595"/>
              <a:gd name="GluePoint10Y" fmla="*/ 10551 h 19772"/>
              <a:gd name="GluePoint11X" fmla="*/ 8526 w 17595"/>
              <a:gd name="GluePoint11Y" fmla="*/ 15842 h 19772"/>
              <a:gd name="GluePoint12X" fmla="*/ 12274 w 17595"/>
              <a:gd name="GluePoint12Y" fmla="*/ 13212 h 19772"/>
              <a:gd name="GluePoint13X" fmla="*/ 12547 w 17595"/>
              <a:gd name="GluePoint13Y" fmla="*/ 11700 h 19772"/>
              <a:gd name="GluePoint14X" fmla="*/ 12547 w 17595"/>
              <a:gd name="GluePoint14Y" fmla="*/ 0 h 19772"/>
              <a:gd name="GluePoint15X" fmla="*/ 17444 w 17595"/>
              <a:gd name="GluePoint15Y" fmla="*/ 0 h 19772"/>
              <a:gd name="GluePoint16X" fmla="*/ 17444 w 17595"/>
              <a:gd name="GluePoint16Y" fmla="*/ 13575 h 19772"/>
            </a:gdLst>
            <a:ahLst/>
            <a:cxnLst/>
            <a:rect l="textAreaLeft" t="textAreaTop" r="textAreaRight" b="textAreaBottom"/>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79" name="任意多边形: 形状 51"/>
          <p:cNvSpPr>
            <a:spLocks noGrp="1"/>
          </p:cNvSpPr>
          <p:nvPr/>
        </p:nvSpPr>
        <p:spPr>
          <a:xfrm>
            <a:off x="1038852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80" name="任意多边形: 形状 52"/>
          <p:cNvSpPr>
            <a:spLocks noGrp="1"/>
          </p:cNvSpPr>
          <p:nvPr/>
        </p:nvSpPr>
        <p:spPr>
          <a:xfrm>
            <a:off x="1041264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81" name="任意多边形: 形状 53"/>
          <p:cNvSpPr>
            <a:spLocks noGrp="1"/>
          </p:cNvSpPr>
          <p:nvPr/>
        </p:nvSpPr>
        <p:spPr>
          <a:xfrm>
            <a:off x="10460520" y="6695640"/>
            <a:ext cx="32400" cy="33480"/>
          </a:xfrm>
          <a:custGeom>
            <a:avLst/>
            <a:gdLst>
              <a:gd name="textAreaLeft" fmla="*/ 0 w 32400"/>
              <a:gd name="textAreaRight" fmla="*/ 32760 w 32400"/>
              <a:gd name="textAreaTop" fmla="*/ 0 h 33480"/>
              <a:gd name="textAreaBottom" fmla="*/ 33840 h 33480"/>
              <a:gd name="GluePoint1X" fmla="*/ 9765 w 19621"/>
              <a:gd name="GluePoint1Y" fmla="*/ 16688 h 20255"/>
              <a:gd name="GluePoint2X" fmla="*/ 498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674 w 19621"/>
              <a:gd name="GluePoint11Y" fmla="*/ 20256 h 20255"/>
              <a:gd name="GluePoint12X" fmla="*/ 9705 w 19621"/>
              <a:gd name="GluePoint12Y" fmla="*/ 20256 h 20255"/>
            </a:gdLst>
            <a:ahLst/>
            <a:cxnLst/>
            <a:rect l="textAreaLeft" t="textAreaTop" r="textAreaRight" b="textAreaBottom"/>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82" name="任意多边形: 形状 54"/>
          <p:cNvSpPr>
            <a:spLocks noGrp="1"/>
          </p:cNvSpPr>
          <p:nvPr/>
        </p:nvSpPr>
        <p:spPr>
          <a:xfrm>
            <a:off x="1049652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83" name="任意多边形: 形状 55"/>
          <p:cNvSpPr>
            <a:spLocks noGrp="1"/>
          </p:cNvSpPr>
          <p:nvPr/>
        </p:nvSpPr>
        <p:spPr>
          <a:xfrm>
            <a:off x="1053324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295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84" name="任意多边形: 形状 56"/>
          <p:cNvSpPr>
            <a:spLocks noGrp="1"/>
          </p:cNvSpPr>
          <p:nvPr/>
        </p:nvSpPr>
        <p:spPr>
          <a:xfrm>
            <a:off x="1056708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795 w 19621"/>
              <a:gd name="GluePoint3Y" fmla="*/ 3567 h 20255"/>
              <a:gd name="GluePoint4X" fmla="*/ 14512 w 19621"/>
              <a:gd name="GluePoint4Y" fmla="*/ 10098 h 20255"/>
              <a:gd name="GluePoint5X" fmla="*/ 9765 w 19621"/>
              <a:gd name="GluePoint5Y" fmla="*/ 16688 h 20255"/>
              <a:gd name="GluePoint6X" fmla="*/ 973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85" name="任意多边形: 形状 57"/>
          <p:cNvSpPr>
            <a:spLocks noGrp="1"/>
          </p:cNvSpPr>
          <p:nvPr/>
        </p:nvSpPr>
        <p:spPr>
          <a:xfrm>
            <a:off x="1060308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86" name="任意多边形: 形状 58"/>
          <p:cNvSpPr>
            <a:spLocks noGrp="1"/>
          </p:cNvSpPr>
          <p:nvPr/>
        </p:nvSpPr>
        <p:spPr>
          <a:xfrm>
            <a:off x="1062540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87" name="任意多边形: 形状 59"/>
          <p:cNvSpPr>
            <a:spLocks noGrp="1"/>
          </p:cNvSpPr>
          <p:nvPr/>
        </p:nvSpPr>
        <p:spPr>
          <a:xfrm>
            <a:off x="10648440" y="6696360"/>
            <a:ext cx="47520" cy="32040"/>
          </a:xfrm>
          <a:custGeom>
            <a:avLst/>
            <a:gdLst>
              <a:gd name="textAreaLeft" fmla="*/ 0 w 47520"/>
              <a:gd name="textAreaRight" fmla="*/ 47880 w 47520"/>
              <a:gd name="textAreaTop" fmla="*/ 0 h 32040"/>
              <a:gd name="textAreaBottom" fmla="*/ 32400 h 32040"/>
              <a:gd name="GluePoint1X" fmla="*/ 5019 w 28751"/>
              <a:gd name="GluePoint1Y" fmla="*/ 0 h 19409"/>
              <a:gd name="GluePoint2X" fmla="*/ 7044 w 28751"/>
              <a:gd name="GluePoint2Y" fmla="*/ 8798 h 19409"/>
              <a:gd name="GluePoint3X" fmla="*/ 8284 w 28751"/>
              <a:gd name="GluePoint3Y" fmla="*/ 15086 h 19409"/>
              <a:gd name="GluePoint4X" fmla="*/ 8374 w 28751"/>
              <a:gd name="GluePoint4Y" fmla="*/ 15086 h 19409"/>
              <a:gd name="GluePoint5X" fmla="*/ 9947 w 28751"/>
              <a:gd name="GluePoint5Y" fmla="*/ 8858 h 19409"/>
              <a:gd name="GluePoint6X" fmla="*/ 12486 w 28751"/>
              <a:gd name="GluePoint6Y" fmla="*/ 30 h 19409"/>
              <a:gd name="GluePoint7X" fmla="*/ 16447 w 28751"/>
              <a:gd name="GluePoint7Y" fmla="*/ 30 h 19409"/>
              <a:gd name="GluePoint8X" fmla="*/ 18865 w 28751"/>
              <a:gd name="GluePoint8Y" fmla="*/ 8616 h 19409"/>
              <a:gd name="GluePoint9X" fmla="*/ 20407 w 28751"/>
              <a:gd name="GluePoint9Y" fmla="*/ 15086 h 19409"/>
              <a:gd name="GluePoint10X" fmla="*/ 20498 w 28751"/>
              <a:gd name="GluePoint10Y" fmla="*/ 15086 h 19409"/>
              <a:gd name="GluePoint11X" fmla="*/ 21798 w 28751"/>
              <a:gd name="GluePoint11Y" fmla="*/ 8616 h 19409"/>
              <a:gd name="GluePoint12X" fmla="*/ 23944 w 28751"/>
              <a:gd name="GluePoint12Y" fmla="*/ 30 h 19409"/>
              <a:gd name="GluePoint13X" fmla="*/ 28751 w 28751"/>
              <a:gd name="GluePoint13Y" fmla="*/ 30 h 19409"/>
              <a:gd name="GluePoint14X" fmla="*/ 22675 w 28751"/>
              <a:gd name="GluePoint14Y" fmla="*/ 19409 h 19409"/>
              <a:gd name="GluePoint15X" fmla="*/ 18109 w 28751"/>
              <a:gd name="GluePoint15Y" fmla="*/ 19409 h 19409"/>
              <a:gd name="GluePoint16X" fmla="*/ 15781 w 28751"/>
              <a:gd name="GluePoint16Y" fmla="*/ 11519 h 19409"/>
              <a:gd name="GluePoint17X" fmla="*/ 14330 w 28751"/>
              <a:gd name="GluePoint17Y" fmla="*/ 5321 h 19409"/>
              <a:gd name="GluePoint18X" fmla="*/ 14240 w 28751"/>
              <a:gd name="GluePoint18Y" fmla="*/ 5321 h 19409"/>
              <a:gd name="GluePoint19X" fmla="*/ 12758 w 28751"/>
              <a:gd name="GluePoint19Y" fmla="*/ 11519 h 19409"/>
              <a:gd name="GluePoint20X" fmla="*/ 10279 w 28751"/>
              <a:gd name="GluePoint20Y" fmla="*/ 19409 h 19409"/>
              <a:gd name="GluePoint21X" fmla="*/ 5714 w 28751"/>
              <a:gd name="GluePoint21Y" fmla="*/ 19409 h 19409"/>
              <a:gd name="GluePoint22X" fmla="*/ 0 w 28751"/>
              <a:gd name="GluePoint22Y" fmla="*/ 30 h 19409"/>
              <a:gd name="GluePoint23X" fmla="*/ 4988 w 28751"/>
              <a:gd name="GluePoint23Y" fmla="*/ 30 h 19409"/>
            </a:gdLst>
            <a:ahLst/>
            <a:cxnLst/>
            <a:rect l="textAreaLeft" t="textAreaTop" r="textAreaRight" b="textAreaBottom"/>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600" rIns="90000" bIns="-12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88" name="任意多边形: 形状 60"/>
          <p:cNvSpPr>
            <a:spLocks noGrp="1"/>
          </p:cNvSpPr>
          <p:nvPr/>
        </p:nvSpPr>
        <p:spPr>
          <a:xfrm>
            <a:off x="1069884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88 w 16688"/>
              <a:gd name="GluePoint2Y" fmla="*/ 14058 h 20255"/>
              <a:gd name="GluePoint3X" fmla="*/ 7649 w 16688"/>
              <a:gd name="GluePoint3Y" fmla="*/ 16719 h 20255"/>
              <a:gd name="GluePoint4X" fmla="*/ 4867 w 16688"/>
              <a:gd name="GluePoint4Y" fmla="*/ 13937 h 20255"/>
              <a:gd name="GluePoint5X" fmla="*/ 11609 w 16688"/>
              <a:gd name="GluePoint5Y" fmla="*/ 10309 h 20255"/>
              <a:gd name="GluePoint6X" fmla="*/ 1160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89" name="任意多边形: 形状 61"/>
          <p:cNvSpPr>
            <a:spLocks noGrp="1"/>
          </p:cNvSpPr>
          <p:nvPr/>
        </p:nvSpPr>
        <p:spPr>
          <a:xfrm>
            <a:off x="10734480" y="6695640"/>
            <a:ext cx="18000" cy="32760"/>
          </a:xfrm>
          <a:custGeom>
            <a:avLst/>
            <a:gdLst>
              <a:gd name="textAreaLeft" fmla="*/ 0 w 18000"/>
              <a:gd name="textAreaRight" fmla="*/ 18360 w 18000"/>
              <a:gd name="textAreaTop" fmla="*/ 0 h 32760"/>
              <a:gd name="textAreaBottom" fmla="*/ 33120 h 32760"/>
              <a:gd name="GluePoint1X" fmla="*/ 151 w 11004"/>
              <a:gd name="GluePoint1Y" fmla="*/ 6651 h 19832"/>
              <a:gd name="GluePoint2X" fmla="*/ 0 w 11004"/>
              <a:gd name="GluePoint2Y" fmla="*/ 423 h 19832"/>
              <a:gd name="GluePoint3X" fmla="*/ 4233 w 11004"/>
              <a:gd name="GluePoint3Y" fmla="*/ 423 h 19832"/>
              <a:gd name="GluePoint4X" fmla="*/ 4414 w 11004"/>
              <a:gd name="GluePoint4Y" fmla="*/ 4112 h 19832"/>
              <a:gd name="GluePoint5X" fmla="*/ 4535 w 11004"/>
              <a:gd name="GluePoint5Y" fmla="*/ 4112 h 19832"/>
              <a:gd name="GluePoint6X" fmla="*/ 9856 w 11004"/>
              <a:gd name="GluePoint6Y" fmla="*/ 0 h 19832"/>
              <a:gd name="GluePoint7X" fmla="*/ 11005 w 11004"/>
              <a:gd name="GluePoint7Y" fmla="*/ 121 h 19832"/>
              <a:gd name="GluePoint8X" fmla="*/ 11005 w 11004"/>
              <a:gd name="GluePoint8Y" fmla="*/ 4716 h 19832"/>
              <a:gd name="GluePoint9X" fmla="*/ 9584 w 11004"/>
              <a:gd name="GluePoint9Y" fmla="*/ 4595 h 19832"/>
              <a:gd name="GluePoint10X" fmla="*/ 5200 w 11004"/>
              <a:gd name="GluePoint10Y" fmla="*/ 8314 h 19832"/>
              <a:gd name="GluePoint11X" fmla="*/ 5079 w 11004"/>
              <a:gd name="GluePoint11Y" fmla="*/ 9795 h 19832"/>
              <a:gd name="GluePoint12X" fmla="*/ 5079 w 11004"/>
              <a:gd name="GluePoint12Y" fmla="*/ 19833 h 19832"/>
              <a:gd name="GluePoint13X" fmla="*/ 181 w 11004"/>
              <a:gd name="GluePoint13Y" fmla="*/ 19833 h 19832"/>
              <a:gd name="GluePoint14X" fmla="*/ 181 w 11004"/>
              <a:gd name="GluePoint14Y" fmla="*/ 6681 h 19832"/>
            </a:gdLst>
            <a:ahLst/>
            <a:cxnLst/>
            <a:rect l="textAreaLeft" t="textAreaTop" r="textAreaRight" b="textAreaBottom"/>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880" rIns="90000" bIns="-11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90" name="任意多边形: 形状 62"/>
          <p:cNvSpPr>
            <a:spLocks noGrp="1"/>
          </p:cNvSpPr>
          <p:nvPr/>
        </p:nvSpPr>
        <p:spPr>
          <a:xfrm>
            <a:off x="10755720" y="6695640"/>
            <a:ext cx="29160" cy="33120"/>
          </a:xfrm>
          <a:custGeom>
            <a:avLst/>
            <a:gdLst>
              <a:gd name="textAreaLeft" fmla="*/ 0 w 29160"/>
              <a:gd name="textAreaRight" fmla="*/ 29520 w 29160"/>
              <a:gd name="textAreaTop" fmla="*/ 0 h 33120"/>
              <a:gd name="textAreaBottom" fmla="*/ 33480 h 33120"/>
              <a:gd name="GluePoint1X" fmla="*/ 4686 w 17807"/>
              <a:gd name="GluePoint1Y" fmla="*/ 8072 h 20225"/>
              <a:gd name="GluePoint2X" fmla="*/ 9161 w 17807"/>
              <a:gd name="GluePoint2Y" fmla="*/ 3356 h 20225"/>
              <a:gd name="GluePoint3X" fmla="*/ 13212 w 17807"/>
              <a:gd name="GluePoint3Y" fmla="*/ 8072 h 20225"/>
              <a:gd name="GluePoint4X" fmla="*/ 468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91" name="任意多边形: 形状 63"/>
          <p:cNvSpPr>
            <a:spLocks noGrp="1"/>
          </p:cNvSpPr>
          <p:nvPr/>
        </p:nvSpPr>
        <p:spPr>
          <a:xfrm>
            <a:off x="10803600" y="6683400"/>
            <a:ext cx="34200" cy="45720"/>
          </a:xfrm>
          <a:custGeom>
            <a:avLst/>
            <a:gdLst>
              <a:gd name="textAreaLeft" fmla="*/ 0 w 34200"/>
              <a:gd name="textAreaRight" fmla="*/ 34560 w 34200"/>
              <a:gd name="textAreaTop" fmla="*/ 0 h 45720"/>
              <a:gd name="textAreaBottom" fmla="*/ 46080 h 45720"/>
              <a:gd name="GluePoint1X" fmla="*/ 20649 w 20860"/>
              <a:gd name="GluePoint1Y" fmla="*/ 26454 h 27662"/>
              <a:gd name="GluePoint2X" fmla="*/ 13695 w 20860"/>
              <a:gd name="GluePoint2Y" fmla="*/ 27663 h 27662"/>
              <a:gd name="GluePoint3X" fmla="*/ 0 w 20860"/>
              <a:gd name="GluePoint3Y" fmla="*/ 14149 h 27662"/>
              <a:gd name="GluePoint4X" fmla="*/ 14361 w 20860"/>
              <a:gd name="GluePoint4Y" fmla="*/ 0 h 27662"/>
              <a:gd name="GluePoint5X" fmla="*/ 20861 w 20860"/>
              <a:gd name="GluePoint5Y" fmla="*/ 1179 h 27662"/>
              <a:gd name="GluePoint6X" fmla="*/ 19802 w 20860"/>
              <a:gd name="GluePoint6Y" fmla="*/ 5079 h 27662"/>
              <a:gd name="GluePoint7X" fmla="*/ 14572 w 20860"/>
              <a:gd name="GluePoint7Y" fmla="*/ 4021 h 27662"/>
              <a:gd name="GluePoint8X" fmla="*/ 5170 w 20860"/>
              <a:gd name="GluePoint8Y" fmla="*/ 13877 h 27662"/>
              <a:gd name="GluePoint9X" fmla="*/ 14512 w 20860"/>
              <a:gd name="GluePoint9Y" fmla="*/ 23521 h 27662"/>
              <a:gd name="GluePoint10X" fmla="*/ 19863 w 20860"/>
              <a:gd name="GluePoint10Y" fmla="*/ 22554 h 27662"/>
              <a:gd name="GluePoint11X" fmla="*/ 20679 w 20860"/>
              <a:gd name="GluePoint11Y" fmla="*/ 26423 h 27662"/>
            </a:gdLst>
            <a:ahLst/>
            <a:cxnLst/>
            <a:rect l="textAreaLeft" t="textAreaTop" r="textAreaRight" b="textAreaBottom"/>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92" name="任意多边形: 形状 64"/>
          <p:cNvSpPr>
            <a:spLocks noGrp="1"/>
          </p:cNvSpPr>
          <p:nvPr/>
        </p:nvSpPr>
        <p:spPr>
          <a:xfrm>
            <a:off x="10844640" y="6681600"/>
            <a:ext cx="28800" cy="46800"/>
          </a:xfrm>
          <a:custGeom>
            <a:avLst/>
            <a:gdLst>
              <a:gd name="textAreaLeft" fmla="*/ 0 w 28800"/>
              <a:gd name="textAreaRight" fmla="*/ 29160 w 28800"/>
              <a:gd name="textAreaTop" fmla="*/ 0 h 46800"/>
              <a:gd name="textAreaBottom" fmla="*/ 47160 h 46800"/>
              <a:gd name="GluePoint1X" fmla="*/ 0 w 17535"/>
              <a:gd name="GluePoint1Y" fmla="*/ 30 h 28297"/>
              <a:gd name="GluePoint2X" fmla="*/ 4898 w 17535"/>
              <a:gd name="GluePoint2Y" fmla="*/ 30 h 28297"/>
              <a:gd name="GluePoint3X" fmla="*/ 4898 w 17535"/>
              <a:gd name="GluePoint3Y" fmla="*/ 11549 h 28297"/>
              <a:gd name="GluePoint4X" fmla="*/ 4988 w 17535"/>
              <a:gd name="GluePoint4Y" fmla="*/ 11549 h 28297"/>
              <a:gd name="GluePoint5X" fmla="*/ 7407 w 17535"/>
              <a:gd name="GluePoint5Y" fmla="*/ 9342 h 28297"/>
              <a:gd name="GluePoint6X" fmla="*/ 10763 w 17535"/>
              <a:gd name="GluePoint6Y" fmla="*/ 8465 h 28297"/>
              <a:gd name="GluePoint7X" fmla="*/ 17535 w 17535"/>
              <a:gd name="GluePoint7Y" fmla="*/ 16870 h 28297"/>
              <a:gd name="GluePoint8X" fmla="*/ 17535 w 17535"/>
              <a:gd name="GluePoint8Y" fmla="*/ 28298 h 28297"/>
              <a:gd name="GluePoint9X" fmla="*/ 12637 w 17535"/>
              <a:gd name="GluePoint9Y" fmla="*/ 28298 h 28297"/>
              <a:gd name="GluePoint10X" fmla="*/ 12637 w 17535"/>
              <a:gd name="GluePoint10Y" fmla="*/ 17414 h 28297"/>
              <a:gd name="GluePoint11X" fmla="*/ 8919 w 17535"/>
              <a:gd name="GluePoint11Y" fmla="*/ 12456 h 28297"/>
              <a:gd name="GluePoint12X" fmla="*/ 5140 w 17535"/>
              <a:gd name="GluePoint12Y" fmla="*/ 15207 h 28297"/>
              <a:gd name="GluePoint13X" fmla="*/ 4928 w 17535"/>
              <a:gd name="GluePoint13Y" fmla="*/ 16688 h 28297"/>
              <a:gd name="GluePoint14X" fmla="*/ 4928 w 17535"/>
              <a:gd name="GluePoint14Y" fmla="*/ 28268 h 28297"/>
              <a:gd name="GluePoint15X" fmla="*/ 30 w 17535"/>
              <a:gd name="GluePoint15Y" fmla="*/ 28268 h 28297"/>
              <a:gd name="GluePoint16X" fmla="*/ 30 w 17535"/>
              <a:gd name="GluePoint16Y" fmla="*/ 0 h 28297"/>
            </a:gdLst>
            <a:ahLst/>
            <a:cxnLst/>
            <a:rect l="textAreaLeft" t="textAreaTop" r="textAreaRight" b="textAreaBottom"/>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160" rIns="90000" bIns="2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93" name="任意多边形: 形状 65"/>
          <p:cNvSpPr>
            <a:spLocks noGrp="1"/>
          </p:cNvSpPr>
          <p:nvPr/>
        </p:nvSpPr>
        <p:spPr>
          <a:xfrm>
            <a:off x="1088172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94" name="任意多边形: 形状 66"/>
          <p:cNvSpPr>
            <a:spLocks noGrp="1"/>
          </p:cNvSpPr>
          <p:nvPr/>
        </p:nvSpPr>
        <p:spPr>
          <a:xfrm>
            <a:off x="108990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109 w 17716"/>
              <a:gd name="GluePoint13Y" fmla="*/ 8405 h 19802"/>
              <a:gd name="GluePoint14X" fmla="*/ 5109 w 17716"/>
              <a:gd name="GluePoint14Y" fmla="*/ 19802 h 19802"/>
              <a:gd name="GluePoint15X" fmla="*/ 212 w 17716"/>
              <a:gd name="GluePoint15Y" fmla="*/ 19802 h 19802"/>
              <a:gd name="GluePoint16X" fmla="*/ 212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95" name="任意多边形: 形状 67"/>
          <p:cNvSpPr>
            <a:spLocks noGrp="1"/>
          </p:cNvSpPr>
          <p:nvPr/>
        </p:nvSpPr>
        <p:spPr>
          <a:xfrm>
            <a:off x="109350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61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96" name="任意多边形: 形状 68"/>
          <p:cNvSpPr>
            <a:spLocks noGrp="1"/>
          </p:cNvSpPr>
          <p:nvPr/>
        </p:nvSpPr>
        <p:spPr>
          <a:xfrm>
            <a:off x="10969200" y="6695640"/>
            <a:ext cx="22680" cy="33120"/>
          </a:xfrm>
          <a:custGeom>
            <a:avLst/>
            <a:gdLst>
              <a:gd name="textAreaLeft" fmla="*/ 0 w 22680"/>
              <a:gd name="textAreaRight" fmla="*/ 23040 w 22680"/>
              <a:gd name="textAreaTop" fmla="*/ 0 h 33120"/>
              <a:gd name="textAreaBottom" fmla="*/ 33480 h 33120"/>
              <a:gd name="GluePoint1X" fmla="*/ 998 w 13755"/>
              <a:gd name="GluePoint1Y" fmla="*/ 15298 h 20225"/>
              <a:gd name="GluePoint2X" fmla="*/ 5926 w 13755"/>
              <a:gd name="GluePoint2Y" fmla="*/ 16719 h 20225"/>
              <a:gd name="GluePoint3X" fmla="*/ 9040 w 13755"/>
              <a:gd name="GluePoint3Y" fmla="*/ 14542 h 20225"/>
              <a:gd name="GluePoint4X" fmla="*/ 5865 w 13755"/>
              <a:gd name="GluePoint4Y" fmla="*/ 11700 h 20225"/>
              <a:gd name="GluePoint5X" fmla="*/ 514 w 13755"/>
              <a:gd name="GluePoint5Y" fmla="*/ 6047 h 20225"/>
              <a:gd name="GluePoint6X" fmla="*/ 7860 w 13755"/>
              <a:gd name="GluePoint6Y" fmla="*/ 0 h 20225"/>
              <a:gd name="GluePoint7X" fmla="*/ 13000 w 13755"/>
              <a:gd name="GluePoint7Y" fmla="*/ 1149 h 20225"/>
              <a:gd name="GluePoint8X" fmla="*/ 12033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97" name="任意多边形: 形状 69"/>
          <p:cNvSpPr>
            <a:spLocks noGrp="1"/>
          </p:cNvSpPr>
          <p:nvPr/>
        </p:nvSpPr>
        <p:spPr>
          <a:xfrm>
            <a:off x="1099692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98" name="任意多边形: 形状 70"/>
          <p:cNvSpPr>
            <a:spLocks noGrp="1"/>
          </p:cNvSpPr>
          <p:nvPr/>
        </p:nvSpPr>
        <p:spPr>
          <a:xfrm>
            <a:off x="11043720" y="6684120"/>
            <a:ext cx="38880" cy="44280"/>
          </a:xfrm>
          <a:custGeom>
            <a:avLst/>
            <a:gdLst>
              <a:gd name="textAreaLeft" fmla="*/ 0 w 38880"/>
              <a:gd name="textAreaRight" fmla="*/ 39240 w 38880"/>
              <a:gd name="textAreaTop" fmla="*/ 0 h 44280"/>
              <a:gd name="textAreaBottom" fmla="*/ 44640 h 44280"/>
              <a:gd name="GluePoint1X" fmla="*/ 8163 w 23551"/>
              <a:gd name="GluePoint1Y" fmla="*/ 15509 h 26816"/>
              <a:gd name="GluePoint2X" fmla="*/ 10249 w 23551"/>
              <a:gd name="GluePoint2Y" fmla="*/ 8888 h 26816"/>
              <a:gd name="GluePoint3X" fmla="*/ 11519 w 23551"/>
              <a:gd name="GluePoint3Y" fmla="*/ 3870 h 26816"/>
              <a:gd name="GluePoint4X" fmla="*/ 11609 w 23551"/>
              <a:gd name="GluePoint4Y" fmla="*/ 3870 h 26816"/>
              <a:gd name="GluePoint5X" fmla="*/ 12970 w 23551"/>
              <a:gd name="GluePoint5Y" fmla="*/ 8919 h 26816"/>
              <a:gd name="GluePoint6X" fmla="*/ 15086 w 23551"/>
              <a:gd name="GluePoint6Y" fmla="*/ 15509 h 26816"/>
              <a:gd name="GluePoint7X" fmla="*/ 8163 w 23551"/>
              <a:gd name="GluePoint7Y" fmla="*/ 15509 h 26816"/>
              <a:gd name="GluePoint8X" fmla="*/ 15872 w 23551"/>
              <a:gd name="GluePoint8Y" fmla="*/ 19228 h 26816"/>
              <a:gd name="GluePoint9X" fmla="*/ 18291 w 23551"/>
              <a:gd name="GluePoint9Y" fmla="*/ 26816 h 26816"/>
              <a:gd name="GluePoint10X" fmla="*/ 23551 w 23551"/>
              <a:gd name="GluePoint10Y" fmla="*/ 26816 h 26816"/>
              <a:gd name="GluePoint11X" fmla="*/ 14844 w 23551"/>
              <a:gd name="GluePoint11Y" fmla="*/ 0 h 26816"/>
              <a:gd name="GluePoint12X" fmla="*/ 8616 w 23551"/>
              <a:gd name="GluePoint12Y" fmla="*/ 0 h 26816"/>
              <a:gd name="GluePoint13X" fmla="*/ 0 w 23551"/>
              <a:gd name="GluePoint13Y" fmla="*/ 26816 h 26816"/>
              <a:gd name="GluePoint14X" fmla="*/ 5079 w 23551"/>
              <a:gd name="GluePoint14Y" fmla="*/ 26816 h 26816"/>
              <a:gd name="GluePoint15X" fmla="*/ 7377 w 23551"/>
              <a:gd name="GluePoint15Y" fmla="*/ 19228 h 26816"/>
              <a:gd name="GluePoint16X" fmla="*/ 15902 w 23551"/>
              <a:gd name="GluePoint16Y" fmla="*/ 19228 h 26816"/>
            </a:gdLst>
            <a:ahLst/>
            <a:cxnLst/>
            <a:rect l="textAreaLeft" t="textAreaTop" r="textAreaRight" b="textAreaBottom"/>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799" name="任意多边形: 形状 71"/>
          <p:cNvSpPr>
            <a:spLocks noGrp="1"/>
          </p:cNvSpPr>
          <p:nvPr/>
        </p:nvSpPr>
        <p:spPr>
          <a:xfrm>
            <a:off x="1108584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884 w 15479"/>
              <a:gd name="GluePoint7Y" fmla="*/ 3809 h 20225"/>
              <a:gd name="GluePoint8X" fmla="*/ 4958 w 15479"/>
              <a:gd name="GluePoint8Y" fmla="*/ 10098 h 20225"/>
              <a:gd name="GluePoint9X" fmla="*/ 1091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00" name="任意多边形: 形状 72"/>
          <p:cNvSpPr>
            <a:spLocks noGrp="1"/>
          </p:cNvSpPr>
          <p:nvPr/>
        </p:nvSpPr>
        <p:spPr>
          <a:xfrm>
            <a:off x="1111536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58 w 16688"/>
              <a:gd name="GluePoint2Y" fmla="*/ 14058 h 20255"/>
              <a:gd name="GluePoint3X" fmla="*/ 7619 w 16688"/>
              <a:gd name="GluePoint3Y" fmla="*/ 16719 h 20255"/>
              <a:gd name="GluePoint4X" fmla="*/ 4807 w 16688"/>
              <a:gd name="GluePoint4Y" fmla="*/ 13937 h 20255"/>
              <a:gd name="GluePoint5X" fmla="*/ 11579 w 16688"/>
              <a:gd name="GluePoint5Y" fmla="*/ 10309 h 20255"/>
              <a:gd name="GluePoint6X" fmla="*/ 1157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01" name="任意多边形: 形状 73"/>
          <p:cNvSpPr>
            <a:spLocks noGrp="1"/>
          </p:cNvSpPr>
          <p:nvPr/>
        </p:nvSpPr>
        <p:spPr>
          <a:xfrm>
            <a:off x="11149200" y="6681600"/>
            <a:ext cx="31680" cy="47520"/>
          </a:xfrm>
          <a:custGeom>
            <a:avLst/>
            <a:gdLst>
              <a:gd name="textAreaLeft" fmla="*/ 0 w 31680"/>
              <a:gd name="textAreaRight" fmla="*/ 32040 w 31680"/>
              <a:gd name="textAreaTop" fmla="*/ 0 h 47520"/>
              <a:gd name="textAreaBottom" fmla="*/ 47880 h 47520"/>
              <a:gd name="GluePoint1X" fmla="*/ 14179 w 19228"/>
              <a:gd name="GluePoint1Y" fmla="*/ 19863 h 28690"/>
              <a:gd name="GluePoint2X" fmla="*/ 14028 w 19228"/>
              <a:gd name="GluePoint2Y" fmla="*/ 21284 h 28690"/>
              <a:gd name="GluePoint3X" fmla="*/ 9796 w 19228"/>
              <a:gd name="GluePoint3Y" fmla="*/ 24761 h 28690"/>
              <a:gd name="GluePoint4X" fmla="*/ 4958 w 19228"/>
              <a:gd name="GluePoint4Y" fmla="*/ 18593 h 28690"/>
              <a:gd name="GluePoint5X" fmla="*/ 9856 w 19228"/>
              <a:gd name="GluePoint5Y" fmla="*/ 12214 h 28690"/>
              <a:gd name="GluePoint6X" fmla="*/ 14058 w 19228"/>
              <a:gd name="GluePoint6Y" fmla="*/ 15661 h 28690"/>
              <a:gd name="GluePoint7X" fmla="*/ 14179 w 19228"/>
              <a:gd name="GluePoint7Y" fmla="*/ 16930 h 28690"/>
              <a:gd name="GluePoint8X" fmla="*/ 14179 w 19228"/>
              <a:gd name="GluePoint8Y" fmla="*/ 19833 h 28690"/>
              <a:gd name="GluePoint9X" fmla="*/ 14179 w 19228"/>
              <a:gd name="GluePoint9Y" fmla="*/ 0 h 28690"/>
              <a:gd name="GluePoint10X" fmla="*/ 14179 w 19228"/>
              <a:gd name="GluePoint10Y" fmla="*/ 10974 h 28690"/>
              <a:gd name="GluePoint11X" fmla="*/ 14089 w 19228"/>
              <a:gd name="GluePoint11Y" fmla="*/ 10974 h 28690"/>
              <a:gd name="GluePoint12X" fmla="*/ 8677 w 19228"/>
              <a:gd name="GluePoint12Y" fmla="*/ 8465 h 28690"/>
              <a:gd name="GluePoint13X" fmla="*/ 0 w 19228"/>
              <a:gd name="GluePoint13Y" fmla="*/ 18805 h 28690"/>
              <a:gd name="GluePoint14X" fmla="*/ 8284 w 19228"/>
              <a:gd name="GluePoint14Y" fmla="*/ 28691 h 28690"/>
              <a:gd name="GluePoint15X" fmla="*/ 14572 w 19228"/>
              <a:gd name="GluePoint15Y" fmla="*/ 25184 h 28690"/>
              <a:gd name="GluePoint16X" fmla="*/ 14663 w 19228"/>
              <a:gd name="GluePoint16Y" fmla="*/ 25184 h 28690"/>
              <a:gd name="GluePoint17X" fmla="*/ 14875 w 19228"/>
              <a:gd name="GluePoint17Y" fmla="*/ 28268 h 28690"/>
              <a:gd name="GluePoint18X" fmla="*/ 19228 w 19228"/>
              <a:gd name="GluePoint18Y" fmla="*/ 28268 h 28690"/>
              <a:gd name="GluePoint19X" fmla="*/ 19077 w 19228"/>
              <a:gd name="GluePoint19Y" fmla="*/ 22826 h 28690"/>
              <a:gd name="GluePoint20X" fmla="*/ 19077 w 19228"/>
              <a:gd name="GluePoint20Y" fmla="*/ 0 h 28690"/>
              <a:gd name="GluePoint21X" fmla="*/ 14179 w 19228"/>
              <a:gd name="GluePoint21Y" fmla="*/ 0 h 28690"/>
            </a:gdLst>
            <a:ahLst/>
            <a:cxnLst/>
            <a:rect l="textAreaLeft" t="textAreaTop" r="textAreaRight" b="textAreaBottom"/>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02" name="任意多边形: 形状 74"/>
          <p:cNvSpPr>
            <a:spLocks noGrp="1"/>
          </p:cNvSpPr>
          <p:nvPr/>
        </p:nvSpPr>
        <p:spPr>
          <a:xfrm>
            <a:off x="11187720" y="6695640"/>
            <a:ext cx="29160" cy="33120"/>
          </a:xfrm>
          <a:custGeom>
            <a:avLst/>
            <a:gdLst>
              <a:gd name="textAreaLeft" fmla="*/ 0 w 29160"/>
              <a:gd name="textAreaRight" fmla="*/ 29520 w 29160"/>
              <a:gd name="textAreaTop" fmla="*/ 0 h 33120"/>
              <a:gd name="textAreaBottom" fmla="*/ 33480 h 33120"/>
              <a:gd name="GluePoint1X" fmla="*/ 4686 w 17837"/>
              <a:gd name="GluePoint1Y" fmla="*/ 8072 h 20225"/>
              <a:gd name="GluePoint2X" fmla="*/ 9161 w 17837"/>
              <a:gd name="GluePoint2Y" fmla="*/ 3356 h 20225"/>
              <a:gd name="GluePoint3X" fmla="*/ 13212 w 17837"/>
              <a:gd name="GluePoint3Y" fmla="*/ 8072 h 20225"/>
              <a:gd name="GluePoint4X" fmla="*/ 4686 w 17837"/>
              <a:gd name="GluePoint4Y" fmla="*/ 8072 h 20225"/>
              <a:gd name="GluePoint5X" fmla="*/ 17656 w 17837"/>
              <a:gd name="GluePoint5Y" fmla="*/ 11488 h 20225"/>
              <a:gd name="GluePoint6X" fmla="*/ 17837 w 17837"/>
              <a:gd name="GluePoint6Y" fmla="*/ 9433 h 20225"/>
              <a:gd name="GluePoint7X" fmla="*/ 9493 w 17837"/>
              <a:gd name="GluePoint7Y" fmla="*/ 0 h 20225"/>
              <a:gd name="GluePoint8X" fmla="*/ 0 w 17837"/>
              <a:gd name="GluePoint8Y" fmla="*/ 10400 h 20225"/>
              <a:gd name="GluePoint9X" fmla="*/ 9977 w 17837"/>
              <a:gd name="GluePoint9Y" fmla="*/ 20226 h 20225"/>
              <a:gd name="GluePoint10X" fmla="*/ 16749 w 17837"/>
              <a:gd name="GluePoint10Y" fmla="*/ 18986 h 20225"/>
              <a:gd name="GluePoint11X" fmla="*/ 16023 w 17837"/>
              <a:gd name="GluePoint11Y" fmla="*/ 15600 h 20225"/>
              <a:gd name="GluePoint12X" fmla="*/ 10672 w 17837"/>
              <a:gd name="GluePoint12Y" fmla="*/ 16507 h 20225"/>
              <a:gd name="GluePoint13X" fmla="*/ 4686 w 17837"/>
              <a:gd name="GluePoint13Y" fmla="*/ 11458 h 20225"/>
              <a:gd name="GluePoint14X" fmla="*/ 17656 w 17837"/>
              <a:gd name="GluePoint14Y" fmla="*/ 11458 h 20225"/>
            </a:gdLst>
            <a:ahLst/>
            <a:cxnLst/>
            <a:rect l="textAreaLeft" t="textAreaTop" r="textAreaRight" b="textAreaBottom"/>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03" name="任意多边形: 形状 75"/>
          <p:cNvSpPr>
            <a:spLocks noGrp="1"/>
          </p:cNvSpPr>
          <p:nvPr/>
        </p:nvSpPr>
        <p:spPr>
          <a:xfrm>
            <a:off x="11223720" y="6695640"/>
            <a:ext cx="47520" cy="32400"/>
          </a:xfrm>
          <a:custGeom>
            <a:avLst/>
            <a:gdLst>
              <a:gd name="textAreaLeft" fmla="*/ 0 w 47520"/>
              <a:gd name="textAreaRight" fmla="*/ 47880 w 47520"/>
              <a:gd name="textAreaTop" fmla="*/ 0 h 32400"/>
              <a:gd name="textAreaBottom" fmla="*/ 32760 h 32400"/>
              <a:gd name="GluePoint1X" fmla="*/ 151 w 28721"/>
              <a:gd name="GluePoint1Y" fmla="*/ 6258 h 19802"/>
              <a:gd name="GluePoint2X" fmla="*/ 0 w 28721"/>
              <a:gd name="GluePoint2Y" fmla="*/ 484 h 19802"/>
              <a:gd name="GluePoint3X" fmla="*/ 4172 w 28721"/>
              <a:gd name="GluePoint3Y" fmla="*/ 484 h 19802"/>
              <a:gd name="GluePoint4X" fmla="*/ 4384 w 28721"/>
              <a:gd name="GluePoint4Y" fmla="*/ 3326 h 19802"/>
              <a:gd name="GluePoint5X" fmla="*/ 4505 w 28721"/>
              <a:gd name="GluePoint5Y" fmla="*/ 3326 h 19802"/>
              <a:gd name="GluePoint6X" fmla="*/ 10461 w 28721"/>
              <a:gd name="GluePoint6Y" fmla="*/ 30 h 19802"/>
              <a:gd name="GluePoint7X" fmla="*/ 15842 w 28721"/>
              <a:gd name="GluePoint7Y" fmla="*/ 3598 h 19802"/>
              <a:gd name="GluePoint8X" fmla="*/ 15933 w 28721"/>
              <a:gd name="GluePoint8Y" fmla="*/ 3598 h 19802"/>
              <a:gd name="GluePoint9X" fmla="*/ 18321 w 28721"/>
              <a:gd name="GluePoint9Y" fmla="*/ 1149 h 19802"/>
              <a:gd name="GluePoint10X" fmla="*/ 22251 w 28721"/>
              <a:gd name="GluePoint10Y" fmla="*/ 0 h 19802"/>
              <a:gd name="GluePoint11X" fmla="*/ 28721 w 28721"/>
              <a:gd name="GluePoint11Y" fmla="*/ 8405 h 19802"/>
              <a:gd name="GluePoint12X" fmla="*/ 28721 w 28721"/>
              <a:gd name="GluePoint12Y" fmla="*/ 19802 h 19802"/>
              <a:gd name="GluePoint13X" fmla="*/ 23944 w 28721"/>
              <a:gd name="GluePoint13Y" fmla="*/ 19802 h 19802"/>
              <a:gd name="GluePoint14X" fmla="*/ 23944 w 28721"/>
              <a:gd name="GluePoint14Y" fmla="*/ 9070 h 19802"/>
              <a:gd name="GluePoint15X" fmla="*/ 20498 w 28721"/>
              <a:gd name="GluePoint15Y" fmla="*/ 3960 h 19802"/>
              <a:gd name="GluePoint16X" fmla="*/ 17112 w 28721"/>
              <a:gd name="GluePoint16Y" fmla="*/ 6530 h 19802"/>
              <a:gd name="GluePoint17X" fmla="*/ 16870 w 28721"/>
              <a:gd name="GluePoint17Y" fmla="*/ 8163 h 19802"/>
              <a:gd name="GluePoint18X" fmla="*/ 16870 w 28721"/>
              <a:gd name="GluePoint18Y" fmla="*/ 19802 h 19802"/>
              <a:gd name="GluePoint19X" fmla="*/ 12093 w 28721"/>
              <a:gd name="GluePoint19Y" fmla="*/ 19802 h 19802"/>
              <a:gd name="GluePoint20X" fmla="*/ 12093 w 28721"/>
              <a:gd name="GluePoint20Y" fmla="*/ 8586 h 19802"/>
              <a:gd name="GluePoint21X" fmla="*/ 8767 w 28721"/>
              <a:gd name="GluePoint21Y" fmla="*/ 3960 h 19802"/>
              <a:gd name="GluePoint22X" fmla="*/ 5230 w 28721"/>
              <a:gd name="GluePoint22Y" fmla="*/ 6742 h 19802"/>
              <a:gd name="GluePoint23X" fmla="*/ 4988 w 28721"/>
              <a:gd name="GluePoint23Y" fmla="*/ 8344 h 19802"/>
              <a:gd name="GluePoint24X" fmla="*/ 4988 w 28721"/>
              <a:gd name="GluePoint24Y" fmla="*/ 19802 h 19802"/>
              <a:gd name="GluePoint25X" fmla="*/ 212 w 28721"/>
              <a:gd name="GluePoint25Y" fmla="*/ 19802 h 19802"/>
              <a:gd name="GluePoint26X" fmla="*/ 212 w 28721"/>
              <a:gd name="GluePoint26Y" fmla="*/ 6198 h 19802"/>
            </a:gdLst>
            <a:ahLst/>
            <a:cxnLst/>
            <a:rect l="textAreaLeft" t="textAreaTop" r="textAreaRight" b="textAreaBottom"/>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04" name="任意多边形: 形状 76"/>
          <p:cNvSpPr>
            <a:spLocks noGrp="1"/>
          </p:cNvSpPr>
          <p:nvPr/>
        </p:nvSpPr>
        <p:spPr>
          <a:xfrm>
            <a:off x="11275200" y="6696360"/>
            <a:ext cx="32040" cy="46440"/>
          </a:xfrm>
          <a:custGeom>
            <a:avLst/>
            <a:gdLst>
              <a:gd name="textAreaLeft" fmla="*/ 0 w 32040"/>
              <a:gd name="textAreaRight" fmla="*/ 32400 w 32040"/>
              <a:gd name="textAreaTop" fmla="*/ 0 h 46440"/>
              <a:gd name="textAreaBottom" fmla="*/ 46800 h 46440"/>
              <a:gd name="GluePoint1X" fmla="*/ 5381 w 19379"/>
              <a:gd name="GluePoint1Y" fmla="*/ 30 h 28146"/>
              <a:gd name="GluePoint2X" fmla="*/ 8858 w 19379"/>
              <a:gd name="GluePoint2Y" fmla="*/ 10400 h 28146"/>
              <a:gd name="GluePoint3X" fmla="*/ 9947 w 19379"/>
              <a:gd name="GluePoint3Y" fmla="*/ 14149 h 28146"/>
              <a:gd name="GluePoint4X" fmla="*/ 10068 w 19379"/>
              <a:gd name="GluePoint4Y" fmla="*/ 14149 h 28146"/>
              <a:gd name="GluePoint5X" fmla="*/ 11095 w 19379"/>
              <a:gd name="GluePoint5Y" fmla="*/ 10340 h 28146"/>
              <a:gd name="GluePoint6X" fmla="*/ 14149 w 19379"/>
              <a:gd name="GluePoint6Y" fmla="*/ 0 h 28146"/>
              <a:gd name="GluePoint7X" fmla="*/ 19379 w 19379"/>
              <a:gd name="GluePoint7Y" fmla="*/ 0 h 28146"/>
              <a:gd name="GluePoint8X" fmla="*/ 14542 w 19379"/>
              <a:gd name="GluePoint8Y" fmla="*/ 13212 h 28146"/>
              <a:gd name="GluePoint9X" fmla="*/ 7800 w 19379"/>
              <a:gd name="GluePoint9Y" fmla="*/ 25668 h 28146"/>
              <a:gd name="GluePoint10X" fmla="*/ 2660 w 19379"/>
              <a:gd name="GluePoint10Y" fmla="*/ 28147 h 28146"/>
              <a:gd name="GluePoint11X" fmla="*/ 1542 w 19379"/>
              <a:gd name="GluePoint11Y" fmla="*/ 24035 h 28146"/>
              <a:gd name="GluePoint12X" fmla="*/ 4384 w 19379"/>
              <a:gd name="GluePoint12Y" fmla="*/ 22705 h 28146"/>
              <a:gd name="GluePoint13X" fmla="*/ 7074 w 19379"/>
              <a:gd name="GluePoint13Y" fmla="*/ 19621 h 28146"/>
              <a:gd name="GluePoint14X" fmla="*/ 7377 w 19379"/>
              <a:gd name="GluePoint14Y" fmla="*/ 18775 h 28146"/>
              <a:gd name="GluePoint15X" fmla="*/ 7105 w 19379"/>
              <a:gd name="GluePoint15Y" fmla="*/ 17807 h 28146"/>
              <a:gd name="GluePoint16X" fmla="*/ 0 w 19379"/>
              <a:gd name="GluePoint16Y" fmla="*/ 30 h 28146"/>
              <a:gd name="GluePoint17X" fmla="*/ 5412 w 19379"/>
              <a:gd name="GluePoint17Y" fmla="*/ 30 h 28146"/>
            </a:gdLst>
            <a:ahLst/>
            <a:cxnLst/>
            <a:rect l="textAreaLeft" t="textAreaTop" r="textAreaRight" b="textAreaBottom"/>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05" name="任意多边形: 形状 77"/>
          <p:cNvSpPr>
            <a:spLocks noGrp="1"/>
          </p:cNvSpPr>
          <p:nvPr/>
        </p:nvSpPr>
        <p:spPr>
          <a:xfrm>
            <a:off x="1132380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06" name="任意多边形: 形状 78"/>
          <p:cNvSpPr>
            <a:spLocks noGrp="1"/>
          </p:cNvSpPr>
          <p:nvPr/>
        </p:nvSpPr>
        <p:spPr>
          <a:xfrm>
            <a:off x="1135944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07" name="任意多边形: 形状 79"/>
          <p:cNvSpPr>
            <a:spLocks noGrp="1"/>
          </p:cNvSpPr>
          <p:nvPr/>
        </p:nvSpPr>
        <p:spPr>
          <a:xfrm>
            <a:off x="1139616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326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08" name="任意多边形: 形状 80"/>
          <p:cNvSpPr>
            <a:spLocks noGrp="1"/>
          </p:cNvSpPr>
          <p:nvPr/>
        </p:nvSpPr>
        <p:spPr>
          <a:xfrm>
            <a:off x="1143000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914 w 15479"/>
              <a:gd name="GluePoint7Y" fmla="*/ 3809 h 20225"/>
              <a:gd name="GluePoint8X" fmla="*/ 4988 w 15479"/>
              <a:gd name="GluePoint8Y" fmla="*/ 10098 h 20225"/>
              <a:gd name="GluePoint9X" fmla="*/ 1094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09" name="任意多边形: 形状 81"/>
          <p:cNvSpPr>
            <a:spLocks noGrp="1"/>
          </p:cNvSpPr>
          <p:nvPr/>
        </p:nvSpPr>
        <p:spPr>
          <a:xfrm>
            <a:off x="11461320" y="6682320"/>
            <a:ext cx="9360" cy="46080"/>
          </a:xfrm>
          <a:custGeom>
            <a:avLst/>
            <a:gdLst>
              <a:gd name="textAreaLeft" fmla="*/ 0 w 9360"/>
              <a:gd name="textAreaRight" fmla="*/ 9720 w 9360"/>
              <a:gd name="textAreaTop" fmla="*/ 0 h 46080"/>
              <a:gd name="textAreaBottom" fmla="*/ 46440 h 46080"/>
              <a:gd name="GluePoint1X" fmla="*/ 454 w 5774"/>
              <a:gd name="GluePoint1Y" fmla="*/ 27935 h 27935"/>
              <a:gd name="GluePoint2X" fmla="*/ 454 w 5774"/>
              <a:gd name="GluePoint2Y" fmla="*/ 8556 h 27935"/>
              <a:gd name="GluePoint3X" fmla="*/ 5351 w 5774"/>
              <a:gd name="GluePoint3Y" fmla="*/ 8556 h 27935"/>
              <a:gd name="GluePoint4X" fmla="*/ 5351 w 5774"/>
              <a:gd name="GluePoint4Y" fmla="*/ 27935 h 27935"/>
              <a:gd name="GluePoint5X" fmla="*/ 454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12 w 5774"/>
              <a:gd name="GluePoint11Y" fmla="*/ 5593 h 27935"/>
            </a:gdLst>
            <a:ahLst/>
            <a:cxnLst/>
            <a:rect l="textAreaLeft" t="textAreaTop" r="textAreaRight" b="textAreaBottom"/>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10" name="任意多边形: 形状 82"/>
          <p:cNvSpPr>
            <a:spLocks noGrp="1"/>
          </p:cNvSpPr>
          <p:nvPr/>
        </p:nvSpPr>
        <p:spPr>
          <a:xfrm>
            <a:off x="114768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11" name="任意多边形: 形状 83"/>
          <p:cNvSpPr>
            <a:spLocks noGrp="1"/>
          </p:cNvSpPr>
          <p:nvPr/>
        </p:nvSpPr>
        <p:spPr>
          <a:xfrm>
            <a:off x="115128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12" name="任意多边形: 形状 84"/>
          <p:cNvSpPr>
            <a:spLocks noGrp="1"/>
          </p:cNvSpPr>
          <p:nvPr/>
        </p:nvSpPr>
        <p:spPr>
          <a:xfrm>
            <a:off x="11548800" y="6695640"/>
            <a:ext cx="25560" cy="33120"/>
          </a:xfrm>
          <a:custGeom>
            <a:avLst/>
            <a:gdLst>
              <a:gd name="textAreaLeft" fmla="*/ 0 w 25560"/>
              <a:gd name="textAreaRight" fmla="*/ 25920 w 25560"/>
              <a:gd name="textAreaTop" fmla="*/ 0 h 33120"/>
              <a:gd name="textAreaBottom" fmla="*/ 33480 h 33120"/>
              <a:gd name="GluePoint1X" fmla="*/ 15449 w 15509"/>
              <a:gd name="GluePoint1Y" fmla="*/ 19228 h 20225"/>
              <a:gd name="GluePoint2X" fmla="*/ 9977 w 15509"/>
              <a:gd name="GluePoint2Y" fmla="*/ 20226 h 20225"/>
              <a:gd name="GluePoint3X" fmla="*/ 0 w 15509"/>
              <a:gd name="GluePoint3Y" fmla="*/ 10309 h 20225"/>
              <a:gd name="GluePoint4X" fmla="*/ 10763 w 15509"/>
              <a:gd name="GluePoint4Y" fmla="*/ 0 h 20225"/>
              <a:gd name="GluePoint5X" fmla="*/ 15509 w 15509"/>
              <a:gd name="GluePoint5Y" fmla="*/ 877 h 20225"/>
              <a:gd name="GluePoint6X" fmla="*/ 14633 w 15509"/>
              <a:gd name="GluePoint6Y" fmla="*/ 4565 h 20225"/>
              <a:gd name="GluePoint7X" fmla="*/ 10944 w 15509"/>
              <a:gd name="GluePoint7Y" fmla="*/ 3809 h 20225"/>
              <a:gd name="GluePoint8X" fmla="*/ 5019 w 15509"/>
              <a:gd name="GluePoint8Y" fmla="*/ 10098 h 20225"/>
              <a:gd name="GluePoint9X" fmla="*/ 10975 w 15509"/>
              <a:gd name="GluePoint9Y" fmla="*/ 16356 h 20225"/>
              <a:gd name="GluePoint10X" fmla="*/ 14814 w 15509"/>
              <a:gd name="GluePoint10Y" fmla="*/ 15600 h 20225"/>
              <a:gd name="GluePoint11X" fmla="*/ 15479 w 15509"/>
              <a:gd name="GluePoint11Y" fmla="*/ 19228 h 20225"/>
            </a:gdLst>
            <a:ahLst/>
            <a:cxnLst/>
            <a:rect l="textAreaLeft" t="textAreaTop" r="textAreaRight" b="textAreaBottom"/>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13" name="任意多边形: 形状 85"/>
          <p:cNvSpPr>
            <a:spLocks noGrp="1"/>
          </p:cNvSpPr>
          <p:nvPr/>
        </p:nvSpPr>
        <p:spPr>
          <a:xfrm>
            <a:off x="1157796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2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14" name="任意多边形: 形状 86"/>
          <p:cNvSpPr>
            <a:spLocks noGrp="1"/>
          </p:cNvSpPr>
          <p:nvPr/>
        </p:nvSpPr>
        <p:spPr>
          <a:xfrm>
            <a:off x="11612160" y="6695640"/>
            <a:ext cx="22680" cy="33120"/>
          </a:xfrm>
          <a:custGeom>
            <a:avLst/>
            <a:gdLst>
              <a:gd name="textAreaLeft" fmla="*/ 0 w 22680"/>
              <a:gd name="textAreaRight" fmla="*/ 23040 w 22680"/>
              <a:gd name="textAreaTop" fmla="*/ 0 h 33120"/>
              <a:gd name="textAreaBottom" fmla="*/ 33480 h 33120"/>
              <a:gd name="GluePoint1X" fmla="*/ 93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16" name="任意多边形: 形状 13"/>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817" name="任意多边形: 形状 94"/>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818" name="任意多边形: 形状 122"/>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819" name="任意多边形: 形状 123"/>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820" name="任意多边形: 形状 124"/>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822" name="任意多边形: 形状 126"/>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823" name="任意多边形: 形状 127"/>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824" name="任意多边形: 形状 128"/>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825" name="任意多边形: 形状 129"/>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826" name="任意多边形: 形状 130"/>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827" name="任意多边形: 形状 132"/>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828" name="PlaceHolder 2"/>
          <p:cNvSpPr>
            <a:spLocks noGrp="1"/>
          </p:cNvSpPr>
          <p:nvPr>
            <p:ph type="body" idx="10" hasCustomPrompt="1"/>
          </p:nvPr>
        </p:nvSpPr>
        <p:spPr>
          <a:xfrm>
            <a:off x="817560" y="1456920"/>
            <a:ext cx="812520" cy="762120"/>
          </a:xfrm>
          <a:prstGeom prst="rect">
            <a:avLst/>
          </a:prstGeom>
          <a:noFill/>
          <a:ln w="0">
            <a:noFill/>
          </a:ln>
        </p:spPr>
        <p:txBody>
          <a:bodyPr lIns="91440" tIns="45720" rIns="91440" bIns="45720" anchor="t">
            <a:spAutoFit/>
          </a:bodyPr>
          <a:lstStyle>
            <a:lvl1pPr indent="0" algn="l" defTabSz="914400">
              <a:lnSpc>
                <a:spcPct val="100000"/>
              </a:lnSpc>
              <a:buNone/>
              <a:tabLst>
                <a:tab pos="0" algn="l"/>
              </a:tabLst>
              <a:defRPr sz="4400" b="0" u="none">
                <a:solidFill>
                  <a:srgbClr val="FFE2C8"/>
                </a:solidFill>
                <a:latin typeface="Arial" panose="020B0604020202090204"/>
                <a:ea typeface="Arial" panose="020B0604020202090204"/>
                <a:cs typeface="Arial" panose="020B0604020202090204"/>
              </a:defRPr>
            </a:lvl1pPr>
          </a:lstStyle>
          <a:p>
            <a:pPr indent="0" algn="l" defTabSz="914400">
              <a:lnSpc>
                <a:spcPct val="100000"/>
              </a:lnSpc>
              <a:buNone/>
              <a:tabLst>
                <a:tab pos="0" algn="l"/>
              </a:tabLst>
            </a:pPr>
            <a:r>
              <a:rPr sz="4400" b="0" u="none">
                <a:solidFill>
                  <a:srgbClr val="FFE2C8"/>
                </a:solidFill>
                <a:latin typeface="Arial" panose="020B0604020202090204"/>
                <a:ea typeface="Arial" panose="020B0604020202090204"/>
                <a:cs typeface="Arial" panose="020B0604020202090204"/>
              </a:rPr>
              <a:t>01</a:t>
            </a:r>
            <a:endParaRPr sz="4400" b="0" u="none" spc="119">
              <a:solidFill>
                <a:srgbClr val="262626"/>
              </a:solidFill>
              <a:latin typeface="Arial" panose="020B0604020202090204"/>
              <a:ea typeface="Arial" panose="020B0604020202090204"/>
              <a:cs typeface="Arial" panose="020B0604020202090204"/>
            </a:endParaRPr>
          </a:p>
        </p:txBody>
      </p:sp>
      <p:sp>
        <p:nvSpPr>
          <p:cNvPr id="829" name="PlaceHolder 3"/>
          <p:cNvSpPr>
            <a:spLocks noGrp="1"/>
          </p:cNvSpPr>
          <p:nvPr>
            <p:ph type="body" idx="20" hasCustomPrompt="1"/>
          </p:nvPr>
        </p:nvSpPr>
        <p:spPr>
          <a:xfrm>
            <a:off x="831240" y="1732680"/>
            <a:ext cx="1158840" cy="366120"/>
          </a:xfrm>
          <a:prstGeom prst="rect">
            <a:avLst/>
          </a:prstGeom>
          <a:noFill/>
          <a:ln w="0">
            <a:noFill/>
          </a:ln>
        </p:spPr>
        <p:txBody>
          <a:bodyPr lIns="91440" tIns="45720" rIns="91440" bIns="45720" anchor="t">
            <a:spAutoFit/>
          </a:bodyPr>
          <a:lstStyle>
            <a:lvl1pPr indent="0" algn="l" defTabSz="914400">
              <a:lnSpc>
                <a:spcPct val="100000"/>
              </a:lnSpc>
              <a:buNone/>
              <a:tabLst>
                <a:tab pos="0" algn="l"/>
              </a:tabLst>
              <a:defRPr sz="1800" b="1" u="none" spc="99">
                <a:solidFill>
                  <a:schemeClr val="accent1"/>
                </a:solidFill>
                <a:latin typeface="Arial" panose="020B0604020202090204"/>
                <a:ea typeface="Arial" panose="020B0604020202090204"/>
                <a:cs typeface="Arial" panose="020B0604020202090204"/>
              </a:defRPr>
            </a:lvl1pPr>
          </a:lstStyle>
          <a:p>
            <a:pPr indent="0" algn="l" defTabSz="914400">
              <a:lnSpc>
                <a:spcPct val="100000"/>
              </a:lnSpc>
              <a:buNone/>
              <a:tabLst>
                <a:tab pos="0" algn="l"/>
              </a:tabLst>
            </a:pPr>
            <a:r>
              <a:rPr sz="1800" b="1" u="none" spc="99">
                <a:solidFill>
                  <a:schemeClr val="accent1"/>
                </a:solidFill>
                <a:latin typeface="Arial" panose="020B0604020202090204"/>
                <a:ea typeface="Arial" panose="020B0604020202090204"/>
                <a:cs typeface="Arial" panose="020B0604020202090204"/>
              </a:rPr>
              <a:t>输入标题</a:t>
            </a:r>
            <a:endParaRPr sz="1800" b="0" u="none" spc="119">
              <a:solidFill>
                <a:srgbClr val="262626"/>
              </a:solidFill>
              <a:latin typeface="Arial" panose="020B0604020202090204"/>
              <a:ea typeface="Arial" panose="020B0604020202090204"/>
              <a:cs typeface="Arial" panose="020B0604020202090204"/>
            </a:endParaRPr>
          </a:p>
        </p:txBody>
      </p:sp>
      <p:sp>
        <p:nvSpPr>
          <p:cNvPr id="830" name="PlaceHolder 4"/>
          <p:cNvSpPr>
            <a:spLocks noGrp="1"/>
          </p:cNvSpPr>
          <p:nvPr>
            <p:ph type="body" idx="30" hasCustomPrompt="1"/>
          </p:nvPr>
        </p:nvSpPr>
        <p:spPr>
          <a:xfrm>
            <a:off x="4460760" y="1456920"/>
            <a:ext cx="812520" cy="762120"/>
          </a:xfrm>
          <a:prstGeom prst="rect">
            <a:avLst/>
          </a:prstGeom>
          <a:noFill/>
          <a:ln w="0">
            <a:noFill/>
          </a:ln>
        </p:spPr>
        <p:txBody>
          <a:bodyPr lIns="91440" tIns="45720" rIns="91440" bIns="45720" anchor="t">
            <a:spAutoFit/>
          </a:bodyPr>
          <a:lstStyle>
            <a:lvl1pPr indent="0" algn="l" defTabSz="914400">
              <a:lnSpc>
                <a:spcPct val="100000"/>
              </a:lnSpc>
              <a:buNone/>
              <a:tabLst>
                <a:tab pos="0" algn="l"/>
              </a:tabLst>
              <a:defRPr sz="4400" b="0" u="none">
                <a:solidFill>
                  <a:srgbClr val="FFE2C8"/>
                </a:solidFill>
                <a:latin typeface="Arial" panose="020B0604020202090204"/>
                <a:ea typeface="Arial" panose="020B0604020202090204"/>
                <a:cs typeface="Arial" panose="020B0604020202090204"/>
              </a:defRPr>
            </a:lvl1pPr>
          </a:lstStyle>
          <a:p>
            <a:pPr indent="0" algn="l" defTabSz="914400">
              <a:lnSpc>
                <a:spcPct val="100000"/>
              </a:lnSpc>
              <a:buNone/>
              <a:tabLst>
                <a:tab pos="0" algn="l"/>
              </a:tabLst>
            </a:pPr>
            <a:r>
              <a:rPr sz="4400" b="0" u="none">
                <a:solidFill>
                  <a:srgbClr val="FFE2C8"/>
                </a:solidFill>
                <a:latin typeface="Arial" panose="020B0604020202090204"/>
                <a:ea typeface="Arial" panose="020B0604020202090204"/>
                <a:cs typeface="Arial" panose="020B0604020202090204"/>
              </a:rPr>
              <a:t>02</a:t>
            </a:r>
            <a:endParaRPr sz="4400" b="0" u="none" spc="119">
              <a:solidFill>
                <a:srgbClr val="262626"/>
              </a:solidFill>
              <a:latin typeface="Arial" panose="020B0604020202090204"/>
              <a:ea typeface="Arial" panose="020B0604020202090204"/>
              <a:cs typeface="Arial" panose="020B0604020202090204"/>
            </a:endParaRPr>
          </a:p>
        </p:txBody>
      </p:sp>
      <p:sp>
        <p:nvSpPr>
          <p:cNvPr id="831" name="PlaceHolder 5"/>
          <p:cNvSpPr>
            <a:spLocks noGrp="1"/>
          </p:cNvSpPr>
          <p:nvPr>
            <p:ph type="body" idx="40" hasCustomPrompt="1"/>
          </p:nvPr>
        </p:nvSpPr>
        <p:spPr>
          <a:xfrm>
            <a:off x="4474440" y="1732680"/>
            <a:ext cx="1158840" cy="366120"/>
          </a:xfrm>
          <a:prstGeom prst="rect">
            <a:avLst/>
          </a:prstGeom>
          <a:noFill/>
          <a:ln w="0">
            <a:noFill/>
          </a:ln>
        </p:spPr>
        <p:txBody>
          <a:bodyPr lIns="91440" tIns="45720" rIns="91440" bIns="45720" anchor="t">
            <a:spAutoFit/>
          </a:bodyPr>
          <a:lstStyle>
            <a:lvl1pPr marL="228600" indent="-228600" algn="l" defTabSz="914400">
              <a:lnSpc>
                <a:spcPct val="100000"/>
              </a:lnSpc>
              <a:buNone/>
              <a:tabLst>
                <a:tab pos="0" algn="l"/>
              </a:tabLst>
              <a:defRPr sz="1800" b="1" u="none" spc="99">
                <a:solidFill>
                  <a:schemeClr val="accent1"/>
                </a:solidFill>
                <a:latin typeface="Arial" panose="020B0604020202090204"/>
                <a:ea typeface="Arial" panose="020B0604020202090204"/>
                <a:cs typeface="Arial" panose="020B0604020202090204"/>
              </a:defRPr>
            </a:lvl1pPr>
          </a:lstStyle>
          <a:p>
            <a:pPr marL="228600" indent="-228600" algn="l" defTabSz="914400">
              <a:lnSpc>
                <a:spcPct val="100000"/>
              </a:lnSpc>
              <a:buNone/>
              <a:tabLst>
                <a:tab pos="0" algn="l"/>
              </a:tabLst>
            </a:pPr>
            <a:r>
              <a:rPr sz="1800" b="1" u="none" spc="99">
                <a:solidFill>
                  <a:schemeClr val="accent1"/>
                </a:solidFill>
                <a:latin typeface="Arial" panose="020B0604020202090204"/>
                <a:ea typeface="Arial" panose="020B0604020202090204"/>
                <a:cs typeface="Arial" panose="020B0604020202090204"/>
              </a:rPr>
              <a:t>输入标题</a:t>
            </a:r>
            <a:endParaRPr sz="1800" b="0" u="none" spc="119">
              <a:solidFill>
                <a:srgbClr val="262626"/>
              </a:solidFill>
              <a:latin typeface="Arial" panose="020B0604020202090204"/>
              <a:ea typeface="Arial" panose="020B0604020202090204"/>
              <a:cs typeface="Arial" panose="020B0604020202090204"/>
            </a:endParaRPr>
          </a:p>
        </p:txBody>
      </p:sp>
      <p:sp>
        <p:nvSpPr>
          <p:cNvPr id="832" name="PlaceHolder 6"/>
          <p:cNvSpPr>
            <a:spLocks noGrp="1"/>
          </p:cNvSpPr>
          <p:nvPr>
            <p:ph type="body" idx="50" hasCustomPrompt="1"/>
          </p:nvPr>
        </p:nvSpPr>
        <p:spPr>
          <a:xfrm>
            <a:off x="8240760" y="1456920"/>
            <a:ext cx="812520" cy="762120"/>
          </a:xfrm>
          <a:prstGeom prst="rect">
            <a:avLst/>
          </a:prstGeom>
          <a:noFill/>
          <a:ln w="0">
            <a:noFill/>
          </a:ln>
        </p:spPr>
        <p:txBody>
          <a:bodyPr lIns="91440" tIns="45720" rIns="91440" bIns="45720" anchor="t">
            <a:spAutoFit/>
          </a:bodyPr>
          <a:lstStyle>
            <a:lvl1pPr indent="0" algn="l" defTabSz="914400">
              <a:lnSpc>
                <a:spcPct val="100000"/>
              </a:lnSpc>
              <a:buNone/>
              <a:tabLst>
                <a:tab pos="0" algn="l"/>
              </a:tabLst>
              <a:defRPr sz="4400" b="0" u="none">
                <a:solidFill>
                  <a:srgbClr val="FFE2C8"/>
                </a:solidFill>
                <a:latin typeface="Arial" panose="020B0604020202090204"/>
                <a:ea typeface="Arial" panose="020B0604020202090204"/>
                <a:cs typeface="Arial" panose="020B0604020202090204"/>
              </a:defRPr>
            </a:lvl1pPr>
          </a:lstStyle>
          <a:p>
            <a:pPr indent="0" algn="l" defTabSz="914400">
              <a:lnSpc>
                <a:spcPct val="100000"/>
              </a:lnSpc>
              <a:buNone/>
              <a:tabLst>
                <a:tab pos="0" algn="l"/>
              </a:tabLst>
            </a:pPr>
            <a:r>
              <a:rPr sz="4400" b="0" u="none">
                <a:solidFill>
                  <a:srgbClr val="FFE2C8"/>
                </a:solidFill>
                <a:latin typeface="Arial" panose="020B0604020202090204"/>
                <a:ea typeface="Arial" panose="020B0604020202090204"/>
                <a:cs typeface="Arial" panose="020B0604020202090204"/>
              </a:rPr>
              <a:t>03</a:t>
            </a:r>
            <a:endParaRPr sz="4400" b="0" u="none" spc="119">
              <a:solidFill>
                <a:srgbClr val="262626"/>
              </a:solidFill>
              <a:latin typeface="Arial" panose="020B0604020202090204"/>
              <a:ea typeface="Arial" panose="020B0604020202090204"/>
              <a:cs typeface="Arial" panose="020B0604020202090204"/>
            </a:endParaRPr>
          </a:p>
        </p:txBody>
      </p:sp>
      <p:sp>
        <p:nvSpPr>
          <p:cNvPr id="833" name="PlaceHolder 7"/>
          <p:cNvSpPr>
            <a:spLocks noGrp="1"/>
          </p:cNvSpPr>
          <p:nvPr>
            <p:ph type="body" idx="60" hasCustomPrompt="1"/>
          </p:nvPr>
        </p:nvSpPr>
        <p:spPr>
          <a:xfrm>
            <a:off x="8254440" y="1732680"/>
            <a:ext cx="1158840" cy="366120"/>
          </a:xfrm>
          <a:prstGeom prst="rect">
            <a:avLst/>
          </a:prstGeom>
          <a:noFill/>
          <a:ln w="0">
            <a:noFill/>
          </a:ln>
        </p:spPr>
        <p:txBody>
          <a:bodyPr lIns="91440" tIns="45720" rIns="91440" bIns="45720" anchor="t">
            <a:spAutoFit/>
          </a:bodyPr>
          <a:lstStyle>
            <a:lvl1pPr marL="228600" indent="-228600" algn="l" defTabSz="914400">
              <a:lnSpc>
                <a:spcPct val="100000"/>
              </a:lnSpc>
              <a:buNone/>
              <a:tabLst>
                <a:tab pos="0" algn="l"/>
              </a:tabLst>
              <a:defRPr sz="1800" b="1" u="none" spc="99">
                <a:solidFill>
                  <a:schemeClr val="accent1"/>
                </a:solidFill>
                <a:latin typeface="Arial" panose="020B0604020202090204"/>
                <a:ea typeface="Arial" panose="020B0604020202090204"/>
                <a:cs typeface="Arial" panose="020B0604020202090204"/>
              </a:defRPr>
            </a:lvl1pPr>
          </a:lstStyle>
          <a:p>
            <a:pPr marL="228600" indent="-228600" algn="l" defTabSz="914400">
              <a:lnSpc>
                <a:spcPct val="100000"/>
              </a:lnSpc>
              <a:buNone/>
              <a:tabLst>
                <a:tab pos="0" algn="l"/>
              </a:tabLst>
            </a:pPr>
            <a:r>
              <a:rPr sz="1800" b="1" u="none" spc="99">
                <a:solidFill>
                  <a:schemeClr val="accent1"/>
                </a:solidFill>
                <a:latin typeface="Arial" panose="020B0604020202090204"/>
                <a:ea typeface="Arial" panose="020B0604020202090204"/>
                <a:cs typeface="Arial" panose="020B0604020202090204"/>
              </a:rPr>
              <a:t>输入标题</a:t>
            </a:r>
            <a:endParaRPr sz="1800" b="0" u="none" spc="119">
              <a:solidFill>
                <a:srgbClr val="262626"/>
              </a:solidFill>
              <a:latin typeface="Arial" panose="020B0604020202090204"/>
              <a:ea typeface="Arial" panose="020B0604020202090204"/>
              <a:cs typeface="Arial" panose="020B0604020202090204"/>
            </a:endParaRPr>
          </a:p>
        </p:txBody>
      </p:sp>
      <p:sp>
        <p:nvSpPr>
          <p:cNvPr id="834" name="PlaceHolder 8"/>
          <p:cNvSpPr>
            <a:spLocks noGrp="1"/>
          </p:cNvSpPr>
          <p:nvPr>
            <p:ph type="body" idx="70" hasCustomPrompt="1"/>
          </p:nvPr>
        </p:nvSpPr>
        <p:spPr>
          <a:xfrm>
            <a:off x="825840" y="2147400"/>
            <a:ext cx="3122280" cy="2183400"/>
          </a:xfrm>
          <a:prstGeom prst="rect">
            <a:avLst/>
          </a:prstGeom>
          <a:noFill/>
          <a:ln w="0">
            <a:noFill/>
          </a:ln>
        </p:spPr>
        <p:txBody>
          <a:bodyPr lIns="91440" tIns="45720" rIns="91440" bIns="45720" anchor="t">
            <a:spAutoFit/>
          </a:bodyPr>
          <a:lstStyle>
            <a:lvl1pPr indent="0" algn="just" defTabSz="914400">
              <a:lnSpc>
                <a:spcPct val="140000"/>
              </a:lnSpc>
              <a:spcAft>
                <a:spcPts val="1200"/>
              </a:spcAft>
              <a:buNone/>
              <a:tabLst>
                <a:tab pos="0" algn="l"/>
              </a:tabLst>
              <a:defRPr sz="1400" b="0" u="none" spc="119">
                <a:solidFill>
                  <a:srgbClr val="262626"/>
                </a:solidFill>
                <a:latin typeface="Arial" panose="020B0604020202090204"/>
                <a:ea typeface="Arial" panose="020B0604020202090204"/>
                <a:cs typeface="Arial" panose="020B0604020202090204"/>
              </a:defRPr>
            </a:lvl1pPr>
          </a:lstStyle>
          <a:p>
            <a:pPr indent="0" algn="just" defTabSz="914400">
              <a:lnSpc>
                <a:spcPct val="140000"/>
              </a:lnSpc>
              <a:spcAft>
                <a:spcPts val="1200"/>
              </a:spcAft>
              <a:buNone/>
              <a:tabLst>
                <a:tab pos="0" algn="l"/>
              </a:tabLst>
            </a:pPr>
            <a:r>
              <a:rPr sz="1400" b="0" u="none" spc="119">
                <a:solidFill>
                  <a:srgbClr val="262626"/>
                </a:solidFill>
                <a:latin typeface="Arial" panose="020B0604020202090204"/>
                <a:ea typeface="Arial" panose="020B0604020202090204"/>
                <a:cs typeface="Arial" panose="020B0604020202090204"/>
              </a:rPr>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sz="1400" b="0" u="none" spc="119">
              <a:solidFill>
                <a:srgbClr val="262626"/>
              </a:solidFill>
              <a:latin typeface="Arial" panose="020B0604020202090204"/>
              <a:ea typeface="Arial" panose="020B0604020202090204"/>
              <a:cs typeface="Arial" panose="020B0604020202090204"/>
            </a:endParaRPr>
          </a:p>
        </p:txBody>
      </p:sp>
      <p:sp>
        <p:nvSpPr>
          <p:cNvPr id="835" name="PlaceHolder 9"/>
          <p:cNvSpPr>
            <a:spLocks noGrp="1"/>
          </p:cNvSpPr>
          <p:nvPr>
            <p:ph type="body" idx="80" hasCustomPrompt="1"/>
          </p:nvPr>
        </p:nvSpPr>
        <p:spPr>
          <a:xfrm>
            <a:off x="4483080" y="2147400"/>
            <a:ext cx="3122280" cy="2183400"/>
          </a:xfrm>
          <a:prstGeom prst="rect">
            <a:avLst/>
          </a:prstGeom>
          <a:noFill/>
          <a:ln w="0">
            <a:noFill/>
          </a:ln>
        </p:spPr>
        <p:txBody>
          <a:bodyPr lIns="91440" tIns="45720" rIns="91440" bIns="45720" anchor="t">
            <a:spAutoFit/>
          </a:bodyPr>
          <a:lstStyle>
            <a:lvl1pPr indent="0" algn="just" defTabSz="914400">
              <a:lnSpc>
                <a:spcPct val="140000"/>
              </a:lnSpc>
              <a:spcAft>
                <a:spcPts val="1200"/>
              </a:spcAft>
              <a:buNone/>
              <a:tabLst>
                <a:tab pos="0" algn="l"/>
              </a:tabLst>
              <a:defRPr sz="1400" b="0" u="none" spc="119">
                <a:solidFill>
                  <a:srgbClr val="262626"/>
                </a:solidFill>
                <a:latin typeface="Arial" panose="020B0604020202090204"/>
                <a:ea typeface="Arial" panose="020B0604020202090204"/>
                <a:cs typeface="Arial" panose="020B0604020202090204"/>
              </a:defRPr>
            </a:lvl1pPr>
          </a:lstStyle>
          <a:p>
            <a:pPr indent="0" algn="just" defTabSz="914400">
              <a:lnSpc>
                <a:spcPct val="140000"/>
              </a:lnSpc>
              <a:spcAft>
                <a:spcPts val="1200"/>
              </a:spcAft>
              <a:buNone/>
              <a:tabLst>
                <a:tab pos="0" algn="l"/>
              </a:tabLst>
            </a:pPr>
            <a:r>
              <a:rPr sz="1400" b="0" u="none" spc="119">
                <a:solidFill>
                  <a:srgbClr val="262626"/>
                </a:solidFill>
                <a:latin typeface="Arial" panose="020B0604020202090204"/>
                <a:ea typeface="Arial" panose="020B0604020202090204"/>
                <a:cs typeface="Arial" panose="020B0604020202090204"/>
              </a:rPr>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sz="1400" b="0" u="none" spc="119">
              <a:solidFill>
                <a:srgbClr val="262626"/>
              </a:solidFill>
              <a:latin typeface="Arial" panose="020B0604020202090204"/>
              <a:ea typeface="Arial" panose="020B0604020202090204"/>
              <a:cs typeface="Arial" panose="020B0604020202090204"/>
            </a:endParaRPr>
          </a:p>
        </p:txBody>
      </p:sp>
      <p:sp>
        <p:nvSpPr>
          <p:cNvPr id="836" name="PlaceHolder 10"/>
          <p:cNvSpPr>
            <a:spLocks noGrp="1"/>
          </p:cNvSpPr>
          <p:nvPr>
            <p:ph type="body" idx="90" hasCustomPrompt="1"/>
          </p:nvPr>
        </p:nvSpPr>
        <p:spPr>
          <a:xfrm>
            <a:off x="8251560" y="2147400"/>
            <a:ext cx="3122280" cy="2183400"/>
          </a:xfrm>
          <a:prstGeom prst="rect">
            <a:avLst/>
          </a:prstGeom>
          <a:noFill/>
          <a:ln w="0">
            <a:noFill/>
          </a:ln>
        </p:spPr>
        <p:txBody>
          <a:bodyPr lIns="91440" tIns="45720" rIns="91440" bIns="45720" anchor="t">
            <a:spAutoFit/>
          </a:bodyPr>
          <a:lstStyle>
            <a:lvl1pPr indent="0" algn="just" defTabSz="914400">
              <a:lnSpc>
                <a:spcPct val="140000"/>
              </a:lnSpc>
              <a:spcAft>
                <a:spcPts val="1200"/>
              </a:spcAft>
              <a:buNone/>
              <a:tabLst>
                <a:tab pos="0" algn="l"/>
              </a:tabLst>
              <a:defRPr sz="1400" b="0" u="none" spc="119">
                <a:solidFill>
                  <a:srgbClr val="262626"/>
                </a:solidFill>
                <a:latin typeface="Arial" panose="020B0604020202090204"/>
                <a:ea typeface="Arial" panose="020B0604020202090204"/>
                <a:cs typeface="Arial" panose="020B0604020202090204"/>
              </a:defRPr>
            </a:lvl1pPr>
          </a:lstStyle>
          <a:p>
            <a:pPr indent="0" algn="just" defTabSz="914400">
              <a:lnSpc>
                <a:spcPct val="140000"/>
              </a:lnSpc>
              <a:spcAft>
                <a:spcPts val="1200"/>
              </a:spcAft>
              <a:buNone/>
              <a:tabLst>
                <a:tab pos="0" algn="l"/>
              </a:tabLst>
            </a:pPr>
            <a:r>
              <a:rPr sz="1400" b="0" u="none" spc="119">
                <a:solidFill>
                  <a:srgbClr val="262626"/>
                </a:solidFill>
                <a:latin typeface="Arial" panose="020B0604020202090204"/>
                <a:ea typeface="Arial" panose="020B0604020202090204"/>
                <a:cs typeface="Arial" panose="020B0604020202090204"/>
              </a:rPr>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sz="1400" b="0" u="none" spc="119">
              <a:solidFill>
                <a:srgbClr val="262626"/>
              </a:solidFill>
              <a:latin typeface="Arial" panose="020B0604020202090204"/>
              <a:ea typeface="Arial" panose="020B0604020202090204"/>
              <a:cs typeface="Arial" panose="020B0604020202090204"/>
            </a:endParaRPr>
          </a:p>
        </p:txBody>
      </p:sp>
      <p:sp>
        <p:nvSpPr>
          <p:cNvPr id="837" name="TextBox 8"/>
          <p:cNvSpPr>
            <a:spLocks noGrp="1"/>
          </p:cNvSpPr>
          <p:nvPr/>
        </p:nvSpPr>
        <p:spPr>
          <a:xfrm>
            <a:off x="499680" y="6525720"/>
            <a:ext cx="1873800" cy="216360"/>
          </a:xfrm>
          <a:custGeom>
            <a:avLst/>
            <a:gdLst>
              <a:gd name="textAreaLeft" fmla="*/ 0 w 1873800"/>
              <a:gd name="textAreaRight" fmla="*/ 1874160 w 1873800"/>
              <a:gd name="textAreaTop" fmla="*/ 0 h 216360"/>
              <a:gd name="textAreaBottom" fmla="*/ 216720 h 216360"/>
            </a:gdLst>
            <a:ahLst/>
            <a:cxnLst/>
            <a:rect l="textAreaLeft" t="textAreaTop" r="textAreaRight" b="textAreaBottom"/>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lt1"/>
              </a:solidFill>
              <a:latin typeface="钟齐志莽行书"/>
              <a:ea typeface="钟齐志莽行书"/>
              <a:cs typeface="钟齐志莽行书"/>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内容页13">
    <p:bg>
      <p:bgPr>
        <a:solidFill>
          <a:srgbClr val="FFFFFF"/>
        </a:solidFill>
        <a:effectLst/>
      </p:bgPr>
    </p:bg>
    <p:spTree>
      <p:nvGrpSpPr>
        <p:cNvPr id="1" name=""/>
        <p:cNvGrpSpPr/>
        <p:nvPr/>
      </p:nvGrpSpPr>
      <p:grpSpPr/>
      <p:pic>
        <p:nvPicPr>
          <p:cNvPr id="936"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840"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841"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842"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843"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844"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846"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847"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848"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849"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850"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851"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948" name="图片 2"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854" name="Freeform 1031"/>
          <p:cNvSpPr>
            <a:spLocks noGrp="1"/>
          </p:cNvSpPr>
          <p:nvPr/>
        </p:nvSpPr>
        <p:spPr>
          <a:xfrm>
            <a:off x="511560" y="415080"/>
            <a:ext cx="295920" cy="387360"/>
          </a:xfrm>
          <a:custGeom>
            <a:avLst/>
            <a:gdLst>
              <a:gd name="textAreaLeft" fmla="*/ 0 w 295920"/>
              <a:gd name="textAreaRight" fmla="*/ 296280 w 295920"/>
              <a:gd name="textAreaTop" fmla="*/ 0 h 387360"/>
              <a:gd name="textAreaBottom" fmla="*/ 387720 h 387360"/>
              <a:gd name="GluePoint1X" fmla="*/ 162 w 539"/>
              <a:gd name="GluePoint1Y" fmla="*/ 705 h 705"/>
              <a:gd name="GluePoint2X" fmla="*/ 0 w 539"/>
              <a:gd name="GluePoint2Y" fmla="*/ 705 h 705"/>
              <a:gd name="GluePoint3X" fmla="*/ 375 w 539"/>
              <a:gd name="GluePoint3Y" fmla="*/ 0 h 705"/>
              <a:gd name="GluePoint4X" fmla="*/ 539 w 539"/>
              <a:gd name="GluePoint4Y" fmla="*/ 0 h 705"/>
              <a:gd name="GluePoint5X" fmla="*/ 162 w 539"/>
              <a:gd name="GluePoint5Y" fmla="*/ 705 h 705"/>
            </a:gdLst>
            <a:ahLst/>
            <a:cxnLst/>
            <a:rect l="textAreaLeft" t="textAreaTop" r="textAreaRight" b="textAreaBottom"/>
            <a:pathLst>
              <a:path w="539" h="705">
                <a:moveTo>
                  <a:pt x="162" y="705"/>
                </a:moveTo>
                <a:lnTo>
                  <a:pt x="0" y="705"/>
                </a:lnTo>
                <a:lnTo>
                  <a:pt x="375" y="0"/>
                </a:lnTo>
                <a:lnTo>
                  <a:pt x="539" y="0"/>
                </a:lnTo>
                <a:lnTo>
                  <a:pt x="162" y="705"/>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855" name="Freeform 1034"/>
          <p:cNvSpPr>
            <a:spLocks noGrp="1"/>
          </p:cNvSpPr>
          <p:nvPr/>
        </p:nvSpPr>
        <p:spPr>
          <a:xfrm>
            <a:off x="435600" y="456840"/>
            <a:ext cx="185400" cy="242640"/>
          </a:xfrm>
          <a:custGeom>
            <a:avLst/>
            <a:gdLst>
              <a:gd name="textAreaLeft" fmla="*/ 0 w 185400"/>
              <a:gd name="textAreaRight" fmla="*/ 185760 w 185400"/>
              <a:gd name="textAreaTop" fmla="*/ 0 h 242640"/>
              <a:gd name="textAreaBottom" fmla="*/ 243000 h 242640"/>
              <a:gd name="GluePoint1X" fmla="*/ 102 w 338"/>
              <a:gd name="GluePoint1Y" fmla="*/ 442 h 442"/>
              <a:gd name="GluePoint2X" fmla="*/ 0 w 338"/>
              <a:gd name="GluePoint2Y" fmla="*/ 442 h 442"/>
              <a:gd name="GluePoint3X" fmla="*/ 235 w 338"/>
              <a:gd name="GluePoint3Y" fmla="*/ 0 h 442"/>
              <a:gd name="GluePoint4X" fmla="*/ 338 w 338"/>
              <a:gd name="GluePoint4Y" fmla="*/ 0 h 442"/>
              <a:gd name="GluePoint5X" fmla="*/ 102 w 338"/>
              <a:gd name="GluePoint5Y" fmla="*/ 442 h 442"/>
            </a:gdLst>
            <a:ahLst/>
            <a:cxnLst/>
            <a:rect l="textAreaLeft" t="textAreaTop" r="textAreaRight" b="textAreaBottom"/>
            <a:pathLst>
              <a:path w="338" h="442">
                <a:moveTo>
                  <a:pt x="102" y="442"/>
                </a:moveTo>
                <a:lnTo>
                  <a:pt x="0" y="442"/>
                </a:lnTo>
                <a:lnTo>
                  <a:pt x="235" y="0"/>
                </a:lnTo>
                <a:lnTo>
                  <a:pt x="338" y="0"/>
                </a:lnTo>
                <a:lnTo>
                  <a:pt x="102" y="442"/>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856" name="Freeform 1032"/>
          <p:cNvSpPr>
            <a:spLocks noGrp="1"/>
          </p:cNvSpPr>
          <p:nvPr/>
        </p:nvSpPr>
        <p:spPr>
          <a:xfrm>
            <a:off x="696240" y="572400"/>
            <a:ext cx="185400" cy="243360"/>
          </a:xfrm>
          <a:custGeom>
            <a:avLst/>
            <a:gdLst>
              <a:gd name="textAreaLeft" fmla="*/ 0 w 185400"/>
              <a:gd name="textAreaRight" fmla="*/ 185760 w 185400"/>
              <a:gd name="textAreaTop" fmla="*/ 0 h 243360"/>
              <a:gd name="textAreaBottom" fmla="*/ 243720 h 243360"/>
              <a:gd name="GluePoint1X" fmla="*/ 102 w 338"/>
              <a:gd name="GluePoint1Y" fmla="*/ 443 h 443"/>
              <a:gd name="GluePoint2X" fmla="*/ 0 w 338"/>
              <a:gd name="GluePoint2Y" fmla="*/ 443 h 443"/>
              <a:gd name="GluePoint3X" fmla="*/ 235 w 338"/>
              <a:gd name="GluePoint3Y" fmla="*/ 0 h 443"/>
              <a:gd name="GluePoint4X" fmla="*/ 338 w 338"/>
              <a:gd name="GluePoint4Y" fmla="*/ 0 h 443"/>
              <a:gd name="GluePoint5X" fmla="*/ 102 w 338"/>
              <a:gd name="GluePoint5Y" fmla="*/ 443 h 443"/>
            </a:gdLst>
            <a:ahLst/>
            <a:cxnLst/>
            <a:rect l="textAreaLeft" t="textAreaTop" r="textAreaRight" b="textAreaBottom"/>
            <a:pathLst>
              <a:path w="338" h="443">
                <a:moveTo>
                  <a:pt x="102" y="443"/>
                </a:moveTo>
                <a:lnTo>
                  <a:pt x="0" y="443"/>
                </a:lnTo>
                <a:lnTo>
                  <a:pt x="235" y="0"/>
                </a:lnTo>
                <a:lnTo>
                  <a:pt x="338" y="0"/>
                </a:lnTo>
                <a:lnTo>
                  <a:pt x="102" y="443"/>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857" name="Freeform 1033"/>
          <p:cNvSpPr>
            <a:spLocks noGrp="1"/>
          </p:cNvSpPr>
          <p:nvPr/>
        </p:nvSpPr>
        <p:spPr>
          <a:xfrm>
            <a:off x="543960" y="318960"/>
            <a:ext cx="185400" cy="242640"/>
          </a:xfrm>
          <a:custGeom>
            <a:avLst/>
            <a:gdLst>
              <a:gd name="textAreaLeft" fmla="*/ 0 w 185400"/>
              <a:gd name="textAreaRight" fmla="*/ 185760 w 185400"/>
              <a:gd name="textAreaTop" fmla="*/ 0 h 242640"/>
              <a:gd name="textAreaBottom" fmla="*/ 243000 h 242640"/>
              <a:gd name="GluePoint1X" fmla="*/ 103 w 338"/>
              <a:gd name="GluePoint1Y" fmla="*/ 442 h 442"/>
              <a:gd name="GluePoint2X" fmla="*/ 0 w 338"/>
              <a:gd name="GluePoint2Y" fmla="*/ 442 h 442"/>
              <a:gd name="GluePoint3X" fmla="*/ 236 w 338"/>
              <a:gd name="GluePoint3Y" fmla="*/ 0 h 442"/>
              <a:gd name="GluePoint4X" fmla="*/ 338 w 338"/>
              <a:gd name="GluePoint4Y" fmla="*/ 0 h 442"/>
              <a:gd name="GluePoint5X" fmla="*/ 103 w 338"/>
              <a:gd name="GluePoint5Y" fmla="*/ 442 h 442"/>
            </a:gdLst>
            <a:ahLst/>
            <a:cxnLst/>
            <a:rect l="textAreaLeft" t="textAreaTop" r="textAreaRight" b="textAreaBottom"/>
            <a:pathLst>
              <a:path w="338" h="442">
                <a:moveTo>
                  <a:pt x="103" y="442"/>
                </a:moveTo>
                <a:lnTo>
                  <a:pt x="0" y="442"/>
                </a:lnTo>
                <a:lnTo>
                  <a:pt x="236" y="0"/>
                </a:lnTo>
                <a:lnTo>
                  <a:pt x="338" y="0"/>
                </a:lnTo>
                <a:lnTo>
                  <a:pt x="103" y="442"/>
                </a:lnTo>
                <a:close/>
              </a:path>
            </a:pathLst>
          </a:custGeom>
          <a:solidFill>
            <a:schemeClr val="accent1">
              <a:alpha val="73000"/>
            </a:schemeClr>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858" name="Freeform 1029"/>
          <p:cNvSpPr>
            <a:spLocks noGrp="1"/>
          </p:cNvSpPr>
          <p:nvPr/>
        </p:nvSpPr>
        <p:spPr>
          <a:xfrm>
            <a:off x="595440" y="327240"/>
            <a:ext cx="5800320" cy="440280"/>
          </a:xfrm>
          <a:prstGeom prst="parallelogram">
            <a:avLst>
              <a:gd name="adj" fmla="val 53329"/>
            </a:avLst>
          </a:prstGeom>
          <a:gradFill rotWithShape="0">
            <a:gsLst>
              <a:gs pos="0">
                <a:srgbClr val="ED6F00">
                  <a:alpha val="9000"/>
                </a:srgbClr>
              </a:gs>
              <a:gs pos="100000">
                <a:srgbClr val="ED6F00">
                  <a:alpha val="0"/>
                </a:srgbClr>
              </a:gs>
            </a:gsLst>
            <a:lin ang="2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859" name="Freeform 1030"/>
          <p:cNvSpPr>
            <a:spLocks noGrp="1"/>
          </p:cNvSpPr>
          <p:nvPr/>
        </p:nvSpPr>
        <p:spPr>
          <a:xfrm>
            <a:off x="585360" y="327240"/>
            <a:ext cx="336600" cy="440280"/>
          </a:xfrm>
          <a:custGeom>
            <a:avLst/>
            <a:gdLst>
              <a:gd name="textAreaLeft" fmla="*/ 0 w 336600"/>
              <a:gd name="textAreaRight" fmla="*/ 336960 w 336600"/>
              <a:gd name="textAreaTop" fmla="*/ 0 h 440280"/>
              <a:gd name="textAreaBottom" fmla="*/ 440640 h 440280"/>
              <a:gd name="GluePoint1X" fmla="*/ 161 w 539"/>
              <a:gd name="GluePoint1Y" fmla="*/ 705 h 705"/>
              <a:gd name="GluePoint2X" fmla="*/ 0 w 539"/>
              <a:gd name="GluePoint2Y" fmla="*/ 705 h 705"/>
              <a:gd name="GluePoint3X" fmla="*/ 377 w 539"/>
              <a:gd name="GluePoint3Y" fmla="*/ 0 h 705"/>
              <a:gd name="GluePoint4X" fmla="*/ 539 w 539"/>
              <a:gd name="GluePoint4Y" fmla="*/ 0 h 705"/>
              <a:gd name="GluePoint5X" fmla="*/ 161 w 539"/>
              <a:gd name="GluePoint5Y" fmla="*/ 705 h 705"/>
            </a:gdLst>
            <a:ahLst/>
            <a:cxnLst/>
            <a:rect l="textAreaLeft" t="textAreaTop" r="textAreaRight" b="textAreaBottom"/>
            <a:pathLst>
              <a:path w="539" h="705">
                <a:moveTo>
                  <a:pt x="161" y="705"/>
                </a:moveTo>
                <a:lnTo>
                  <a:pt x="0" y="705"/>
                </a:lnTo>
                <a:lnTo>
                  <a:pt x="377" y="0"/>
                </a:lnTo>
                <a:lnTo>
                  <a:pt x="539" y="0"/>
                </a:lnTo>
                <a:lnTo>
                  <a:pt x="161" y="705"/>
                </a:lnTo>
                <a:close/>
              </a:path>
            </a:pathLst>
          </a:custGeom>
          <a:gradFill rotWithShape="0">
            <a:gsLst>
              <a:gs pos="26000">
                <a:srgbClr val="ED6F00"/>
              </a:gs>
              <a:gs pos="100000">
                <a:srgbClr val="FFA85B"/>
              </a:gs>
            </a:gsLst>
            <a:lin ang="162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860" name="PlaceHolder 1"/>
          <p:cNvSpPr>
            <a:spLocks noGrp="1"/>
          </p:cNvSpPr>
          <p:nvPr>
            <p:ph type="title"/>
          </p:nvPr>
        </p:nvSpPr>
        <p:spPr>
          <a:xfrm>
            <a:off x="1003680" y="364320"/>
            <a:ext cx="6845040" cy="369000"/>
          </a:xfrm>
          <a:prstGeom prst="rect">
            <a:avLst/>
          </a:prstGeom>
          <a:noFill/>
          <a:ln w="0">
            <a:noFill/>
          </a:ln>
        </p:spPr>
        <p:txBody>
          <a:bodyPr lIns="90000" tIns="45000" rIns="90000" bIns="45000" anchor="t">
            <a:normAutofit fontScale="85000" lnSpcReduction="9999"/>
          </a:bodyPr>
          <a:lstStyle>
            <a:lvl1pPr indent="0" algn="l" defTabSz="914400">
              <a:lnSpc>
                <a:spcPct val="100000"/>
              </a:lnSpc>
              <a:buNone/>
              <a:tabLst>
                <a:tab pos="0" algn="l"/>
              </a:tabLst>
              <a:defRPr sz="2400" b="1" u="none" spc="99">
                <a:solidFill>
                  <a:schemeClr val="accent1"/>
                </a:solidFill>
                <a:latin typeface="思源黑体 CN Bold"/>
                <a:ea typeface="思源黑体 CN Bold"/>
                <a:cs typeface="思源黑体 CN Bold"/>
              </a:defRPr>
            </a:lvl1pPr>
          </a:lstStyle>
          <a:p>
            <a:pPr indent="0" algn="l" defTabSz="914400">
              <a:lnSpc>
                <a:spcPct val="100000"/>
              </a:lnSpc>
              <a:buNone/>
              <a:tabLst>
                <a:tab pos="0" algn="l"/>
              </a:tabLst>
            </a:pPr>
            <a:r>
              <a:rPr sz="2400" b="1" u="none" spc="99">
                <a:solidFill>
                  <a:schemeClr val="accent1"/>
                </a:solidFill>
                <a:latin typeface="思源黑体 CN Bold"/>
                <a:ea typeface="思源黑体 CN Bold"/>
                <a:cs typeface="思源黑体 CN Bold"/>
              </a:rPr>
              <a:t>单击此处编辑母版标题样式</a:t>
            </a:r>
            <a:endParaRPr sz="2400" b="1" u="none" spc="99">
              <a:solidFill>
                <a:schemeClr val="accent1"/>
              </a:solidFill>
              <a:latin typeface="思源黑体 CN Bold"/>
              <a:ea typeface="思源黑体 CN Bold"/>
              <a:cs typeface="思源黑体 CN Bold"/>
            </a:endParaRPr>
          </a:p>
        </p:txBody>
      </p:sp>
      <p:sp>
        <p:nvSpPr>
          <p:cNvPr id="861" name="任意多边形: 形状 9"/>
          <p:cNvSpPr>
            <a:spLocks noGrp="1"/>
          </p:cNvSpPr>
          <p:nvPr/>
        </p:nvSpPr>
        <p:spPr>
          <a:xfrm>
            <a:off x="0" y="6427800"/>
            <a:ext cx="12191760" cy="429840"/>
          </a:xfrm>
          <a:custGeom>
            <a:avLst/>
            <a:gdLst>
              <a:gd name="textAreaLeft" fmla="*/ 0 w 12191760"/>
              <a:gd name="textAreaRight" fmla="*/ 12192120 w 12191760"/>
              <a:gd name="textAreaTop" fmla="*/ 0 h 429840"/>
              <a:gd name="textAreaBottom" fmla="*/ 430200 h 429840"/>
              <a:gd name="GluePoint1X" fmla="*/ 0 w 12192000"/>
              <a:gd name="GluePoint1Y" fmla="*/ 0 h 381000"/>
              <a:gd name="GluePoint2X" fmla="*/ 12192000 w 12192000"/>
              <a:gd name="GluePoint2Y" fmla="*/ 0 h 381000"/>
              <a:gd name="GluePoint3X" fmla="*/ 12192000 w 12192000"/>
              <a:gd name="GluePoint3Y" fmla="*/ 381000 h 381000"/>
              <a:gd name="GluePoint4X" fmla="*/ 0 w 12192000"/>
              <a:gd name="GluePoint4Y" fmla="*/ 381000 h 381000"/>
            </a:gdLst>
            <a:ahLst/>
            <a:cxnLst/>
            <a:rect l="textAreaLeft" t="textAreaTop" r="textAreaRight" b="textAreaBottom"/>
            <a:pathLst>
              <a:path w="12192000" h="381000">
                <a:moveTo>
                  <a:pt x="0" y="0"/>
                </a:moveTo>
                <a:lnTo>
                  <a:pt x="12192000" y="0"/>
                </a:lnTo>
                <a:lnTo>
                  <a:pt x="12192000" y="381000"/>
                </a:lnTo>
                <a:lnTo>
                  <a:pt x="0" y="381000"/>
                </a:lnTo>
                <a:close/>
              </a:path>
            </a:pathLst>
          </a:custGeom>
          <a:solidFill>
            <a:srgbClr val="ED6F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864" name="任意多边形: 形状 33"/>
          <p:cNvSpPr>
            <a:spLocks noGrp="1"/>
          </p:cNvSpPr>
          <p:nvPr/>
        </p:nvSpPr>
        <p:spPr>
          <a:xfrm>
            <a:off x="10206000" y="6556680"/>
            <a:ext cx="88200" cy="100800"/>
          </a:xfrm>
          <a:custGeom>
            <a:avLst/>
            <a:gdLst>
              <a:gd name="textAreaLeft" fmla="*/ 0 w 88200"/>
              <a:gd name="textAreaRight" fmla="*/ 88560 w 88200"/>
              <a:gd name="textAreaTop" fmla="*/ 0 h 100800"/>
              <a:gd name="textAreaBottom" fmla="*/ 101160 h 100800"/>
              <a:gd name="GluePoint1X" fmla="*/ 21465 w 53300"/>
              <a:gd name="GluePoint1Y" fmla="*/ 19954 h 60737"/>
              <a:gd name="GluePoint2X" fmla="*/ 21465 w 53300"/>
              <a:gd name="GluePoint2Y" fmla="*/ 31321 h 60737"/>
              <a:gd name="GluePoint3X" fmla="*/ 8798 w 53300"/>
              <a:gd name="GluePoint3Y" fmla="*/ 31321 h 60737"/>
              <a:gd name="GluePoint4X" fmla="*/ 8798 w 53300"/>
              <a:gd name="GluePoint4Y" fmla="*/ 19954 h 60737"/>
              <a:gd name="GluePoint5X" fmla="*/ 21465 w 53300"/>
              <a:gd name="GluePoint5Y" fmla="*/ 19954 h 60737"/>
              <a:gd name="GluePoint6X" fmla="*/ 8798 w 53300"/>
              <a:gd name="GluePoint6Y" fmla="*/ 42961 h 60737"/>
              <a:gd name="GluePoint7X" fmla="*/ 8798 w 53300"/>
              <a:gd name="GluePoint7Y" fmla="*/ 38305 h 60737"/>
              <a:gd name="GluePoint8X" fmla="*/ 21465 w 53300"/>
              <a:gd name="GluePoint8Y" fmla="*/ 38305 h 60737"/>
              <a:gd name="GluePoint9X" fmla="*/ 21465 w 53300"/>
              <a:gd name="GluePoint9Y" fmla="*/ 60738 h 60737"/>
              <a:gd name="GluePoint10X" fmla="*/ 30777 w 53300"/>
              <a:gd name="GluePoint10Y" fmla="*/ 60738 h 60737"/>
              <a:gd name="GluePoint11X" fmla="*/ 30777 w 53300"/>
              <a:gd name="GluePoint11Y" fmla="*/ 38305 h 60737"/>
              <a:gd name="GluePoint12X" fmla="*/ 43717 w 53300"/>
              <a:gd name="GluePoint12Y" fmla="*/ 38305 h 60737"/>
              <a:gd name="GluePoint13X" fmla="*/ 43717 w 53300"/>
              <a:gd name="GluePoint13Y" fmla="*/ 42175 h 60737"/>
              <a:gd name="GluePoint14X" fmla="*/ 53300 w 53300"/>
              <a:gd name="GluePoint14Y" fmla="*/ 42175 h 60737"/>
              <a:gd name="GluePoint15X" fmla="*/ 53300 w 53300"/>
              <a:gd name="GluePoint15Y" fmla="*/ 12698 h 60737"/>
              <a:gd name="GluePoint16X" fmla="*/ 30807 w 53300"/>
              <a:gd name="GluePoint16Y" fmla="*/ 12698 h 60737"/>
              <a:gd name="GluePoint17X" fmla="*/ 30807 w 53300"/>
              <a:gd name="GluePoint17Y" fmla="*/ 6228 h 60737"/>
              <a:gd name="GluePoint18X" fmla="*/ 31684 w 53300"/>
              <a:gd name="GluePoint18Y" fmla="*/ 1270 h 60737"/>
              <a:gd name="GluePoint19X" fmla="*/ 31865 w 53300"/>
              <a:gd name="GluePoint19Y" fmla="*/ 514 h 60737"/>
              <a:gd name="GluePoint20X" fmla="*/ 30112 w 53300"/>
              <a:gd name="GluePoint20Y" fmla="*/ 60 h 60737"/>
              <a:gd name="GluePoint21X" fmla="*/ 27330 w 53300"/>
              <a:gd name="GluePoint21Y" fmla="*/ 0 h 60737"/>
              <a:gd name="GluePoint22X" fmla="*/ 21223 w 53300"/>
              <a:gd name="GluePoint22Y" fmla="*/ 0 h 60737"/>
              <a:gd name="GluePoint23X" fmla="*/ 21223 w 53300"/>
              <a:gd name="GluePoint23Y" fmla="*/ 12668 h 60737"/>
              <a:gd name="GluePoint24X" fmla="*/ 0 w 53300"/>
              <a:gd name="GluePoint24Y" fmla="*/ 12668 h 60737"/>
              <a:gd name="GluePoint25X" fmla="*/ 0 w 53300"/>
              <a:gd name="GluePoint25Y" fmla="*/ 42930 h 60737"/>
              <a:gd name="GluePoint26X" fmla="*/ 8798 w 53300"/>
              <a:gd name="GluePoint26Y" fmla="*/ 42930 h 60737"/>
              <a:gd name="GluePoint27X" fmla="*/ 30777 w 53300"/>
              <a:gd name="GluePoint27Y" fmla="*/ 31321 h 60737"/>
              <a:gd name="GluePoint28X" fmla="*/ 30777 w 53300"/>
              <a:gd name="GluePoint28Y" fmla="*/ 19954 h 60737"/>
              <a:gd name="GluePoint29X" fmla="*/ 43717 w 53300"/>
              <a:gd name="GluePoint29Y" fmla="*/ 19954 h 60737"/>
              <a:gd name="GluePoint30X" fmla="*/ 43717 w 53300"/>
              <a:gd name="GluePoint30Y" fmla="*/ 31321 h 60737"/>
              <a:gd name="GluePoint31X" fmla="*/ 30777 w 53300"/>
              <a:gd name="GluePoint31Y" fmla="*/ 31321 h 60737"/>
            </a:gdLst>
            <a:ahLst/>
            <a:cxnLst/>
            <a:rect l="textAreaLeft" t="textAreaTop" r="textAreaRight" b="textAreaBottom"/>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65" name="任意多边形: 形状 34"/>
          <p:cNvSpPr>
            <a:spLocks noGrp="1"/>
          </p:cNvSpPr>
          <p:nvPr/>
        </p:nvSpPr>
        <p:spPr>
          <a:xfrm>
            <a:off x="10353240" y="6559560"/>
            <a:ext cx="89640" cy="97560"/>
          </a:xfrm>
          <a:custGeom>
            <a:avLst/>
            <a:gdLst>
              <a:gd name="textAreaLeft" fmla="*/ 0 w 89640"/>
              <a:gd name="textAreaRight" fmla="*/ 90000 w 89640"/>
              <a:gd name="textAreaTop" fmla="*/ 0 h 97560"/>
              <a:gd name="textAreaBottom" fmla="*/ 97920 h 97560"/>
              <a:gd name="GluePoint1X" fmla="*/ 45531 w 54056"/>
              <a:gd name="GluePoint1Y" fmla="*/ 48614 h 58923"/>
              <a:gd name="GluePoint2X" fmla="*/ 8284 w 54056"/>
              <a:gd name="GluePoint2Y" fmla="*/ 48614 h 58923"/>
              <a:gd name="GluePoint3X" fmla="*/ 8284 w 54056"/>
              <a:gd name="GluePoint3Y" fmla="*/ 6984 h 58923"/>
              <a:gd name="GluePoint4X" fmla="*/ 45531 w 54056"/>
              <a:gd name="GluePoint4Y" fmla="*/ 6984 h 58923"/>
              <a:gd name="GluePoint5X" fmla="*/ 45531 w 54056"/>
              <a:gd name="GluePoint5Y" fmla="*/ 48614 h 58923"/>
              <a:gd name="GluePoint6X" fmla="*/ 8284 w 54056"/>
              <a:gd name="GluePoint6Y" fmla="*/ 58893 h 58923"/>
              <a:gd name="GluePoint7X" fmla="*/ 8284 w 54056"/>
              <a:gd name="GluePoint7Y" fmla="*/ 55538 h 58923"/>
              <a:gd name="GluePoint8X" fmla="*/ 45531 w 54056"/>
              <a:gd name="GluePoint8Y" fmla="*/ 55538 h 58923"/>
              <a:gd name="GluePoint9X" fmla="*/ 45531 w 54056"/>
              <a:gd name="GluePoint9Y" fmla="*/ 58379 h 58923"/>
              <a:gd name="GluePoint10X" fmla="*/ 54056 w 54056"/>
              <a:gd name="GluePoint10Y" fmla="*/ 58379 h 58923"/>
              <a:gd name="GluePoint11X" fmla="*/ 54056 w 54056"/>
              <a:gd name="GluePoint11Y" fmla="*/ 0 h 58923"/>
              <a:gd name="GluePoint12X" fmla="*/ 0 w 54056"/>
              <a:gd name="GluePoint12Y" fmla="*/ 0 h 58923"/>
              <a:gd name="GluePoint13X" fmla="*/ 0 w 54056"/>
              <a:gd name="GluePoint13Y" fmla="*/ 58924 h 58923"/>
              <a:gd name="GluePoint14X" fmla="*/ 8284 w 54056"/>
              <a:gd name="GluePoint14Y" fmla="*/ 58924 h 58923"/>
              <a:gd name="GluePoint15X" fmla="*/ 11640 w 54056"/>
              <a:gd name="GluePoint15Y" fmla="*/ 29477 h 58923"/>
              <a:gd name="GluePoint16X" fmla="*/ 22251 w 54056"/>
              <a:gd name="GluePoint16Y" fmla="*/ 29477 h 58923"/>
              <a:gd name="GluePoint17X" fmla="*/ 22251 w 54056"/>
              <a:gd name="GluePoint17Y" fmla="*/ 38003 h 58923"/>
              <a:gd name="GluePoint18X" fmla="*/ 10098 w 54056"/>
              <a:gd name="GluePoint18Y" fmla="*/ 38003 h 58923"/>
              <a:gd name="GluePoint19X" fmla="*/ 10098 w 54056"/>
              <a:gd name="GluePoint19Y" fmla="*/ 44714 h 58923"/>
              <a:gd name="GluePoint20X" fmla="*/ 43717 w 54056"/>
              <a:gd name="GluePoint20Y" fmla="*/ 44714 h 58923"/>
              <a:gd name="GluePoint21X" fmla="*/ 43717 w 54056"/>
              <a:gd name="GluePoint21Y" fmla="*/ 38003 h 58923"/>
              <a:gd name="GluePoint22X" fmla="*/ 38819 w 54056"/>
              <a:gd name="GluePoint22Y" fmla="*/ 38003 h 58923"/>
              <a:gd name="GluePoint23X" fmla="*/ 42689 w 54056"/>
              <a:gd name="GluePoint23Y" fmla="*/ 35403 h 58923"/>
              <a:gd name="GluePoint24X" fmla="*/ 39061 w 54056"/>
              <a:gd name="GluePoint24Y" fmla="*/ 29447 h 58923"/>
              <a:gd name="GluePoint25X" fmla="*/ 42144 w 54056"/>
              <a:gd name="GluePoint25Y" fmla="*/ 29447 h 58923"/>
              <a:gd name="GluePoint26X" fmla="*/ 42144 w 54056"/>
              <a:gd name="GluePoint26Y" fmla="*/ 22977 h 58923"/>
              <a:gd name="GluePoint27X" fmla="*/ 30505 w 54056"/>
              <a:gd name="GluePoint27Y" fmla="*/ 22977 h 58923"/>
              <a:gd name="GluePoint28X" fmla="*/ 30505 w 54056"/>
              <a:gd name="GluePoint28Y" fmla="*/ 17293 h 58923"/>
              <a:gd name="GluePoint29X" fmla="*/ 43172 w 54056"/>
              <a:gd name="GluePoint29Y" fmla="*/ 17293 h 58923"/>
              <a:gd name="GluePoint30X" fmla="*/ 43172 w 54056"/>
              <a:gd name="GluePoint30Y" fmla="*/ 10823 h 58923"/>
              <a:gd name="GluePoint31X" fmla="*/ 10581 w 54056"/>
              <a:gd name="GluePoint31Y" fmla="*/ 10823 h 58923"/>
              <a:gd name="GluePoint32X" fmla="*/ 10581 w 54056"/>
              <a:gd name="GluePoint32Y" fmla="*/ 17293 h 58923"/>
              <a:gd name="GluePoint33X" fmla="*/ 22221 w 54056"/>
              <a:gd name="GluePoint33Y" fmla="*/ 17293 h 58923"/>
              <a:gd name="GluePoint34X" fmla="*/ 22221 w 54056"/>
              <a:gd name="GluePoint34Y" fmla="*/ 22977 h 58923"/>
              <a:gd name="GluePoint35X" fmla="*/ 11609 w 54056"/>
              <a:gd name="GluePoint35Y" fmla="*/ 22977 h 58923"/>
              <a:gd name="GluePoint36X" fmla="*/ 11609 w 54056"/>
              <a:gd name="GluePoint36Y" fmla="*/ 29447 h 58923"/>
              <a:gd name="GluePoint37X" fmla="*/ 35705 w 54056"/>
              <a:gd name="GluePoint37Y" fmla="*/ 38003 h 58923"/>
              <a:gd name="GluePoint38X" fmla="*/ 30535 w 54056"/>
              <a:gd name="GluePoint38Y" fmla="*/ 38003 h 58923"/>
              <a:gd name="GluePoint39X" fmla="*/ 30535 w 54056"/>
              <a:gd name="GluePoint39Y" fmla="*/ 29477 h 58923"/>
              <a:gd name="GluePoint40X" fmla="*/ 35705 w 54056"/>
              <a:gd name="GluePoint40Y" fmla="*/ 29477 h 58923"/>
              <a:gd name="GluePoint41X" fmla="*/ 31835 w 54056"/>
              <a:gd name="GluePoint41Y" fmla="*/ 32077 h 58923"/>
              <a:gd name="GluePoint42X" fmla="*/ 35705 w 54056"/>
              <a:gd name="GluePoint42Y" fmla="*/ 38033 h 58923"/>
            </a:gdLst>
            <a:ahLst/>
            <a:cxnLst/>
            <a:rect l="textAreaLeft" t="textAreaTop" r="textAreaRight" b="textAreaBottom"/>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66" name="任意多边形: 形状 35"/>
          <p:cNvSpPr>
            <a:spLocks noGrp="1"/>
          </p:cNvSpPr>
          <p:nvPr/>
        </p:nvSpPr>
        <p:spPr>
          <a:xfrm>
            <a:off x="10494720" y="6557400"/>
            <a:ext cx="102240" cy="99360"/>
          </a:xfrm>
          <a:custGeom>
            <a:avLst/>
            <a:gdLst>
              <a:gd name="textAreaLeft" fmla="*/ 0 w 102240"/>
              <a:gd name="textAreaRight" fmla="*/ 102600 w 102240"/>
              <a:gd name="textAreaTop" fmla="*/ 0 h 99360"/>
              <a:gd name="textAreaBottom" fmla="*/ 99720 h 99360"/>
              <a:gd name="GluePoint1X" fmla="*/ 45017 w 61584"/>
              <a:gd name="GluePoint1Y" fmla="*/ 13998 h 59981"/>
              <a:gd name="GluePoint2X" fmla="*/ 39061 w 61584"/>
              <a:gd name="GluePoint2Y" fmla="*/ 18654 h 59981"/>
              <a:gd name="GluePoint3X" fmla="*/ 37640 w 61584"/>
              <a:gd name="GluePoint3Y" fmla="*/ 16779 h 59981"/>
              <a:gd name="GluePoint4X" fmla="*/ 31019 w 61584"/>
              <a:gd name="GluePoint4Y" fmla="*/ 8314 h 59981"/>
              <a:gd name="GluePoint5X" fmla="*/ 37489 w 61584"/>
              <a:gd name="GluePoint5Y" fmla="*/ 3658 h 59981"/>
              <a:gd name="GluePoint6X" fmla="*/ 44986 w 61584"/>
              <a:gd name="GluePoint6Y" fmla="*/ 13998 h 59981"/>
              <a:gd name="GluePoint7X" fmla="*/ 45803 w 61584"/>
              <a:gd name="GluePoint7Y" fmla="*/ 30 h 59981"/>
              <a:gd name="GluePoint8X" fmla="*/ 51244 w 61584"/>
              <a:gd name="GluePoint8Y" fmla="*/ 30 h 59981"/>
              <a:gd name="GluePoint9X" fmla="*/ 54600 w 61584"/>
              <a:gd name="GluePoint9Y" fmla="*/ 1058 h 59981"/>
              <a:gd name="GluePoint10X" fmla="*/ 54510 w 61584"/>
              <a:gd name="GluePoint10Y" fmla="*/ 1814 h 59981"/>
              <a:gd name="GluePoint11X" fmla="*/ 54086 w 61584"/>
              <a:gd name="GluePoint11Y" fmla="*/ 5986 h 59981"/>
              <a:gd name="GluePoint12X" fmla="*/ 54086 w 61584"/>
              <a:gd name="GluePoint12Y" fmla="*/ 34949 h 59981"/>
              <a:gd name="GluePoint13X" fmla="*/ 61070 w 61584"/>
              <a:gd name="GluePoint13Y" fmla="*/ 33921 h 59981"/>
              <a:gd name="GluePoint14X" fmla="*/ 61584 w 61584"/>
              <a:gd name="GluePoint14Y" fmla="*/ 40633 h 59981"/>
              <a:gd name="GluePoint15X" fmla="*/ 54086 w 61584"/>
              <a:gd name="GluePoint15Y" fmla="*/ 41933 h 59981"/>
              <a:gd name="GluePoint16X" fmla="*/ 54086 w 61584"/>
              <a:gd name="GluePoint16Y" fmla="*/ 59982 h 59981"/>
              <a:gd name="GluePoint17X" fmla="*/ 45803 w 61584"/>
              <a:gd name="GluePoint17Y" fmla="*/ 59982 h 59981"/>
              <a:gd name="GluePoint18X" fmla="*/ 45803 w 61584"/>
              <a:gd name="GluePoint18Y" fmla="*/ 43233 h 59981"/>
              <a:gd name="GluePoint19X" fmla="*/ 26937 w 61584"/>
              <a:gd name="GluePoint19Y" fmla="*/ 46075 h 59981"/>
              <a:gd name="GluePoint20X" fmla="*/ 26151 w 61584"/>
              <a:gd name="GluePoint20Y" fmla="*/ 40391 h 59981"/>
              <a:gd name="GluePoint21X" fmla="*/ 25123 w 61584"/>
              <a:gd name="GluePoint21Y" fmla="*/ 41177 h 59981"/>
              <a:gd name="GluePoint22X" fmla="*/ 24337 w 61584"/>
              <a:gd name="GluePoint22Y" fmla="*/ 40179 h 59981"/>
              <a:gd name="GluePoint23X" fmla="*/ 20195 w 61584"/>
              <a:gd name="GluePoint23Y" fmla="*/ 34707 h 59981"/>
              <a:gd name="GluePoint24X" fmla="*/ 20195 w 61584"/>
              <a:gd name="GluePoint24Y" fmla="*/ 59468 h 59981"/>
              <a:gd name="GluePoint25X" fmla="*/ 12426 w 61584"/>
              <a:gd name="GluePoint25Y" fmla="*/ 59468 h 59981"/>
              <a:gd name="GluePoint26X" fmla="*/ 12426 w 61584"/>
              <a:gd name="GluePoint26Y" fmla="*/ 37277 h 59981"/>
              <a:gd name="GluePoint27X" fmla="*/ 10642 w 61584"/>
              <a:gd name="GluePoint27Y" fmla="*/ 40512 h 59981"/>
              <a:gd name="GluePoint28X" fmla="*/ 5170 w 61584"/>
              <a:gd name="GluePoint28Y" fmla="*/ 49703 h 59981"/>
              <a:gd name="GluePoint29X" fmla="*/ 877 w 61584"/>
              <a:gd name="GluePoint29Y" fmla="*/ 44261 h 59981"/>
              <a:gd name="GluePoint30X" fmla="*/ 0 w 61584"/>
              <a:gd name="GluePoint30Y" fmla="*/ 43233 h 59981"/>
              <a:gd name="GluePoint31X" fmla="*/ 11126 w 61584"/>
              <a:gd name="GluePoint31Y" fmla="*/ 23823 h 59981"/>
              <a:gd name="GluePoint32X" fmla="*/ 1542 w 61584"/>
              <a:gd name="GluePoint32Y" fmla="*/ 23823 h 59981"/>
              <a:gd name="GluePoint33X" fmla="*/ 1542 w 61584"/>
              <a:gd name="GluePoint33Y" fmla="*/ 17112 h 59981"/>
              <a:gd name="GluePoint34X" fmla="*/ 12395 w 61584"/>
              <a:gd name="GluePoint34Y" fmla="*/ 17112 h 59981"/>
              <a:gd name="GluePoint35X" fmla="*/ 12395 w 61584"/>
              <a:gd name="GluePoint35Y" fmla="*/ 9856 h 59981"/>
              <a:gd name="GluePoint36X" fmla="*/ 4112 w 61584"/>
              <a:gd name="GluePoint36Y" fmla="*/ 10642 h 59981"/>
              <a:gd name="GluePoint37X" fmla="*/ 1270 w 61584"/>
              <a:gd name="GluePoint37Y" fmla="*/ 4172 h 59981"/>
              <a:gd name="GluePoint38X" fmla="*/ 25335 w 61584"/>
              <a:gd name="GluePoint38Y" fmla="*/ 544 h 59981"/>
              <a:gd name="GluePoint39X" fmla="*/ 26998 w 61584"/>
              <a:gd name="GluePoint39Y" fmla="*/ 3658 h 59981"/>
              <a:gd name="GluePoint40X" fmla="*/ 28691 w 61584"/>
              <a:gd name="GluePoint40Y" fmla="*/ 6772 h 59981"/>
              <a:gd name="GluePoint41X" fmla="*/ 28993 w 61584"/>
              <a:gd name="GluePoint41Y" fmla="*/ 7800 h 59981"/>
              <a:gd name="GluePoint42X" fmla="*/ 28691 w 61584"/>
              <a:gd name="GluePoint42Y" fmla="*/ 8314 h 59981"/>
              <a:gd name="GluePoint43X" fmla="*/ 20165 w 61584"/>
              <a:gd name="GluePoint43Y" fmla="*/ 9100 h 59981"/>
              <a:gd name="GluePoint44X" fmla="*/ 20165 w 61584"/>
              <a:gd name="GluePoint44Y" fmla="*/ 17112 h 59981"/>
              <a:gd name="GluePoint45X" fmla="*/ 28963 w 61584"/>
              <a:gd name="GluePoint45Y" fmla="*/ 17112 h 59981"/>
              <a:gd name="GluePoint46X" fmla="*/ 28963 w 61584"/>
              <a:gd name="GluePoint46Y" fmla="*/ 23823 h 59981"/>
              <a:gd name="GluePoint47X" fmla="*/ 20165 w 61584"/>
              <a:gd name="GluePoint47Y" fmla="*/ 23823 h 59981"/>
              <a:gd name="GluePoint48X" fmla="*/ 20165 w 61584"/>
              <a:gd name="GluePoint48Y" fmla="*/ 29779 h 59981"/>
              <a:gd name="GluePoint49X" fmla="*/ 23793 w 61584"/>
              <a:gd name="GluePoint49Y" fmla="*/ 27179 h 59981"/>
              <a:gd name="GluePoint50X" fmla="*/ 31291 w 61584"/>
              <a:gd name="GluePoint50Y" fmla="*/ 36491 h 59981"/>
              <a:gd name="GluePoint51X" fmla="*/ 28449 w 61584"/>
              <a:gd name="GluePoint51Y" fmla="*/ 38819 h 59981"/>
              <a:gd name="GluePoint52X" fmla="*/ 45772 w 61584"/>
              <a:gd name="GluePoint52Y" fmla="*/ 36219 h 59981"/>
              <a:gd name="GluePoint53X" fmla="*/ 45772 w 61584"/>
              <a:gd name="GluePoint53Y" fmla="*/ 0 h 59981"/>
              <a:gd name="GluePoint54X" fmla="*/ 43203 w 61584"/>
              <a:gd name="GluePoint54Y" fmla="*/ 31563 h 59981"/>
              <a:gd name="GluePoint55X" fmla="*/ 36219 w 61584"/>
              <a:gd name="GluePoint55Y" fmla="*/ 34919 h 59981"/>
              <a:gd name="GluePoint56X" fmla="*/ 29749 w 61584"/>
              <a:gd name="GluePoint56Y" fmla="*/ 23521 h 59981"/>
              <a:gd name="GluePoint57X" fmla="*/ 36733 w 61584"/>
              <a:gd name="GluePoint57Y" fmla="*/ 19379 h 59981"/>
              <a:gd name="GluePoint58X" fmla="*/ 43203 w 61584"/>
              <a:gd name="GluePoint58Y" fmla="*/ 31533 h 59981"/>
            </a:gdLst>
            <a:ahLst/>
            <a:cxnLst/>
            <a:rect l="textAreaLeft" t="textAreaTop" r="textAreaRight" b="textAreaBottom"/>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67" name="任意多边形: 形状 36"/>
          <p:cNvSpPr>
            <a:spLocks noGrp="1"/>
          </p:cNvSpPr>
          <p:nvPr/>
        </p:nvSpPr>
        <p:spPr>
          <a:xfrm>
            <a:off x="10646280" y="6555960"/>
            <a:ext cx="95040" cy="101880"/>
          </a:xfrm>
          <a:custGeom>
            <a:avLst/>
            <a:gdLst>
              <a:gd name="textAreaLeft" fmla="*/ 0 w 95040"/>
              <a:gd name="textAreaRight" fmla="*/ 95400 w 95040"/>
              <a:gd name="textAreaTop" fmla="*/ 0 h 101880"/>
              <a:gd name="textAreaBottom" fmla="*/ 102240 h 101880"/>
              <a:gd name="GluePoint1X" fmla="*/ 25637 w 57442"/>
              <a:gd name="GluePoint1Y" fmla="*/ 12154 h 61463"/>
              <a:gd name="GluePoint2X" fmla="*/ 22554 w 57442"/>
              <a:gd name="GluePoint2Y" fmla="*/ 1814 h 61463"/>
              <a:gd name="GluePoint3X" fmla="*/ 24458 w 57442"/>
              <a:gd name="GluePoint3Y" fmla="*/ 1512 h 61463"/>
              <a:gd name="GluePoint4X" fmla="*/ 32137 w 57442"/>
              <a:gd name="GluePoint4Y" fmla="*/ 514 h 61463"/>
              <a:gd name="GluePoint5X" fmla="*/ 32561 w 57442"/>
              <a:gd name="GluePoint5Y" fmla="*/ 2267 h 61463"/>
              <a:gd name="GluePoint6X" fmla="*/ 34193 w 57442"/>
              <a:gd name="GluePoint6Y" fmla="*/ 10854 h 61463"/>
              <a:gd name="GluePoint7X" fmla="*/ 25668 w 57442"/>
              <a:gd name="GluePoint7Y" fmla="*/ 12154 h 61463"/>
              <a:gd name="GluePoint8X" fmla="*/ 15812 w 57442"/>
              <a:gd name="GluePoint8Y" fmla="*/ 14481 h 61463"/>
              <a:gd name="GluePoint9X" fmla="*/ 34707 w 57442"/>
              <a:gd name="GluePoint9Y" fmla="*/ 14481 h 61463"/>
              <a:gd name="GluePoint10X" fmla="*/ 42991 w 57442"/>
              <a:gd name="GluePoint10Y" fmla="*/ 0 h 61463"/>
              <a:gd name="GluePoint11X" fmla="*/ 52817 w 57442"/>
              <a:gd name="GluePoint11Y" fmla="*/ 3870 h 61463"/>
              <a:gd name="GluePoint12X" fmla="*/ 51486 w 57442"/>
              <a:gd name="GluePoint12Y" fmla="*/ 5502 h 61463"/>
              <a:gd name="GluePoint13X" fmla="*/ 49975 w 57442"/>
              <a:gd name="GluePoint13Y" fmla="*/ 6984 h 61463"/>
              <a:gd name="GluePoint14X" fmla="*/ 47707 w 57442"/>
              <a:gd name="GluePoint14Y" fmla="*/ 9765 h 61463"/>
              <a:gd name="GluePoint15X" fmla="*/ 44019 w 57442"/>
              <a:gd name="GluePoint15Y" fmla="*/ 14209 h 61463"/>
              <a:gd name="GluePoint16X" fmla="*/ 56686 w 57442"/>
              <a:gd name="GluePoint16Y" fmla="*/ 14209 h 61463"/>
              <a:gd name="GluePoint17X" fmla="*/ 56686 w 57442"/>
              <a:gd name="GluePoint17Y" fmla="*/ 28177 h 61463"/>
              <a:gd name="GluePoint18X" fmla="*/ 47889 w 57442"/>
              <a:gd name="GluePoint18Y" fmla="*/ 28177 h 61463"/>
              <a:gd name="GluePoint19X" fmla="*/ 47889 w 57442"/>
              <a:gd name="GluePoint19Y" fmla="*/ 21465 h 61463"/>
              <a:gd name="GluePoint20X" fmla="*/ 8828 w 57442"/>
              <a:gd name="GluePoint20Y" fmla="*/ 21465 h 61463"/>
              <a:gd name="GluePoint21X" fmla="*/ 8828 w 57442"/>
              <a:gd name="GluePoint21Y" fmla="*/ 28177 h 61463"/>
              <a:gd name="GluePoint22X" fmla="*/ 544 w 57442"/>
              <a:gd name="GluePoint22Y" fmla="*/ 28177 h 61463"/>
              <a:gd name="GluePoint23X" fmla="*/ 544 w 57442"/>
              <a:gd name="GluePoint23Y" fmla="*/ 14451 h 61463"/>
              <a:gd name="GluePoint24X" fmla="*/ 13212 w 57442"/>
              <a:gd name="GluePoint24Y" fmla="*/ 14451 h 61463"/>
              <a:gd name="GluePoint25X" fmla="*/ 6500 w 57442"/>
              <a:gd name="GluePoint25Y" fmla="*/ 5926 h 61463"/>
              <a:gd name="GluePoint26X" fmla="*/ 15056 w 57442"/>
              <a:gd name="GluePoint26Y" fmla="*/ 1784 h 61463"/>
              <a:gd name="GluePoint27X" fmla="*/ 21526 w 57442"/>
              <a:gd name="GluePoint27Y" fmla="*/ 11095 h 61463"/>
              <a:gd name="GluePoint28X" fmla="*/ 17082 w 57442"/>
              <a:gd name="GluePoint28Y" fmla="*/ 13756 h 61463"/>
              <a:gd name="GluePoint29X" fmla="*/ 15812 w 57442"/>
              <a:gd name="GluePoint29Y" fmla="*/ 14481 h 61463"/>
              <a:gd name="GluePoint30X" fmla="*/ 31079 w 57442"/>
              <a:gd name="GluePoint30Y" fmla="*/ 32863 h 61463"/>
              <a:gd name="GluePoint31X" fmla="*/ 10642 w 57442"/>
              <a:gd name="GluePoint31Y" fmla="*/ 32863 h 61463"/>
              <a:gd name="GluePoint32X" fmla="*/ 10642 w 57442"/>
              <a:gd name="GluePoint32Y" fmla="*/ 25879 h 61463"/>
              <a:gd name="GluePoint33X" fmla="*/ 46075 w 57442"/>
              <a:gd name="GluePoint33Y" fmla="*/ 25879 h 61463"/>
              <a:gd name="GluePoint34X" fmla="*/ 34435 w 57442"/>
              <a:gd name="GluePoint34Y" fmla="*/ 38547 h 61463"/>
              <a:gd name="GluePoint35X" fmla="*/ 34435 w 57442"/>
              <a:gd name="GluePoint35Y" fmla="*/ 39061 h 61463"/>
              <a:gd name="GluePoint36X" fmla="*/ 57442 w 57442"/>
              <a:gd name="GluePoint36Y" fmla="*/ 39061 h 61463"/>
              <a:gd name="GluePoint37X" fmla="*/ 57442 w 57442"/>
              <a:gd name="GluePoint37Y" fmla="*/ 46286 h 61463"/>
              <a:gd name="GluePoint38X" fmla="*/ 34163 w 57442"/>
              <a:gd name="GluePoint38Y" fmla="*/ 46286 h 61463"/>
              <a:gd name="GluePoint39X" fmla="*/ 34163 w 57442"/>
              <a:gd name="GluePoint39Y" fmla="*/ 54751 h 61463"/>
              <a:gd name="GluePoint40X" fmla="*/ 31896 w 57442"/>
              <a:gd name="GluePoint40Y" fmla="*/ 60072 h 61463"/>
              <a:gd name="GluePoint41X" fmla="*/ 20195 w 57442"/>
              <a:gd name="GluePoint41Y" fmla="*/ 61463 h 61463"/>
              <a:gd name="GluePoint42X" fmla="*/ 17595 w 57442"/>
              <a:gd name="GluePoint42Y" fmla="*/ 52998 h 61463"/>
              <a:gd name="GluePoint43X" fmla="*/ 18744 w 57442"/>
              <a:gd name="GluePoint43Y" fmla="*/ 52847 h 61463"/>
              <a:gd name="GluePoint44X" fmla="*/ 25335 w 57442"/>
              <a:gd name="GluePoint44Y" fmla="*/ 50156 h 61463"/>
              <a:gd name="GluePoint45X" fmla="*/ 25335 w 57442"/>
              <a:gd name="GluePoint45Y" fmla="*/ 46286 h 61463"/>
              <a:gd name="GluePoint46X" fmla="*/ 0 w 57442"/>
              <a:gd name="GluePoint46Y" fmla="*/ 46286 h 61463"/>
              <a:gd name="GluePoint47X" fmla="*/ 0 w 57442"/>
              <a:gd name="GluePoint47Y" fmla="*/ 39061 h 61463"/>
              <a:gd name="GluePoint48X" fmla="*/ 25335 w 57442"/>
              <a:gd name="GluePoint48Y" fmla="*/ 39061 h 61463"/>
              <a:gd name="GluePoint49X" fmla="*/ 25335 w 57442"/>
              <a:gd name="GluePoint49Y" fmla="*/ 36975 h 61463"/>
              <a:gd name="GluePoint50X" fmla="*/ 26484 w 57442"/>
              <a:gd name="GluePoint50Y" fmla="*/ 35342 h 61463"/>
              <a:gd name="GluePoint51X" fmla="*/ 31049 w 57442"/>
              <a:gd name="GluePoint51Y" fmla="*/ 32863 h 61463"/>
            </a:gdLst>
            <a:ahLst/>
            <a:cxnLst/>
            <a:rect l="textAreaLeft" t="textAreaTop" r="textAreaRight" b="textAreaBottom"/>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68" name="任意多边形: 形状 37"/>
          <p:cNvSpPr>
            <a:spLocks noGrp="1"/>
          </p:cNvSpPr>
          <p:nvPr/>
        </p:nvSpPr>
        <p:spPr>
          <a:xfrm>
            <a:off x="10792800" y="6556320"/>
            <a:ext cx="97920" cy="100080"/>
          </a:xfrm>
          <a:custGeom>
            <a:avLst/>
            <a:gdLst>
              <a:gd name="textAreaLeft" fmla="*/ 0 w 97920"/>
              <a:gd name="textAreaRight" fmla="*/ 98280 w 97920"/>
              <a:gd name="textAreaTop" fmla="*/ 0 h 100080"/>
              <a:gd name="textAreaBottom" fmla="*/ 100440 h 100080"/>
              <a:gd name="GluePoint1X" fmla="*/ 7770 w 58984"/>
              <a:gd name="GluePoint1Y" fmla="*/ 25093 h 60465"/>
              <a:gd name="GluePoint2X" fmla="*/ 12668 w 58984"/>
              <a:gd name="GluePoint2Y" fmla="*/ 34919 h 60465"/>
              <a:gd name="GluePoint3X" fmla="*/ 7498 w 58984"/>
              <a:gd name="GluePoint3Y" fmla="*/ 40089 h 60465"/>
              <a:gd name="GluePoint4X" fmla="*/ 7498 w 58984"/>
              <a:gd name="GluePoint4Y" fmla="*/ 9584 h 60465"/>
              <a:gd name="GluePoint5X" fmla="*/ 11367 w 58984"/>
              <a:gd name="GluePoint5Y" fmla="*/ 9584 h 60465"/>
              <a:gd name="GluePoint6X" fmla="*/ 7740 w 58984"/>
              <a:gd name="GluePoint6Y" fmla="*/ 25093 h 60465"/>
              <a:gd name="GluePoint7X" fmla="*/ 20195 w 58984"/>
              <a:gd name="GluePoint7Y" fmla="*/ 20195 h 60465"/>
              <a:gd name="GluePoint8X" fmla="*/ 24065 w 58984"/>
              <a:gd name="GluePoint8Y" fmla="*/ 20195 h 60465"/>
              <a:gd name="GluePoint9X" fmla="*/ 24065 w 58984"/>
              <a:gd name="GluePoint9Y" fmla="*/ 25365 h 60465"/>
              <a:gd name="GluePoint10X" fmla="*/ 51728 w 58984"/>
              <a:gd name="GluePoint10Y" fmla="*/ 25365 h 60465"/>
              <a:gd name="GluePoint11X" fmla="*/ 51728 w 58984"/>
              <a:gd name="GluePoint11Y" fmla="*/ 20195 h 60465"/>
              <a:gd name="GluePoint12X" fmla="*/ 55870 w 58984"/>
              <a:gd name="GluePoint12Y" fmla="*/ 20195 h 60465"/>
              <a:gd name="GluePoint13X" fmla="*/ 55870 w 58984"/>
              <a:gd name="GluePoint13Y" fmla="*/ 7256 h 60465"/>
              <a:gd name="GluePoint14X" fmla="*/ 42689 w 58984"/>
              <a:gd name="GluePoint14Y" fmla="*/ 7256 h 60465"/>
              <a:gd name="GluePoint15X" fmla="*/ 40633 w 58984"/>
              <a:gd name="GluePoint15Y" fmla="*/ 0 h 60465"/>
              <a:gd name="GluePoint16X" fmla="*/ 32107 w 58984"/>
              <a:gd name="GluePoint16Y" fmla="*/ 786 h 60465"/>
              <a:gd name="GluePoint17X" fmla="*/ 32682 w 58984"/>
              <a:gd name="GluePoint17Y" fmla="*/ 2540 h 60465"/>
              <a:gd name="GluePoint18X" fmla="*/ 34405 w 58984"/>
              <a:gd name="GluePoint18Y" fmla="*/ 7256 h 60465"/>
              <a:gd name="GluePoint19X" fmla="*/ 20195 w 58984"/>
              <a:gd name="GluePoint19Y" fmla="*/ 7256 h 60465"/>
              <a:gd name="GluePoint20X" fmla="*/ 20195 w 58984"/>
              <a:gd name="GluePoint20Y" fmla="*/ 20195 h 60465"/>
              <a:gd name="GluePoint21X" fmla="*/ 0 w 58984"/>
              <a:gd name="GluePoint21Y" fmla="*/ 60465 h 60465"/>
              <a:gd name="GluePoint22X" fmla="*/ 7498 w 58984"/>
              <a:gd name="GluePoint22Y" fmla="*/ 60465 h 60465"/>
              <a:gd name="GluePoint23X" fmla="*/ 7498 w 58984"/>
              <a:gd name="GluePoint23Y" fmla="*/ 41903 h 60465"/>
              <a:gd name="GluePoint24X" fmla="*/ 9312 w 58984"/>
              <a:gd name="GluePoint24Y" fmla="*/ 47586 h 60465"/>
              <a:gd name="GluePoint25X" fmla="*/ 19409 w 58984"/>
              <a:gd name="GluePoint25Y" fmla="*/ 36975 h 60465"/>
              <a:gd name="GluePoint26X" fmla="*/ 28207 w 58984"/>
              <a:gd name="GluePoint26Y" fmla="*/ 36975 h 60465"/>
              <a:gd name="GluePoint27X" fmla="*/ 12940 w 58984"/>
              <a:gd name="GluePoint27Y" fmla="*/ 53965 h 60465"/>
              <a:gd name="GluePoint28X" fmla="*/ 18351 w 58984"/>
              <a:gd name="GluePoint28Y" fmla="*/ 60435 h 60465"/>
              <a:gd name="GluePoint29X" fmla="*/ 32228 w 58984"/>
              <a:gd name="GluePoint29Y" fmla="*/ 51124 h 60465"/>
              <a:gd name="GluePoint30X" fmla="*/ 35433 w 58984"/>
              <a:gd name="GluePoint30Y" fmla="*/ 36975 h 60465"/>
              <a:gd name="GluePoint31X" fmla="*/ 37761 w 58984"/>
              <a:gd name="GluePoint31Y" fmla="*/ 36975 h 60465"/>
              <a:gd name="GluePoint32X" fmla="*/ 37761 w 58984"/>
              <a:gd name="GluePoint32Y" fmla="*/ 55265 h 60465"/>
              <a:gd name="GluePoint33X" fmla="*/ 42930 w 58984"/>
              <a:gd name="GluePoint33Y" fmla="*/ 59407 h 60465"/>
              <a:gd name="GluePoint34X" fmla="*/ 50942 w 58984"/>
              <a:gd name="GluePoint34Y" fmla="*/ 59407 h 60465"/>
              <a:gd name="GluePoint35X" fmla="*/ 56868 w 58984"/>
              <a:gd name="GluePoint35Y" fmla="*/ 57261 h 60465"/>
              <a:gd name="GluePoint36X" fmla="*/ 58984 w 58984"/>
              <a:gd name="GluePoint36Y" fmla="*/ 48856 h 60465"/>
              <a:gd name="GluePoint37X" fmla="*/ 51728 w 58984"/>
              <a:gd name="GluePoint37Y" fmla="*/ 46014 h 60465"/>
              <a:gd name="GluePoint38X" fmla="*/ 49400 w 58984"/>
              <a:gd name="GluePoint38Y" fmla="*/ 52484 h 60465"/>
              <a:gd name="GluePoint39X" fmla="*/ 46830 w 58984"/>
              <a:gd name="GluePoint39Y" fmla="*/ 52484 h 60465"/>
              <a:gd name="GluePoint40X" fmla="*/ 45531 w 58984"/>
              <a:gd name="GluePoint40Y" fmla="*/ 50670 h 60465"/>
              <a:gd name="GluePoint41X" fmla="*/ 45531 w 58984"/>
              <a:gd name="GluePoint41Y" fmla="*/ 36975 h 60465"/>
              <a:gd name="GluePoint42X" fmla="*/ 56928 w 58984"/>
              <a:gd name="GluePoint42Y" fmla="*/ 36975 h 60465"/>
              <a:gd name="GluePoint43X" fmla="*/ 56928 w 58984"/>
              <a:gd name="GluePoint43Y" fmla="*/ 29991 h 60465"/>
              <a:gd name="GluePoint44X" fmla="*/ 19440 w 58984"/>
              <a:gd name="GluePoint44Y" fmla="*/ 29991 h 60465"/>
              <a:gd name="GluePoint45X" fmla="*/ 19440 w 58984"/>
              <a:gd name="GluePoint45Y" fmla="*/ 35161 h 60465"/>
              <a:gd name="GluePoint46X" fmla="*/ 15298 w 58984"/>
              <a:gd name="GluePoint46Y" fmla="*/ 23763 h 60465"/>
              <a:gd name="GluePoint47X" fmla="*/ 16507 w 58984"/>
              <a:gd name="GluePoint47Y" fmla="*/ 17323 h 60465"/>
              <a:gd name="GluePoint48X" fmla="*/ 19168 w 58984"/>
              <a:gd name="GluePoint48Y" fmla="*/ 3054 h 60465"/>
              <a:gd name="GluePoint49X" fmla="*/ 30 w 58984"/>
              <a:gd name="GluePoint49Y" fmla="*/ 3054 h 60465"/>
              <a:gd name="GluePoint50X" fmla="*/ 30 w 58984"/>
              <a:gd name="GluePoint50Y" fmla="*/ 60405 h 60465"/>
              <a:gd name="GluePoint51X" fmla="*/ 27935 w 58984"/>
              <a:gd name="GluePoint51Y" fmla="*/ 18895 h 60465"/>
              <a:gd name="GluePoint52X" fmla="*/ 27935 w 58984"/>
              <a:gd name="GluePoint52Y" fmla="*/ 13726 h 60465"/>
              <a:gd name="GluePoint53X" fmla="*/ 47344 w 58984"/>
              <a:gd name="GluePoint53Y" fmla="*/ 13726 h 60465"/>
              <a:gd name="GluePoint54X" fmla="*/ 47344 w 58984"/>
              <a:gd name="GluePoint54Y" fmla="*/ 18895 h 60465"/>
              <a:gd name="GluePoint55X" fmla="*/ 27935 w 58984"/>
              <a:gd name="GluePoint55Y" fmla="*/ 18895 h 60465"/>
            </a:gdLst>
            <a:ahLst/>
            <a:cxnLst/>
            <a:rect l="textAreaLeft" t="textAreaTop" r="textAreaRight" b="textAreaBottom"/>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69" name="任意多边形: 形状 38"/>
          <p:cNvSpPr>
            <a:spLocks noGrp="1"/>
          </p:cNvSpPr>
          <p:nvPr/>
        </p:nvSpPr>
        <p:spPr>
          <a:xfrm>
            <a:off x="10939320" y="6556320"/>
            <a:ext cx="100440" cy="101520"/>
          </a:xfrm>
          <a:custGeom>
            <a:avLst/>
            <a:gdLst>
              <a:gd name="textAreaLeft" fmla="*/ 0 w 100440"/>
              <a:gd name="textAreaRight" fmla="*/ 100800 w 100440"/>
              <a:gd name="textAreaTop" fmla="*/ 0 h 101520"/>
              <a:gd name="textAreaBottom" fmla="*/ 101880 h 101520"/>
              <a:gd name="GluePoint1X" fmla="*/ 242 w 60525"/>
              <a:gd name="GluePoint1Y" fmla="*/ 14754 h 61221"/>
              <a:gd name="GluePoint2X" fmla="*/ 242 w 60525"/>
              <a:gd name="GluePoint2Y" fmla="*/ 8284 h 61221"/>
              <a:gd name="GluePoint3X" fmla="*/ 8767 w 60525"/>
              <a:gd name="GluePoint3Y" fmla="*/ 8284 h 61221"/>
              <a:gd name="GluePoint4X" fmla="*/ 9040 w 60525"/>
              <a:gd name="GluePoint4Y" fmla="*/ 7407 h 61221"/>
              <a:gd name="GluePoint5X" fmla="*/ 11126 w 60525"/>
              <a:gd name="GluePoint5Y" fmla="*/ 0 h 61221"/>
              <a:gd name="GluePoint6X" fmla="*/ 19651 w 60525"/>
              <a:gd name="GluePoint6Y" fmla="*/ 2600 h 61221"/>
              <a:gd name="GluePoint7X" fmla="*/ 16809 w 60525"/>
              <a:gd name="GluePoint7Y" fmla="*/ 8284 h 61221"/>
              <a:gd name="GluePoint8X" fmla="*/ 28207 w 60525"/>
              <a:gd name="GluePoint8Y" fmla="*/ 8284 h 61221"/>
              <a:gd name="GluePoint9X" fmla="*/ 28207 w 60525"/>
              <a:gd name="GluePoint9Y" fmla="*/ 14754 h 61221"/>
              <a:gd name="GluePoint10X" fmla="*/ 14512 w 60525"/>
              <a:gd name="GluePoint10Y" fmla="*/ 14754 h 61221"/>
              <a:gd name="GluePoint11X" fmla="*/ 13061 w 60525"/>
              <a:gd name="GluePoint11Y" fmla="*/ 18382 h 61221"/>
              <a:gd name="GluePoint12X" fmla="*/ 9614 w 60525"/>
              <a:gd name="GluePoint12Y" fmla="*/ 27179 h 61221"/>
              <a:gd name="GluePoint13X" fmla="*/ 13756 w 60525"/>
              <a:gd name="GluePoint13Y" fmla="*/ 27179 h 61221"/>
              <a:gd name="GluePoint14X" fmla="*/ 13756 w 60525"/>
              <a:gd name="GluePoint14Y" fmla="*/ 17868 h 61221"/>
              <a:gd name="GluePoint15X" fmla="*/ 15298 w 60525"/>
              <a:gd name="GluePoint15Y" fmla="*/ 17868 h 61221"/>
              <a:gd name="GluePoint16X" fmla="*/ 19984 w 60525"/>
              <a:gd name="GluePoint16Y" fmla="*/ 18019 h 61221"/>
              <a:gd name="GluePoint17X" fmla="*/ 21495 w 60525"/>
              <a:gd name="GluePoint17Y" fmla="*/ 18623 h 61221"/>
              <a:gd name="GluePoint18X" fmla="*/ 21405 w 60525"/>
              <a:gd name="GluePoint18Y" fmla="*/ 19833 h 61221"/>
              <a:gd name="GluePoint19X" fmla="*/ 20981 w 60525"/>
              <a:gd name="GluePoint19Y" fmla="*/ 24065 h 61221"/>
              <a:gd name="GluePoint20X" fmla="*/ 20981 w 60525"/>
              <a:gd name="GluePoint20Y" fmla="*/ 27179 h 61221"/>
              <a:gd name="GluePoint21X" fmla="*/ 28479 w 60525"/>
              <a:gd name="GluePoint21Y" fmla="*/ 27179 h 61221"/>
              <a:gd name="GluePoint22X" fmla="*/ 28479 w 60525"/>
              <a:gd name="GluePoint22Y" fmla="*/ 33649 h 61221"/>
              <a:gd name="GluePoint23X" fmla="*/ 20981 w 60525"/>
              <a:gd name="GluePoint23Y" fmla="*/ 33649 h 61221"/>
              <a:gd name="GluePoint24X" fmla="*/ 20981 w 60525"/>
              <a:gd name="GluePoint24Y" fmla="*/ 39091 h 61221"/>
              <a:gd name="GluePoint25X" fmla="*/ 30535 w 60525"/>
              <a:gd name="GluePoint25Y" fmla="*/ 38063 h 61221"/>
              <a:gd name="GluePoint26X" fmla="*/ 30535 w 60525"/>
              <a:gd name="GluePoint26Y" fmla="*/ 44775 h 61221"/>
              <a:gd name="GluePoint27X" fmla="*/ 20981 w 60525"/>
              <a:gd name="GluePoint27Y" fmla="*/ 45803 h 61221"/>
              <a:gd name="GluePoint28X" fmla="*/ 20981 w 60525"/>
              <a:gd name="GluePoint28Y" fmla="*/ 59952 h 61221"/>
              <a:gd name="GluePoint29X" fmla="*/ 13726 w 60525"/>
              <a:gd name="GluePoint29Y" fmla="*/ 59952 h 61221"/>
              <a:gd name="GluePoint30X" fmla="*/ 13726 w 60525"/>
              <a:gd name="GluePoint30Y" fmla="*/ 47072 h 61221"/>
              <a:gd name="GluePoint31X" fmla="*/ 1814 w 60525"/>
              <a:gd name="GluePoint31Y" fmla="*/ 49672 h 61221"/>
              <a:gd name="GluePoint32X" fmla="*/ 0 w 60525"/>
              <a:gd name="GluePoint32Y" fmla="*/ 40875 h 61221"/>
              <a:gd name="GluePoint33X" fmla="*/ 13695 w 60525"/>
              <a:gd name="GluePoint33Y" fmla="*/ 39847 h 61221"/>
              <a:gd name="GluePoint34X" fmla="*/ 13695 w 60525"/>
              <a:gd name="GluePoint34Y" fmla="*/ 33921 h 61221"/>
              <a:gd name="GluePoint35X" fmla="*/ 13030 w 60525"/>
              <a:gd name="GluePoint35Y" fmla="*/ 33921 h 61221"/>
              <a:gd name="GluePoint36X" fmla="*/ 2600 w 60525"/>
              <a:gd name="GluePoint36Y" fmla="*/ 34919 h 61221"/>
              <a:gd name="GluePoint37X" fmla="*/ 514 w 60525"/>
              <a:gd name="GluePoint37Y" fmla="*/ 27421 h 61221"/>
              <a:gd name="GluePoint38X" fmla="*/ 1330 w 60525"/>
              <a:gd name="GluePoint38Y" fmla="*/ 26544 h 61221"/>
              <a:gd name="GluePoint39X" fmla="*/ 2086 w 60525"/>
              <a:gd name="GluePoint39Y" fmla="*/ 25879 h 61221"/>
              <a:gd name="GluePoint40X" fmla="*/ 5442 w 60525"/>
              <a:gd name="GluePoint40Y" fmla="*/ 18654 h 61221"/>
              <a:gd name="GluePoint41X" fmla="*/ 6742 w 60525"/>
              <a:gd name="GluePoint41Y" fmla="*/ 14754 h 61221"/>
              <a:gd name="GluePoint42X" fmla="*/ 272 w 60525"/>
              <a:gd name="GluePoint42Y" fmla="*/ 14754 h 61221"/>
              <a:gd name="GluePoint43X" fmla="*/ 37217 w 60525"/>
              <a:gd name="GluePoint43Y" fmla="*/ 28449 h 61221"/>
              <a:gd name="GluePoint44X" fmla="*/ 37217 w 60525"/>
              <a:gd name="GluePoint44Y" fmla="*/ 20437 h 61221"/>
              <a:gd name="GluePoint45X" fmla="*/ 41630 w 60525"/>
              <a:gd name="GluePoint45Y" fmla="*/ 20437 h 61221"/>
              <a:gd name="GluePoint46X" fmla="*/ 46286 w 60525"/>
              <a:gd name="GluePoint46Y" fmla="*/ 21737 h 61221"/>
              <a:gd name="GluePoint47X" fmla="*/ 46165 w 60525"/>
              <a:gd name="GluePoint47Y" fmla="*/ 22584 h 61221"/>
              <a:gd name="GluePoint48X" fmla="*/ 45772 w 60525"/>
              <a:gd name="GluePoint48Y" fmla="*/ 26907 h 61221"/>
              <a:gd name="GluePoint49X" fmla="*/ 45772 w 60525"/>
              <a:gd name="GluePoint49Y" fmla="*/ 28449 h 61221"/>
              <a:gd name="GluePoint50X" fmla="*/ 60526 w 60525"/>
              <a:gd name="GluePoint50Y" fmla="*/ 53300 h 61221"/>
              <a:gd name="GluePoint51X" fmla="*/ 53542 w 60525"/>
              <a:gd name="GluePoint51Y" fmla="*/ 60465 h 61221"/>
              <a:gd name="GluePoint52X" fmla="*/ 42417 w 60525"/>
              <a:gd name="GluePoint52Y" fmla="*/ 44744 h 61221"/>
              <a:gd name="GluePoint53X" fmla="*/ 29749 w 60525"/>
              <a:gd name="GluePoint53Y" fmla="*/ 61221 h 61221"/>
              <a:gd name="GluePoint54X" fmla="*/ 22765 w 60525"/>
              <a:gd name="GluePoint54Y" fmla="*/ 55538 h 61221"/>
              <a:gd name="GluePoint55X" fmla="*/ 37247 w 60525"/>
              <a:gd name="GluePoint55Y" fmla="*/ 28419 h 61221"/>
              <a:gd name="GluePoint56X" fmla="*/ 38758 w 60525"/>
              <a:gd name="GluePoint56Y" fmla="*/ 10884 h 61221"/>
              <a:gd name="GluePoint57X" fmla="*/ 59710 w 60525"/>
              <a:gd name="GluePoint57Y" fmla="*/ 10884 h 61221"/>
              <a:gd name="GluePoint58X" fmla="*/ 56596 w 60525"/>
              <a:gd name="GluePoint58Y" fmla="*/ 24851 h 61221"/>
              <a:gd name="GluePoint59X" fmla="*/ 48312 w 60525"/>
              <a:gd name="GluePoint59Y" fmla="*/ 24337 h 61221"/>
              <a:gd name="GluePoint60X" fmla="*/ 49854 w 60525"/>
              <a:gd name="GluePoint60Y" fmla="*/ 18140 h 61221"/>
              <a:gd name="GluePoint61X" fmla="*/ 36128 w 60525"/>
              <a:gd name="GluePoint61Y" fmla="*/ 18140 h 61221"/>
              <a:gd name="GluePoint62X" fmla="*/ 32258 w 60525"/>
              <a:gd name="GluePoint62Y" fmla="*/ 25879 h 61221"/>
              <a:gd name="GluePoint63X" fmla="*/ 24488 w 60525"/>
              <a:gd name="GluePoint63Y" fmla="*/ 23037 h 61221"/>
              <a:gd name="GluePoint64X" fmla="*/ 33286 w 60525"/>
              <a:gd name="GluePoint64Y" fmla="*/ 30 h 61221"/>
              <a:gd name="GluePoint65X" fmla="*/ 39877 w 60525"/>
              <a:gd name="GluePoint65Y" fmla="*/ 1905 h 61221"/>
              <a:gd name="GluePoint66X" fmla="*/ 43112 w 60525"/>
              <a:gd name="GluePoint66Y" fmla="*/ 2872 h 61221"/>
              <a:gd name="GluePoint67X" fmla="*/ 38698 w 60525"/>
              <a:gd name="GluePoint67Y" fmla="*/ 10884 h 61221"/>
            </a:gdLst>
            <a:ahLst/>
            <a:cxnLst/>
            <a:rect l="textAreaLeft" t="textAreaTop" r="textAreaRight" b="textAreaBottom"/>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70" name="任意多边形: 形状 39"/>
          <p:cNvSpPr>
            <a:spLocks noGrp="1"/>
          </p:cNvSpPr>
          <p:nvPr/>
        </p:nvSpPr>
        <p:spPr>
          <a:xfrm>
            <a:off x="11086200" y="6557040"/>
            <a:ext cx="101880" cy="100080"/>
          </a:xfrm>
          <a:custGeom>
            <a:avLst/>
            <a:gdLst>
              <a:gd name="textAreaLeft" fmla="*/ 0 w 101880"/>
              <a:gd name="textAreaRight" fmla="*/ 102240 w 101880"/>
              <a:gd name="textAreaTop" fmla="*/ 0 h 100080"/>
              <a:gd name="textAreaBottom" fmla="*/ 100440 h 100080"/>
              <a:gd name="GluePoint1X" fmla="*/ 17868 w 61553"/>
              <a:gd name="GluePoint1Y" fmla="*/ 16007 h 60479"/>
              <a:gd name="GluePoint2X" fmla="*/ 17868 w 61553"/>
              <a:gd name="GluePoint2Y" fmla="*/ 59663 h 60479"/>
              <a:gd name="GluePoint3X" fmla="*/ 9856 w 61553"/>
              <a:gd name="GluePoint3Y" fmla="*/ 59663 h 60479"/>
              <a:gd name="GluePoint4X" fmla="*/ 9856 w 61553"/>
              <a:gd name="GluePoint4Y" fmla="*/ 30761 h 60479"/>
              <a:gd name="GluePoint5X" fmla="*/ 5714 w 61553"/>
              <a:gd name="GluePoint5Y" fmla="*/ 36202 h 60479"/>
              <a:gd name="GluePoint6X" fmla="*/ 5654 w 61553"/>
              <a:gd name="GluePoint6Y" fmla="*/ 36323 h 60479"/>
              <a:gd name="GluePoint7X" fmla="*/ 5442 w 61553"/>
              <a:gd name="GluePoint7Y" fmla="*/ 36202 h 60479"/>
              <a:gd name="GluePoint8X" fmla="*/ 0 w 61553"/>
              <a:gd name="GluePoint8Y" fmla="*/ 31305 h 60479"/>
              <a:gd name="GluePoint9X" fmla="*/ 0 w 61553"/>
              <a:gd name="GluePoint9Y" fmla="*/ 31063 h 60479"/>
              <a:gd name="GluePoint10X" fmla="*/ 12668 w 61553"/>
              <a:gd name="GluePoint10Y" fmla="*/ 14 h 60479"/>
              <a:gd name="GluePoint11X" fmla="*/ 21465 w 61553"/>
              <a:gd name="GluePoint11Y" fmla="*/ 2100 h 60479"/>
              <a:gd name="GluePoint12X" fmla="*/ 22251 w 61553"/>
              <a:gd name="GluePoint12Y" fmla="*/ 3400 h 60479"/>
              <a:gd name="GluePoint13X" fmla="*/ 21647 w 61553"/>
              <a:gd name="GluePoint13Y" fmla="*/ 5123 h 60479"/>
              <a:gd name="GluePoint14X" fmla="*/ 17868 w 61553"/>
              <a:gd name="GluePoint14Y" fmla="*/ 16098 h 60479"/>
              <a:gd name="GluePoint15X" fmla="*/ 32077 w 61553"/>
              <a:gd name="GluePoint15Y" fmla="*/ 13437 h 60479"/>
              <a:gd name="GluePoint16X" fmla="*/ 37247 w 61553"/>
              <a:gd name="GluePoint16Y" fmla="*/ 13437 h 60479"/>
              <a:gd name="GluePoint17X" fmla="*/ 37247 w 61553"/>
              <a:gd name="GluePoint17Y" fmla="*/ 226 h 60479"/>
              <a:gd name="GluePoint18X" fmla="*/ 40089 w 61553"/>
              <a:gd name="GluePoint18Y" fmla="*/ 226 h 60479"/>
              <a:gd name="GluePoint19X" fmla="*/ 44956 w 61553"/>
              <a:gd name="GluePoint19Y" fmla="*/ 407 h 60479"/>
              <a:gd name="GluePoint20X" fmla="*/ 46317 w 61553"/>
              <a:gd name="GluePoint20Y" fmla="*/ 1253 h 60479"/>
              <a:gd name="GluePoint21X" fmla="*/ 46135 w 61553"/>
              <a:gd name="GluePoint21Y" fmla="*/ 2977 h 60479"/>
              <a:gd name="GluePoint22X" fmla="*/ 45531 w 61553"/>
              <a:gd name="GluePoint22Y" fmla="*/ 5667 h 60479"/>
              <a:gd name="GluePoint23X" fmla="*/ 45531 w 61553"/>
              <a:gd name="GluePoint23Y" fmla="*/ 13437 h 60479"/>
              <a:gd name="GluePoint24X" fmla="*/ 58198 w 61553"/>
              <a:gd name="GluePoint24Y" fmla="*/ 13437 h 60479"/>
              <a:gd name="GluePoint25X" fmla="*/ 58198 w 61553"/>
              <a:gd name="GluePoint25Y" fmla="*/ 20421 h 60479"/>
              <a:gd name="GluePoint26X" fmla="*/ 45531 w 61553"/>
              <a:gd name="GluePoint26Y" fmla="*/ 20421 h 60479"/>
              <a:gd name="GluePoint27X" fmla="*/ 45531 w 61553"/>
              <a:gd name="GluePoint27Y" fmla="*/ 31819 h 60479"/>
              <a:gd name="GluePoint28X" fmla="*/ 61554 w 61553"/>
              <a:gd name="GluePoint28Y" fmla="*/ 31819 h 60479"/>
              <a:gd name="GluePoint29X" fmla="*/ 61554 w 61553"/>
              <a:gd name="GluePoint29Y" fmla="*/ 39075 h 60479"/>
              <a:gd name="GluePoint30X" fmla="*/ 45531 w 61553"/>
              <a:gd name="GluePoint30Y" fmla="*/ 39075 h 60479"/>
              <a:gd name="GluePoint31X" fmla="*/ 45531 w 61553"/>
              <a:gd name="GluePoint31Y" fmla="*/ 60479 h 60479"/>
              <a:gd name="GluePoint32X" fmla="*/ 37519 w 61553"/>
              <a:gd name="GluePoint32Y" fmla="*/ 60479 h 60479"/>
              <a:gd name="GluePoint33X" fmla="*/ 37519 w 61553"/>
              <a:gd name="GluePoint33Y" fmla="*/ 39075 h 60479"/>
              <a:gd name="GluePoint34X" fmla="*/ 19923 w 61553"/>
              <a:gd name="GluePoint34Y" fmla="*/ 39075 h 60479"/>
              <a:gd name="GluePoint35X" fmla="*/ 19923 w 61553"/>
              <a:gd name="GluePoint35Y" fmla="*/ 31819 h 60479"/>
              <a:gd name="GluePoint36X" fmla="*/ 37519 w 61553"/>
              <a:gd name="GluePoint36Y" fmla="*/ 31819 h 60479"/>
              <a:gd name="GluePoint37X" fmla="*/ 37519 w 61553"/>
              <a:gd name="GluePoint37Y" fmla="*/ 20421 h 60479"/>
              <a:gd name="GluePoint38X" fmla="*/ 30293 w 61553"/>
              <a:gd name="GluePoint38Y" fmla="*/ 20421 h 60479"/>
              <a:gd name="GluePoint39X" fmla="*/ 26423 w 61553"/>
              <a:gd name="GluePoint39Y" fmla="*/ 29733 h 60479"/>
              <a:gd name="GluePoint40X" fmla="*/ 19682 w 61553"/>
              <a:gd name="GluePoint40Y" fmla="*/ 27163 h 60479"/>
              <a:gd name="GluePoint41X" fmla="*/ 25879 w 61553"/>
              <a:gd name="GluePoint41Y" fmla="*/ 5426 h 60479"/>
              <a:gd name="GluePoint42X" fmla="*/ 33105 w 61553"/>
              <a:gd name="GluePoint42Y" fmla="*/ 6967 h 60479"/>
              <a:gd name="GluePoint43X" fmla="*/ 33861 w 61553"/>
              <a:gd name="GluePoint43Y" fmla="*/ 7270 h 60479"/>
              <a:gd name="GluePoint44X" fmla="*/ 33649 w 61553"/>
              <a:gd name="GluePoint44Y" fmla="*/ 8267 h 60479"/>
              <a:gd name="GluePoint45X" fmla="*/ 32954 w 61553"/>
              <a:gd name="GluePoint45Y" fmla="*/ 10565 h 60479"/>
              <a:gd name="GluePoint46X" fmla="*/ 32077 w 61553"/>
              <a:gd name="GluePoint46Y" fmla="*/ 13437 h 60479"/>
            </a:gdLst>
            <a:ahLst/>
            <a:cxnLst/>
            <a:rect l="textAreaLeft" t="textAreaTop" r="textAreaRight" b="textAreaBottom"/>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71" name="任意多边形: 形状 40"/>
          <p:cNvSpPr>
            <a:spLocks noGrp="1"/>
          </p:cNvSpPr>
          <p:nvPr/>
        </p:nvSpPr>
        <p:spPr>
          <a:xfrm>
            <a:off x="11233800" y="6560640"/>
            <a:ext cx="102960" cy="96480"/>
          </a:xfrm>
          <a:custGeom>
            <a:avLst/>
            <a:gdLst>
              <a:gd name="textAreaLeft" fmla="*/ 0 w 102960"/>
              <a:gd name="textAreaRight" fmla="*/ 103320 w 102960"/>
              <a:gd name="textAreaTop" fmla="*/ 0 h 96480"/>
              <a:gd name="textAreaBottom" fmla="*/ 96840 h 96480"/>
              <a:gd name="GluePoint1X" fmla="*/ 41389 w 62067"/>
              <a:gd name="GluePoint1Y" fmla="*/ 23037 h 58137"/>
              <a:gd name="GluePoint2X" fmla="*/ 41389 w 62067"/>
              <a:gd name="GluePoint2Y" fmla="*/ 6742 h 58137"/>
              <a:gd name="GluePoint3X" fmla="*/ 46558 w 62067"/>
              <a:gd name="GluePoint3Y" fmla="*/ 6742 h 58137"/>
              <a:gd name="GluePoint4X" fmla="*/ 46558 w 62067"/>
              <a:gd name="GluePoint4Y" fmla="*/ 23037 h 58137"/>
              <a:gd name="GluePoint5X" fmla="*/ 41389 w 62067"/>
              <a:gd name="GluePoint5Y" fmla="*/ 23037 h 58137"/>
              <a:gd name="GluePoint6X" fmla="*/ 1300 w 62067"/>
              <a:gd name="GluePoint6Y" fmla="*/ 8526 h 58137"/>
              <a:gd name="GluePoint7X" fmla="*/ 9312 w 62067"/>
              <a:gd name="GluePoint7Y" fmla="*/ 8526 h 58137"/>
              <a:gd name="GluePoint8X" fmla="*/ 0 w 62067"/>
              <a:gd name="GluePoint8Y" fmla="*/ 30505 h 58137"/>
              <a:gd name="GluePoint9X" fmla="*/ 2419 w 62067"/>
              <a:gd name="GluePoint9Y" fmla="*/ 34133 h 58137"/>
              <a:gd name="GluePoint10X" fmla="*/ 4656 w 62067"/>
              <a:gd name="GluePoint10Y" fmla="*/ 37489 h 58137"/>
              <a:gd name="GluePoint11X" fmla="*/ 6984 w 62067"/>
              <a:gd name="GluePoint11Y" fmla="*/ 34889 h 58137"/>
              <a:gd name="GluePoint12X" fmla="*/ 6984 w 62067"/>
              <a:gd name="GluePoint12Y" fmla="*/ 51396 h 58137"/>
              <a:gd name="GluePoint13X" fmla="*/ 14240 w 62067"/>
              <a:gd name="GluePoint13Y" fmla="*/ 51396 h 58137"/>
              <a:gd name="GluePoint14X" fmla="*/ 14240 w 62067"/>
              <a:gd name="GluePoint14Y" fmla="*/ 45500 h 58137"/>
              <a:gd name="GluePoint15X" fmla="*/ 19137 w 62067"/>
              <a:gd name="GluePoint15Y" fmla="*/ 45500 h 58137"/>
              <a:gd name="GluePoint16X" fmla="*/ 19137 w 62067"/>
              <a:gd name="GluePoint16Y" fmla="*/ 47586 h 58137"/>
              <a:gd name="GluePoint17X" fmla="*/ 26877 w 62067"/>
              <a:gd name="GluePoint17Y" fmla="*/ 47586 h 58137"/>
              <a:gd name="GluePoint18X" fmla="*/ 26877 w 62067"/>
              <a:gd name="GluePoint18Y" fmla="*/ 29991 h 58137"/>
              <a:gd name="GluePoint19X" fmla="*/ 33347 w 62067"/>
              <a:gd name="GluePoint19Y" fmla="*/ 29991 h 58137"/>
              <a:gd name="GluePoint20X" fmla="*/ 33347 w 62067"/>
              <a:gd name="GluePoint20Y" fmla="*/ 31533 h 58137"/>
              <a:gd name="GluePoint21X" fmla="*/ 22221 w 62067"/>
              <a:gd name="GluePoint21Y" fmla="*/ 52696 h 58137"/>
              <a:gd name="GluePoint22X" fmla="*/ 29961 w 62067"/>
              <a:gd name="GluePoint22Y" fmla="*/ 58138 h 58137"/>
              <a:gd name="GluePoint23X" fmla="*/ 41086 w 62067"/>
              <a:gd name="GluePoint23Y" fmla="*/ 31049 h 58137"/>
              <a:gd name="GluePoint24X" fmla="*/ 41086 w 62067"/>
              <a:gd name="GluePoint24Y" fmla="*/ 30021 h 58137"/>
              <a:gd name="GluePoint25X" fmla="*/ 46528 w 62067"/>
              <a:gd name="GluePoint25Y" fmla="*/ 30021 h 58137"/>
              <a:gd name="GluePoint26X" fmla="*/ 46528 w 62067"/>
              <a:gd name="GluePoint26Y" fmla="*/ 57896 h 58137"/>
              <a:gd name="GluePoint27X" fmla="*/ 54812 w 62067"/>
              <a:gd name="GluePoint27Y" fmla="*/ 57896 h 58137"/>
              <a:gd name="GluePoint28X" fmla="*/ 54812 w 62067"/>
              <a:gd name="GluePoint28Y" fmla="*/ 30021 h 58137"/>
              <a:gd name="GluePoint29X" fmla="*/ 62068 w 62067"/>
              <a:gd name="GluePoint29Y" fmla="*/ 30021 h 58137"/>
              <a:gd name="GluePoint30X" fmla="*/ 62068 w 62067"/>
              <a:gd name="GluePoint30Y" fmla="*/ 22765 h 58137"/>
              <a:gd name="GluePoint31X" fmla="*/ 54812 w 62067"/>
              <a:gd name="GluePoint31Y" fmla="*/ 22765 h 58137"/>
              <a:gd name="GluePoint32X" fmla="*/ 54812 w 62067"/>
              <a:gd name="GluePoint32Y" fmla="*/ 6984 h 58137"/>
              <a:gd name="GluePoint33X" fmla="*/ 59740 w 62067"/>
              <a:gd name="GluePoint33Y" fmla="*/ 6984 h 58137"/>
              <a:gd name="GluePoint34X" fmla="*/ 59740 w 62067"/>
              <a:gd name="GluePoint34Y" fmla="*/ 0 h 58137"/>
              <a:gd name="GluePoint35X" fmla="*/ 27663 w 62067"/>
              <a:gd name="GluePoint35Y" fmla="*/ 0 h 58137"/>
              <a:gd name="GluePoint36X" fmla="*/ 27663 w 62067"/>
              <a:gd name="GluePoint36Y" fmla="*/ 1542 h 58137"/>
              <a:gd name="GluePoint37X" fmla="*/ 1270 w 62067"/>
              <a:gd name="GluePoint37Y" fmla="*/ 1542 h 58137"/>
              <a:gd name="GluePoint38X" fmla="*/ 1270 w 62067"/>
              <a:gd name="GluePoint38Y" fmla="*/ 8526 h 58137"/>
              <a:gd name="GluePoint39X" fmla="*/ 17081 w 62067"/>
              <a:gd name="GluePoint39Y" fmla="*/ 10914 h 58137"/>
              <a:gd name="GluePoint40X" fmla="*/ 17595 w 62067"/>
              <a:gd name="GluePoint40Y" fmla="*/ 8526 h 58137"/>
              <a:gd name="GluePoint41X" fmla="*/ 28207 w 62067"/>
              <a:gd name="GluePoint41Y" fmla="*/ 8526 h 58137"/>
              <a:gd name="GluePoint42X" fmla="*/ 28207 w 62067"/>
              <a:gd name="GluePoint42Y" fmla="*/ 6984 h 58137"/>
              <a:gd name="GluePoint43X" fmla="*/ 33377 w 62067"/>
              <a:gd name="GluePoint43Y" fmla="*/ 6984 h 58137"/>
              <a:gd name="GluePoint44X" fmla="*/ 33377 w 62067"/>
              <a:gd name="GluePoint44Y" fmla="*/ 23007 h 58137"/>
              <a:gd name="GluePoint45X" fmla="*/ 26907 w 62067"/>
              <a:gd name="GluePoint45Y" fmla="*/ 23007 h 58137"/>
              <a:gd name="GluePoint46X" fmla="*/ 26907 w 62067"/>
              <a:gd name="GluePoint46Y" fmla="*/ 18351 h 58137"/>
              <a:gd name="GluePoint47X" fmla="*/ 15026 w 62067"/>
              <a:gd name="GluePoint47Y" fmla="*/ 18351 h 58137"/>
              <a:gd name="GluePoint48X" fmla="*/ 17081 w 62067"/>
              <a:gd name="GluePoint48Y" fmla="*/ 10914 h 58137"/>
              <a:gd name="GluePoint49X" fmla="*/ 19168 w 62067"/>
              <a:gd name="GluePoint49Y" fmla="*/ 25093 h 58137"/>
              <a:gd name="GluePoint50X" fmla="*/ 19168 w 62067"/>
              <a:gd name="GluePoint50Y" fmla="*/ 39333 h 58137"/>
              <a:gd name="GluePoint51X" fmla="*/ 14270 w 62067"/>
              <a:gd name="GluePoint51Y" fmla="*/ 39333 h 58137"/>
              <a:gd name="GluePoint52X" fmla="*/ 14270 w 62067"/>
              <a:gd name="GluePoint52Y" fmla="*/ 25093 h 58137"/>
              <a:gd name="GluePoint53X" fmla="*/ 19168 w 62067"/>
              <a:gd name="GluePoint53Y" fmla="*/ 25093 h 58137"/>
            </a:gdLst>
            <a:ahLst/>
            <a:cxnLst/>
            <a:rect l="textAreaLeft" t="textAreaTop" r="textAreaRight" b="textAreaBottom"/>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72" name="任意多边形: 形状 41"/>
          <p:cNvSpPr>
            <a:spLocks noGrp="1"/>
          </p:cNvSpPr>
          <p:nvPr/>
        </p:nvSpPr>
        <p:spPr>
          <a:xfrm>
            <a:off x="11384280" y="6557040"/>
            <a:ext cx="97560" cy="100440"/>
          </a:xfrm>
          <a:custGeom>
            <a:avLst/>
            <a:gdLst>
              <a:gd name="textAreaLeft" fmla="*/ 0 w 97560"/>
              <a:gd name="textAreaRight" fmla="*/ 97920 w 97560"/>
              <a:gd name="textAreaTop" fmla="*/ 0 h 100440"/>
              <a:gd name="textAreaBottom" fmla="*/ 100800 h 100440"/>
              <a:gd name="GluePoint1X" fmla="*/ 33347 w 58953"/>
              <a:gd name="GluePoint1Y" fmla="*/ 6845 h 60598"/>
              <a:gd name="GluePoint2X" fmla="*/ 55084 w 58953"/>
              <a:gd name="GluePoint2Y" fmla="*/ 6845 h 60598"/>
              <a:gd name="GluePoint3X" fmla="*/ 55084 w 58953"/>
              <a:gd name="GluePoint3Y" fmla="*/ 19271 h 60598"/>
              <a:gd name="GluePoint4X" fmla="*/ 46800 w 58953"/>
              <a:gd name="GluePoint4Y" fmla="*/ 19271 h 60598"/>
              <a:gd name="GluePoint5X" fmla="*/ 46800 w 58953"/>
              <a:gd name="GluePoint5Y" fmla="*/ 13829 h 60598"/>
              <a:gd name="GluePoint6X" fmla="*/ 10340 w 58953"/>
              <a:gd name="GluePoint6Y" fmla="*/ 13829 h 60598"/>
              <a:gd name="GluePoint7X" fmla="*/ 10340 w 58953"/>
              <a:gd name="GluePoint7Y" fmla="*/ 19785 h 60598"/>
              <a:gd name="GluePoint8X" fmla="*/ 2328 w 58953"/>
              <a:gd name="GluePoint8Y" fmla="*/ 19785 h 60598"/>
              <a:gd name="GluePoint9X" fmla="*/ 2328 w 58953"/>
              <a:gd name="GluePoint9Y" fmla="*/ 6845 h 60598"/>
              <a:gd name="GluePoint10X" fmla="*/ 24579 w 58953"/>
              <a:gd name="GluePoint10Y" fmla="*/ 6845 h 60598"/>
              <a:gd name="GluePoint11X" fmla="*/ 22765 w 58953"/>
              <a:gd name="GluePoint11Y" fmla="*/ 375 h 60598"/>
              <a:gd name="GluePoint12X" fmla="*/ 27814 w 58953"/>
              <a:gd name="GluePoint12Y" fmla="*/ 43 h 60598"/>
              <a:gd name="GluePoint13X" fmla="*/ 31472 w 58953"/>
              <a:gd name="GluePoint13Y" fmla="*/ 13 h 60598"/>
              <a:gd name="GluePoint14X" fmla="*/ 32863 w 58953"/>
              <a:gd name="GluePoint14Y" fmla="*/ 103 h 60598"/>
              <a:gd name="GluePoint15X" fmla="*/ 33044 w 58953"/>
              <a:gd name="GluePoint15Y" fmla="*/ 2220 h 60598"/>
              <a:gd name="GluePoint16X" fmla="*/ 33347 w 58953"/>
              <a:gd name="GluePoint16Y" fmla="*/ 6845 h 60598"/>
              <a:gd name="GluePoint17X" fmla="*/ 8284 w 58953"/>
              <a:gd name="GluePoint17Y" fmla="*/ 31666 h 60598"/>
              <a:gd name="GluePoint18X" fmla="*/ 2086 w 58953"/>
              <a:gd name="GluePoint18Y" fmla="*/ 26496 h 60598"/>
              <a:gd name="GluePoint19X" fmla="*/ 19168 w 58953"/>
              <a:gd name="GluePoint19Y" fmla="*/ 14343 h 60598"/>
              <a:gd name="GluePoint20X" fmla="*/ 26393 w 58953"/>
              <a:gd name="GluePoint20Y" fmla="*/ 18757 h 60598"/>
              <a:gd name="GluePoint21X" fmla="*/ 25879 w 58953"/>
              <a:gd name="GluePoint21Y" fmla="*/ 20208 h 60598"/>
              <a:gd name="GluePoint22X" fmla="*/ 25365 w 58953"/>
              <a:gd name="GluePoint22Y" fmla="*/ 20571 h 60598"/>
              <a:gd name="GluePoint23X" fmla="*/ 8284 w 58953"/>
              <a:gd name="GluePoint23Y" fmla="*/ 31696 h 60598"/>
              <a:gd name="GluePoint24X" fmla="*/ 54056 w 58953"/>
              <a:gd name="GluePoint24Y" fmla="*/ 26496 h 60598"/>
              <a:gd name="GluePoint25X" fmla="*/ 47858 w 58953"/>
              <a:gd name="GluePoint25Y" fmla="*/ 32694 h 60598"/>
              <a:gd name="GluePoint26X" fmla="*/ 32379 w 58953"/>
              <a:gd name="GluePoint26Y" fmla="*/ 21629 h 60598"/>
              <a:gd name="GluePoint27X" fmla="*/ 30263 w 58953"/>
              <a:gd name="GluePoint27Y" fmla="*/ 20268 h 60598"/>
              <a:gd name="GluePoint28X" fmla="*/ 36219 w 58953"/>
              <a:gd name="GluePoint28Y" fmla="*/ 15099 h 60598"/>
              <a:gd name="GluePoint29X" fmla="*/ 54056 w 58953"/>
              <a:gd name="GluePoint29Y" fmla="*/ 26466 h 60598"/>
              <a:gd name="GluePoint30X" fmla="*/ 29749 w 58953"/>
              <a:gd name="GluePoint30Y" fmla="*/ 31908 h 60598"/>
              <a:gd name="GluePoint31X" fmla="*/ 43444 w 58953"/>
              <a:gd name="GluePoint31Y" fmla="*/ 31908 h 60598"/>
              <a:gd name="GluePoint32X" fmla="*/ 43444 w 58953"/>
              <a:gd name="GluePoint32Y" fmla="*/ 49262 h 60598"/>
              <a:gd name="GluePoint33X" fmla="*/ 43717 w 58953"/>
              <a:gd name="GluePoint33Y" fmla="*/ 51166 h 60598"/>
              <a:gd name="GluePoint34X" fmla="*/ 44744 w 58953"/>
              <a:gd name="GluePoint34Y" fmla="*/ 51590 h 60598"/>
              <a:gd name="GluePoint35X" fmla="*/ 47344 w 58953"/>
              <a:gd name="GluePoint35Y" fmla="*/ 51590 h 60598"/>
              <a:gd name="GluePoint36X" fmla="*/ 49763 w 58953"/>
              <a:gd name="GluePoint36Y" fmla="*/ 50592 h 60598"/>
              <a:gd name="GluePoint37X" fmla="*/ 50428 w 58953"/>
              <a:gd name="GluePoint37Y" fmla="*/ 45120 h 60598"/>
              <a:gd name="GluePoint38X" fmla="*/ 58954 w 58953"/>
              <a:gd name="GluePoint38Y" fmla="*/ 47720 h 60598"/>
              <a:gd name="GluePoint39X" fmla="*/ 57170 w 58953"/>
              <a:gd name="GluePoint39Y" fmla="*/ 56971 h 60598"/>
              <a:gd name="GluePoint40X" fmla="*/ 51456 w 58953"/>
              <a:gd name="GluePoint40Y" fmla="*/ 59027 h 60598"/>
              <a:gd name="GluePoint41X" fmla="*/ 42144 w 58953"/>
              <a:gd name="GluePoint41Y" fmla="*/ 59027 h 60598"/>
              <a:gd name="GluePoint42X" fmla="*/ 36310 w 58953"/>
              <a:gd name="GluePoint42Y" fmla="*/ 58120 h 60598"/>
              <a:gd name="GluePoint43X" fmla="*/ 35372 w 58953"/>
              <a:gd name="GluePoint43Y" fmla="*/ 56820 h 60598"/>
              <a:gd name="GluePoint44X" fmla="*/ 35161 w 58953"/>
              <a:gd name="GluePoint44Y" fmla="*/ 54371 h 60598"/>
              <a:gd name="GluePoint45X" fmla="*/ 35161 w 58953"/>
              <a:gd name="GluePoint45Y" fmla="*/ 38922 h 60598"/>
              <a:gd name="GluePoint46X" fmla="*/ 28449 w 58953"/>
              <a:gd name="GluePoint46Y" fmla="*/ 38922 h 60598"/>
              <a:gd name="GluePoint47X" fmla="*/ 5412 w 58953"/>
              <a:gd name="GluePoint47Y" fmla="*/ 60599 h 60598"/>
              <a:gd name="GluePoint48X" fmla="*/ 0 w 58953"/>
              <a:gd name="GluePoint48Y" fmla="*/ 52890 h 60598"/>
              <a:gd name="GluePoint49X" fmla="*/ 19651 w 58953"/>
              <a:gd name="GluePoint49Y" fmla="*/ 39194 h 60598"/>
              <a:gd name="GluePoint50X" fmla="*/ 5170 w 58953"/>
              <a:gd name="GluePoint50Y" fmla="*/ 39194 h 60598"/>
              <a:gd name="GluePoint51X" fmla="*/ 5170 w 58953"/>
              <a:gd name="GluePoint51Y" fmla="*/ 32210 h 60598"/>
              <a:gd name="GluePoint52X" fmla="*/ 20951 w 58953"/>
              <a:gd name="GluePoint52Y" fmla="*/ 32210 h 60598"/>
              <a:gd name="GluePoint53X" fmla="*/ 21344 w 58953"/>
              <a:gd name="GluePoint53Y" fmla="*/ 28068 h 60598"/>
              <a:gd name="GluePoint54X" fmla="*/ 21737 w 58953"/>
              <a:gd name="GluePoint54Y" fmla="*/ 23927 h 60598"/>
              <a:gd name="GluePoint55X" fmla="*/ 31563 w 58953"/>
              <a:gd name="GluePoint55Y" fmla="*/ 24713 h 60598"/>
              <a:gd name="GluePoint56X" fmla="*/ 31140 w 58953"/>
              <a:gd name="GluePoint56Y" fmla="*/ 26375 h 60598"/>
              <a:gd name="GluePoint57X" fmla="*/ 29749 w 58953"/>
              <a:gd name="GluePoint57Y" fmla="*/ 31969 h 60598"/>
            </a:gdLst>
            <a:ahLst/>
            <a:cxnLst/>
            <a:rect l="textAreaLeft" t="textAreaTop" r="textAreaRight" b="textAreaBottom"/>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73" name="任意多边形: 形状 42"/>
          <p:cNvSpPr>
            <a:spLocks noGrp="1"/>
          </p:cNvSpPr>
          <p:nvPr/>
        </p:nvSpPr>
        <p:spPr>
          <a:xfrm>
            <a:off x="11530440" y="6557040"/>
            <a:ext cx="100800" cy="99720"/>
          </a:xfrm>
          <a:custGeom>
            <a:avLst/>
            <a:gdLst>
              <a:gd name="textAreaLeft" fmla="*/ 0 w 100800"/>
              <a:gd name="textAreaRight" fmla="*/ 101160 w 100800"/>
              <a:gd name="textAreaTop" fmla="*/ 0 h 99720"/>
              <a:gd name="textAreaBottom" fmla="*/ 100080 h 99720"/>
              <a:gd name="GluePoint1X" fmla="*/ 20165 w 60798"/>
              <a:gd name="GluePoint1Y" fmla="*/ 23793 h 60193"/>
              <a:gd name="GluePoint2X" fmla="*/ 20165 w 60798"/>
              <a:gd name="GluePoint2Y" fmla="*/ 33105 h 60193"/>
              <a:gd name="GluePoint3X" fmla="*/ 13181 w 60798"/>
              <a:gd name="GluePoint3Y" fmla="*/ 33105 h 60193"/>
              <a:gd name="GluePoint4X" fmla="*/ 13181 w 60798"/>
              <a:gd name="GluePoint4Y" fmla="*/ 23793 h 60193"/>
              <a:gd name="GluePoint5X" fmla="*/ 20165 w 60798"/>
              <a:gd name="GluePoint5Y" fmla="*/ 23793 h 60193"/>
              <a:gd name="GluePoint6X" fmla="*/ 30505 w 60798"/>
              <a:gd name="GluePoint6Y" fmla="*/ 8526 h 60193"/>
              <a:gd name="GluePoint7X" fmla="*/ 26756 w 60798"/>
              <a:gd name="GluePoint7Y" fmla="*/ 1935 h 60193"/>
              <a:gd name="GluePoint8X" fmla="*/ 25607 w 60798"/>
              <a:gd name="GluePoint8Y" fmla="*/ 0 h 60193"/>
              <a:gd name="GluePoint9X" fmla="*/ 5170 w 60798"/>
              <a:gd name="GluePoint9Y" fmla="*/ 4656 h 60193"/>
              <a:gd name="GluePoint10X" fmla="*/ 5170 w 60798"/>
              <a:gd name="GluePoint10Y" fmla="*/ 35433 h 60193"/>
              <a:gd name="GluePoint11X" fmla="*/ 4112 w 60798"/>
              <a:gd name="GluePoint11Y" fmla="*/ 45047 h 60193"/>
              <a:gd name="GluePoint12X" fmla="*/ 0 w 60798"/>
              <a:gd name="GluePoint12Y" fmla="*/ 55296 h 60193"/>
              <a:gd name="GluePoint13X" fmla="*/ 6470 w 60798"/>
              <a:gd name="GluePoint13Y" fmla="*/ 60193 h 60193"/>
              <a:gd name="GluePoint14X" fmla="*/ 12940 w 60798"/>
              <a:gd name="GluePoint14Y" fmla="*/ 39575 h 60193"/>
              <a:gd name="GluePoint15X" fmla="*/ 20195 w 60798"/>
              <a:gd name="GluePoint15Y" fmla="*/ 39575 h 60193"/>
              <a:gd name="GluePoint16X" fmla="*/ 20195 w 60798"/>
              <a:gd name="GluePoint16Y" fmla="*/ 41903 h 60193"/>
              <a:gd name="GluePoint17X" fmla="*/ 28479 w 60798"/>
              <a:gd name="GluePoint17Y" fmla="*/ 41903 h 60193"/>
              <a:gd name="GluePoint18X" fmla="*/ 28479 w 60798"/>
              <a:gd name="GluePoint18Y" fmla="*/ 16809 h 60193"/>
              <a:gd name="GluePoint19X" fmla="*/ 13212 w 60798"/>
              <a:gd name="GluePoint19Y" fmla="*/ 16809 h 60193"/>
              <a:gd name="GluePoint20X" fmla="*/ 13212 w 60798"/>
              <a:gd name="GluePoint20Y" fmla="*/ 10612 h 60193"/>
              <a:gd name="GluePoint21X" fmla="*/ 30535 w 60798"/>
              <a:gd name="GluePoint21Y" fmla="*/ 8526 h 60193"/>
              <a:gd name="GluePoint22X" fmla="*/ 52877 w 60798"/>
              <a:gd name="GluePoint22Y" fmla="*/ 9705 h 60193"/>
              <a:gd name="GluePoint23X" fmla="*/ 60254 w 60798"/>
              <a:gd name="GluePoint23Y" fmla="*/ 9312 h 60193"/>
              <a:gd name="GluePoint24X" fmla="*/ 55084 w 60798"/>
              <a:gd name="GluePoint24Y" fmla="*/ 514 h 60193"/>
              <a:gd name="GluePoint25X" fmla="*/ 32319 w 60798"/>
              <a:gd name="GluePoint25Y" fmla="*/ 4142 h 60193"/>
              <a:gd name="GluePoint26X" fmla="*/ 32319 w 60798"/>
              <a:gd name="GluePoint26Y" fmla="*/ 28963 h 60193"/>
              <a:gd name="GluePoint27X" fmla="*/ 29719 w 60798"/>
              <a:gd name="GluePoint27Y" fmla="*/ 43898 h 60193"/>
              <a:gd name="GluePoint28X" fmla="*/ 20437 w 60798"/>
              <a:gd name="GluePoint28Y" fmla="*/ 55296 h 60193"/>
              <a:gd name="GluePoint29X" fmla="*/ 28721 w 60798"/>
              <a:gd name="GluePoint29Y" fmla="*/ 59710 h 60193"/>
              <a:gd name="GluePoint30X" fmla="*/ 40361 w 60798"/>
              <a:gd name="GluePoint30Y" fmla="*/ 33135 h 60193"/>
              <a:gd name="GluePoint31X" fmla="*/ 40361 w 60798"/>
              <a:gd name="GluePoint31Y" fmla="*/ 26665 h 60193"/>
              <a:gd name="GluePoint32X" fmla="*/ 45803 w 60798"/>
              <a:gd name="GluePoint32Y" fmla="*/ 26665 h 60193"/>
              <a:gd name="GluePoint33X" fmla="*/ 45803 w 60798"/>
              <a:gd name="GluePoint33Y" fmla="*/ 59710 h 60193"/>
              <a:gd name="GluePoint34X" fmla="*/ 54328 w 60798"/>
              <a:gd name="GluePoint34Y" fmla="*/ 59710 h 60193"/>
              <a:gd name="GluePoint35X" fmla="*/ 54328 w 60798"/>
              <a:gd name="GluePoint35Y" fmla="*/ 26665 h 60193"/>
              <a:gd name="GluePoint36X" fmla="*/ 60798 w 60798"/>
              <a:gd name="GluePoint36Y" fmla="*/ 26665 h 60193"/>
              <a:gd name="GluePoint37X" fmla="*/ 60798 w 60798"/>
              <a:gd name="GluePoint37Y" fmla="*/ 19440 h 60193"/>
              <a:gd name="GluePoint38X" fmla="*/ 40603 w 60798"/>
              <a:gd name="GluePoint38Y" fmla="*/ 19440 h 60193"/>
              <a:gd name="GluePoint39X" fmla="*/ 40603 w 60798"/>
              <a:gd name="GluePoint39Y" fmla="*/ 10400 h 60193"/>
              <a:gd name="GluePoint40X" fmla="*/ 52907 w 60798"/>
              <a:gd name="GluePoint40Y" fmla="*/ 9765 h 60193"/>
            </a:gdLst>
            <a:ahLst/>
            <a:cxnLst/>
            <a:rect l="textAreaLeft" t="textAreaTop" r="textAreaRight" b="textAreaBottom"/>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75" name="任意多边形: 形状 44"/>
          <p:cNvSpPr>
            <a:spLocks noGrp="1"/>
          </p:cNvSpPr>
          <p:nvPr/>
        </p:nvSpPr>
        <p:spPr>
          <a:xfrm>
            <a:off x="10208160" y="6684120"/>
            <a:ext cx="7920" cy="44280"/>
          </a:xfrm>
          <a:custGeom>
            <a:avLst/>
            <a:gdLst>
              <a:gd name="textAreaLeft" fmla="*/ 0 w 7920"/>
              <a:gd name="textAreaRight" fmla="*/ 8280 w 7920"/>
              <a:gd name="textAreaTop" fmla="*/ 0 h 44280"/>
              <a:gd name="textAreaBottom" fmla="*/ 44640 h 44280"/>
              <a:gd name="GluePoint1X" fmla="*/ 4898 w 4897"/>
              <a:gd name="GluePoint1Y" fmla="*/ 0 h 26816"/>
              <a:gd name="GluePoint2X" fmla="*/ 4898 w 4897"/>
              <a:gd name="GluePoint2Y" fmla="*/ 26816 h 26816"/>
              <a:gd name="GluePoint3X" fmla="*/ 0 w 4897"/>
              <a:gd name="GluePoint3Y" fmla="*/ 26816 h 26816"/>
              <a:gd name="GluePoint4X" fmla="*/ 0 w 4897"/>
              <a:gd name="GluePoint4Y" fmla="*/ 0 h 26816"/>
              <a:gd name="GluePoint5X" fmla="*/ 4898 w 4897"/>
              <a:gd name="GluePoint5Y" fmla="*/ 0 h 26816"/>
            </a:gdLst>
            <a:ahLst/>
            <a:cxnLst/>
            <a:rect l="textAreaLeft" t="textAreaTop" r="textAreaRight" b="textAreaBottom"/>
            <a:pathLst>
              <a:path w="4897" h="26816">
                <a:moveTo>
                  <a:pt x="4898" y="0"/>
                </a:moveTo>
                <a:lnTo>
                  <a:pt x="4898" y="26816"/>
                </a:lnTo>
                <a:lnTo>
                  <a:pt x="0" y="26816"/>
                </a:lnTo>
                <a:lnTo>
                  <a:pt x="0" y="0"/>
                </a:lnTo>
                <a:lnTo>
                  <a:pt x="489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76" name="任意多边形: 形状 45"/>
          <p:cNvSpPr>
            <a:spLocks noGrp="1"/>
          </p:cNvSpPr>
          <p:nvPr/>
        </p:nvSpPr>
        <p:spPr>
          <a:xfrm>
            <a:off x="1022508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77" name="任意多边形: 形状 46"/>
          <p:cNvSpPr>
            <a:spLocks noGrp="1"/>
          </p:cNvSpPr>
          <p:nvPr/>
        </p:nvSpPr>
        <p:spPr>
          <a:xfrm>
            <a:off x="10261080" y="6695640"/>
            <a:ext cx="22680" cy="33120"/>
          </a:xfrm>
          <a:custGeom>
            <a:avLst/>
            <a:gdLst>
              <a:gd name="textAreaLeft" fmla="*/ 0 w 22680"/>
              <a:gd name="textAreaRight" fmla="*/ 23040 w 22680"/>
              <a:gd name="textAreaTop" fmla="*/ 0 h 33120"/>
              <a:gd name="textAreaBottom" fmla="*/ 33480 h 33120"/>
              <a:gd name="GluePoint1X" fmla="*/ 96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78" name="任意多边形: 形状 47"/>
          <p:cNvSpPr>
            <a:spLocks noGrp="1"/>
          </p:cNvSpPr>
          <p:nvPr/>
        </p:nvSpPr>
        <p:spPr>
          <a:xfrm>
            <a:off x="1028772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5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79" name="任意多边形: 形状 48"/>
          <p:cNvSpPr>
            <a:spLocks noGrp="1"/>
          </p:cNvSpPr>
          <p:nvPr/>
        </p:nvSpPr>
        <p:spPr>
          <a:xfrm>
            <a:off x="1031328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87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80" name="任意多边形: 形状 49"/>
          <p:cNvSpPr>
            <a:spLocks noGrp="1"/>
          </p:cNvSpPr>
          <p:nvPr/>
        </p:nvSpPr>
        <p:spPr>
          <a:xfrm>
            <a:off x="1032768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8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81" name="任意多边形: 形状 50"/>
          <p:cNvSpPr>
            <a:spLocks noGrp="1"/>
          </p:cNvSpPr>
          <p:nvPr/>
        </p:nvSpPr>
        <p:spPr>
          <a:xfrm>
            <a:off x="10353960" y="6696360"/>
            <a:ext cx="28800" cy="32400"/>
          </a:xfrm>
          <a:custGeom>
            <a:avLst/>
            <a:gdLst>
              <a:gd name="textAreaLeft" fmla="*/ 0 w 28800"/>
              <a:gd name="textAreaRight" fmla="*/ 29160 w 28800"/>
              <a:gd name="textAreaTop" fmla="*/ 0 h 32400"/>
              <a:gd name="textAreaBottom" fmla="*/ 32760 h 32400"/>
              <a:gd name="GluePoint1X" fmla="*/ 17444 w 17595"/>
              <a:gd name="GluePoint1Y" fmla="*/ 13544 h 19772"/>
              <a:gd name="GluePoint2X" fmla="*/ 17595 w 17595"/>
              <a:gd name="GluePoint2Y" fmla="*/ 19349 h 19772"/>
              <a:gd name="GluePoint3X" fmla="*/ 13302 w 17595"/>
              <a:gd name="GluePoint3Y" fmla="*/ 19349 h 19772"/>
              <a:gd name="GluePoint4X" fmla="*/ 13061 w 17595"/>
              <a:gd name="GluePoint4Y" fmla="*/ 16416 h 19772"/>
              <a:gd name="GluePoint5X" fmla="*/ 12940 w 17595"/>
              <a:gd name="GluePoint5Y" fmla="*/ 16416 h 19772"/>
              <a:gd name="GluePoint6X" fmla="*/ 6742 w 17595"/>
              <a:gd name="GluePoint6Y" fmla="*/ 19772 h 19772"/>
              <a:gd name="GluePoint7X" fmla="*/ 0 w 17595"/>
              <a:gd name="GluePoint7Y" fmla="*/ 11337 h 19772"/>
              <a:gd name="GluePoint8X" fmla="*/ 0 w 17595"/>
              <a:gd name="GluePoint8Y" fmla="*/ 0 h 19772"/>
              <a:gd name="GluePoint9X" fmla="*/ 4898 w 17595"/>
              <a:gd name="GluePoint9Y" fmla="*/ 0 h 19772"/>
              <a:gd name="GluePoint10X" fmla="*/ 4898 w 17595"/>
              <a:gd name="GluePoint10Y" fmla="*/ 10551 h 19772"/>
              <a:gd name="GluePoint11X" fmla="*/ 8526 w 17595"/>
              <a:gd name="GluePoint11Y" fmla="*/ 15842 h 19772"/>
              <a:gd name="GluePoint12X" fmla="*/ 12274 w 17595"/>
              <a:gd name="GluePoint12Y" fmla="*/ 13212 h 19772"/>
              <a:gd name="GluePoint13X" fmla="*/ 12547 w 17595"/>
              <a:gd name="GluePoint13Y" fmla="*/ 11700 h 19772"/>
              <a:gd name="GluePoint14X" fmla="*/ 12547 w 17595"/>
              <a:gd name="GluePoint14Y" fmla="*/ 0 h 19772"/>
              <a:gd name="GluePoint15X" fmla="*/ 17444 w 17595"/>
              <a:gd name="GluePoint15Y" fmla="*/ 0 h 19772"/>
              <a:gd name="GluePoint16X" fmla="*/ 17444 w 17595"/>
              <a:gd name="GluePoint16Y" fmla="*/ 13575 h 19772"/>
            </a:gdLst>
            <a:ahLst/>
            <a:cxnLst/>
            <a:rect l="textAreaLeft" t="textAreaTop" r="textAreaRight" b="textAreaBottom"/>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82" name="任意多边形: 形状 51"/>
          <p:cNvSpPr>
            <a:spLocks noGrp="1"/>
          </p:cNvSpPr>
          <p:nvPr/>
        </p:nvSpPr>
        <p:spPr>
          <a:xfrm>
            <a:off x="1038852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83" name="任意多边形: 形状 52"/>
          <p:cNvSpPr>
            <a:spLocks noGrp="1"/>
          </p:cNvSpPr>
          <p:nvPr/>
        </p:nvSpPr>
        <p:spPr>
          <a:xfrm>
            <a:off x="1041264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84" name="任意多边形: 形状 53"/>
          <p:cNvSpPr>
            <a:spLocks noGrp="1"/>
          </p:cNvSpPr>
          <p:nvPr/>
        </p:nvSpPr>
        <p:spPr>
          <a:xfrm>
            <a:off x="10460520" y="6695640"/>
            <a:ext cx="32400" cy="33480"/>
          </a:xfrm>
          <a:custGeom>
            <a:avLst/>
            <a:gdLst>
              <a:gd name="textAreaLeft" fmla="*/ 0 w 32400"/>
              <a:gd name="textAreaRight" fmla="*/ 32760 w 32400"/>
              <a:gd name="textAreaTop" fmla="*/ 0 h 33480"/>
              <a:gd name="textAreaBottom" fmla="*/ 33840 h 33480"/>
              <a:gd name="GluePoint1X" fmla="*/ 9765 w 19621"/>
              <a:gd name="GluePoint1Y" fmla="*/ 16688 h 20255"/>
              <a:gd name="GluePoint2X" fmla="*/ 498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674 w 19621"/>
              <a:gd name="GluePoint11Y" fmla="*/ 20256 h 20255"/>
              <a:gd name="GluePoint12X" fmla="*/ 9705 w 19621"/>
              <a:gd name="GluePoint12Y" fmla="*/ 20256 h 20255"/>
            </a:gdLst>
            <a:ahLst/>
            <a:cxnLst/>
            <a:rect l="textAreaLeft" t="textAreaTop" r="textAreaRight" b="textAreaBottom"/>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85" name="任意多边形: 形状 54"/>
          <p:cNvSpPr>
            <a:spLocks noGrp="1"/>
          </p:cNvSpPr>
          <p:nvPr/>
        </p:nvSpPr>
        <p:spPr>
          <a:xfrm>
            <a:off x="1049652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86" name="任意多边形: 形状 55"/>
          <p:cNvSpPr>
            <a:spLocks noGrp="1"/>
          </p:cNvSpPr>
          <p:nvPr/>
        </p:nvSpPr>
        <p:spPr>
          <a:xfrm>
            <a:off x="1053324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295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87" name="任意多边形: 形状 56"/>
          <p:cNvSpPr>
            <a:spLocks noGrp="1"/>
          </p:cNvSpPr>
          <p:nvPr/>
        </p:nvSpPr>
        <p:spPr>
          <a:xfrm>
            <a:off x="1056708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795 w 19621"/>
              <a:gd name="GluePoint3Y" fmla="*/ 3567 h 20255"/>
              <a:gd name="GluePoint4X" fmla="*/ 14512 w 19621"/>
              <a:gd name="GluePoint4Y" fmla="*/ 10098 h 20255"/>
              <a:gd name="GluePoint5X" fmla="*/ 9765 w 19621"/>
              <a:gd name="GluePoint5Y" fmla="*/ 16688 h 20255"/>
              <a:gd name="GluePoint6X" fmla="*/ 973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88" name="任意多边形: 形状 57"/>
          <p:cNvSpPr>
            <a:spLocks noGrp="1"/>
          </p:cNvSpPr>
          <p:nvPr/>
        </p:nvSpPr>
        <p:spPr>
          <a:xfrm>
            <a:off x="1060308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89" name="任意多边形: 形状 58"/>
          <p:cNvSpPr>
            <a:spLocks noGrp="1"/>
          </p:cNvSpPr>
          <p:nvPr/>
        </p:nvSpPr>
        <p:spPr>
          <a:xfrm>
            <a:off x="1062540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90" name="任意多边形: 形状 59"/>
          <p:cNvSpPr>
            <a:spLocks noGrp="1"/>
          </p:cNvSpPr>
          <p:nvPr/>
        </p:nvSpPr>
        <p:spPr>
          <a:xfrm>
            <a:off x="10648440" y="6696360"/>
            <a:ext cx="47520" cy="32040"/>
          </a:xfrm>
          <a:custGeom>
            <a:avLst/>
            <a:gdLst>
              <a:gd name="textAreaLeft" fmla="*/ 0 w 47520"/>
              <a:gd name="textAreaRight" fmla="*/ 47880 w 47520"/>
              <a:gd name="textAreaTop" fmla="*/ 0 h 32040"/>
              <a:gd name="textAreaBottom" fmla="*/ 32400 h 32040"/>
              <a:gd name="GluePoint1X" fmla="*/ 5019 w 28751"/>
              <a:gd name="GluePoint1Y" fmla="*/ 0 h 19409"/>
              <a:gd name="GluePoint2X" fmla="*/ 7044 w 28751"/>
              <a:gd name="GluePoint2Y" fmla="*/ 8798 h 19409"/>
              <a:gd name="GluePoint3X" fmla="*/ 8284 w 28751"/>
              <a:gd name="GluePoint3Y" fmla="*/ 15086 h 19409"/>
              <a:gd name="GluePoint4X" fmla="*/ 8374 w 28751"/>
              <a:gd name="GluePoint4Y" fmla="*/ 15086 h 19409"/>
              <a:gd name="GluePoint5X" fmla="*/ 9947 w 28751"/>
              <a:gd name="GluePoint5Y" fmla="*/ 8858 h 19409"/>
              <a:gd name="GluePoint6X" fmla="*/ 12486 w 28751"/>
              <a:gd name="GluePoint6Y" fmla="*/ 30 h 19409"/>
              <a:gd name="GluePoint7X" fmla="*/ 16447 w 28751"/>
              <a:gd name="GluePoint7Y" fmla="*/ 30 h 19409"/>
              <a:gd name="GluePoint8X" fmla="*/ 18865 w 28751"/>
              <a:gd name="GluePoint8Y" fmla="*/ 8616 h 19409"/>
              <a:gd name="GluePoint9X" fmla="*/ 20407 w 28751"/>
              <a:gd name="GluePoint9Y" fmla="*/ 15086 h 19409"/>
              <a:gd name="GluePoint10X" fmla="*/ 20498 w 28751"/>
              <a:gd name="GluePoint10Y" fmla="*/ 15086 h 19409"/>
              <a:gd name="GluePoint11X" fmla="*/ 21798 w 28751"/>
              <a:gd name="GluePoint11Y" fmla="*/ 8616 h 19409"/>
              <a:gd name="GluePoint12X" fmla="*/ 23944 w 28751"/>
              <a:gd name="GluePoint12Y" fmla="*/ 30 h 19409"/>
              <a:gd name="GluePoint13X" fmla="*/ 28751 w 28751"/>
              <a:gd name="GluePoint13Y" fmla="*/ 30 h 19409"/>
              <a:gd name="GluePoint14X" fmla="*/ 22675 w 28751"/>
              <a:gd name="GluePoint14Y" fmla="*/ 19409 h 19409"/>
              <a:gd name="GluePoint15X" fmla="*/ 18109 w 28751"/>
              <a:gd name="GluePoint15Y" fmla="*/ 19409 h 19409"/>
              <a:gd name="GluePoint16X" fmla="*/ 15781 w 28751"/>
              <a:gd name="GluePoint16Y" fmla="*/ 11519 h 19409"/>
              <a:gd name="GluePoint17X" fmla="*/ 14330 w 28751"/>
              <a:gd name="GluePoint17Y" fmla="*/ 5321 h 19409"/>
              <a:gd name="GluePoint18X" fmla="*/ 14240 w 28751"/>
              <a:gd name="GluePoint18Y" fmla="*/ 5321 h 19409"/>
              <a:gd name="GluePoint19X" fmla="*/ 12758 w 28751"/>
              <a:gd name="GluePoint19Y" fmla="*/ 11519 h 19409"/>
              <a:gd name="GluePoint20X" fmla="*/ 10279 w 28751"/>
              <a:gd name="GluePoint20Y" fmla="*/ 19409 h 19409"/>
              <a:gd name="GluePoint21X" fmla="*/ 5714 w 28751"/>
              <a:gd name="GluePoint21Y" fmla="*/ 19409 h 19409"/>
              <a:gd name="GluePoint22X" fmla="*/ 0 w 28751"/>
              <a:gd name="GluePoint22Y" fmla="*/ 30 h 19409"/>
              <a:gd name="GluePoint23X" fmla="*/ 4988 w 28751"/>
              <a:gd name="GluePoint23Y" fmla="*/ 30 h 19409"/>
            </a:gdLst>
            <a:ahLst/>
            <a:cxnLst/>
            <a:rect l="textAreaLeft" t="textAreaTop" r="textAreaRight" b="textAreaBottom"/>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600" rIns="90000" bIns="-12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91" name="任意多边形: 形状 60"/>
          <p:cNvSpPr>
            <a:spLocks noGrp="1"/>
          </p:cNvSpPr>
          <p:nvPr/>
        </p:nvSpPr>
        <p:spPr>
          <a:xfrm>
            <a:off x="1069884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88 w 16688"/>
              <a:gd name="GluePoint2Y" fmla="*/ 14058 h 20255"/>
              <a:gd name="GluePoint3X" fmla="*/ 7649 w 16688"/>
              <a:gd name="GluePoint3Y" fmla="*/ 16719 h 20255"/>
              <a:gd name="GluePoint4X" fmla="*/ 4867 w 16688"/>
              <a:gd name="GluePoint4Y" fmla="*/ 13937 h 20255"/>
              <a:gd name="GluePoint5X" fmla="*/ 11609 w 16688"/>
              <a:gd name="GluePoint5Y" fmla="*/ 10309 h 20255"/>
              <a:gd name="GluePoint6X" fmla="*/ 1160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92" name="任意多边形: 形状 61"/>
          <p:cNvSpPr>
            <a:spLocks noGrp="1"/>
          </p:cNvSpPr>
          <p:nvPr/>
        </p:nvSpPr>
        <p:spPr>
          <a:xfrm>
            <a:off x="10734480" y="6695640"/>
            <a:ext cx="18000" cy="32760"/>
          </a:xfrm>
          <a:custGeom>
            <a:avLst/>
            <a:gdLst>
              <a:gd name="textAreaLeft" fmla="*/ 0 w 18000"/>
              <a:gd name="textAreaRight" fmla="*/ 18360 w 18000"/>
              <a:gd name="textAreaTop" fmla="*/ 0 h 32760"/>
              <a:gd name="textAreaBottom" fmla="*/ 33120 h 32760"/>
              <a:gd name="GluePoint1X" fmla="*/ 151 w 11004"/>
              <a:gd name="GluePoint1Y" fmla="*/ 6651 h 19832"/>
              <a:gd name="GluePoint2X" fmla="*/ 0 w 11004"/>
              <a:gd name="GluePoint2Y" fmla="*/ 423 h 19832"/>
              <a:gd name="GluePoint3X" fmla="*/ 4233 w 11004"/>
              <a:gd name="GluePoint3Y" fmla="*/ 423 h 19832"/>
              <a:gd name="GluePoint4X" fmla="*/ 4414 w 11004"/>
              <a:gd name="GluePoint4Y" fmla="*/ 4112 h 19832"/>
              <a:gd name="GluePoint5X" fmla="*/ 4535 w 11004"/>
              <a:gd name="GluePoint5Y" fmla="*/ 4112 h 19832"/>
              <a:gd name="GluePoint6X" fmla="*/ 9856 w 11004"/>
              <a:gd name="GluePoint6Y" fmla="*/ 0 h 19832"/>
              <a:gd name="GluePoint7X" fmla="*/ 11005 w 11004"/>
              <a:gd name="GluePoint7Y" fmla="*/ 121 h 19832"/>
              <a:gd name="GluePoint8X" fmla="*/ 11005 w 11004"/>
              <a:gd name="GluePoint8Y" fmla="*/ 4716 h 19832"/>
              <a:gd name="GluePoint9X" fmla="*/ 9584 w 11004"/>
              <a:gd name="GluePoint9Y" fmla="*/ 4595 h 19832"/>
              <a:gd name="GluePoint10X" fmla="*/ 5200 w 11004"/>
              <a:gd name="GluePoint10Y" fmla="*/ 8314 h 19832"/>
              <a:gd name="GluePoint11X" fmla="*/ 5079 w 11004"/>
              <a:gd name="GluePoint11Y" fmla="*/ 9795 h 19832"/>
              <a:gd name="GluePoint12X" fmla="*/ 5079 w 11004"/>
              <a:gd name="GluePoint12Y" fmla="*/ 19833 h 19832"/>
              <a:gd name="GluePoint13X" fmla="*/ 181 w 11004"/>
              <a:gd name="GluePoint13Y" fmla="*/ 19833 h 19832"/>
              <a:gd name="GluePoint14X" fmla="*/ 181 w 11004"/>
              <a:gd name="GluePoint14Y" fmla="*/ 6681 h 19832"/>
            </a:gdLst>
            <a:ahLst/>
            <a:cxnLst/>
            <a:rect l="textAreaLeft" t="textAreaTop" r="textAreaRight" b="textAreaBottom"/>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880" rIns="90000" bIns="-11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93" name="任意多边形: 形状 62"/>
          <p:cNvSpPr>
            <a:spLocks noGrp="1"/>
          </p:cNvSpPr>
          <p:nvPr/>
        </p:nvSpPr>
        <p:spPr>
          <a:xfrm>
            <a:off x="10755720" y="6695640"/>
            <a:ext cx="29160" cy="33120"/>
          </a:xfrm>
          <a:custGeom>
            <a:avLst/>
            <a:gdLst>
              <a:gd name="textAreaLeft" fmla="*/ 0 w 29160"/>
              <a:gd name="textAreaRight" fmla="*/ 29520 w 29160"/>
              <a:gd name="textAreaTop" fmla="*/ 0 h 33120"/>
              <a:gd name="textAreaBottom" fmla="*/ 33480 h 33120"/>
              <a:gd name="GluePoint1X" fmla="*/ 4686 w 17807"/>
              <a:gd name="GluePoint1Y" fmla="*/ 8072 h 20225"/>
              <a:gd name="GluePoint2X" fmla="*/ 9161 w 17807"/>
              <a:gd name="GluePoint2Y" fmla="*/ 3356 h 20225"/>
              <a:gd name="GluePoint3X" fmla="*/ 13212 w 17807"/>
              <a:gd name="GluePoint3Y" fmla="*/ 8072 h 20225"/>
              <a:gd name="GluePoint4X" fmla="*/ 468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94" name="任意多边形: 形状 63"/>
          <p:cNvSpPr>
            <a:spLocks noGrp="1"/>
          </p:cNvSpPr>
          <p:nvPr/>
        </p:nvSpPr>
        <p:spPr>
          <a:xfrm>
            <a:off x="10803600" y="6683400"/>
            <a:ext cx="34200" cy="45720"/>
          </a:xfrm>
          <a:custGeom>
            <a:avLst/>
            <a:gdLst>
              <a:gd name="textAreaLeft" fmla="*/ 0 w 34200"/>
              <a:gd name="textAreaRight" fmla="*/ 34560 w 34200"/>
              <a:gd name="textAreaTop" fmla="*/ 0 h 45720"/>
              <a:gd name="textAreaBottom" fmla="*/ 46080 h 45720"/>
              <a:gd name="GluePoint1X" fmla="*/ 20649 w 20860"/>
              <a:gd name="GluePoint1Y" fmla="*/ 26454 h 27662"/>
              <a:gd name="GluePoint2X" fmla="*/ 13695 w 20860"/>
              <a:gd name="GluePoint2Y" fmla="*/ 27663 h 27662"/>
              <a:gd name="GluePoint3X" fmla="*/ 0 w 20860"/>
              <a:gd name="GluePoint3Y" fmla="*/ 14149 h 27662"/>
              <a:gd name="GluePoint4X" fmla="*/ 14361 w 20860"/>
              <a:gd name="GluePoint4Y" fmla="*/ 0 h 27662"/>
              <a:gd name="GluePoint5X" fmla="*/ 20861 w 20860"/>
              <a:gd name="GluePoint5Y" fmla="*/ 1179 h 27662"/>
              <a:gd name="GluePoint6X" fmla="*/ 19802 w 20860"/>
              <a:gd name="GluePoint6Y" fmla="*/ 5079 h 27662"/>
              <a:gd name="GluePoint7X" fmla="*/ 14572 w 20860"/>
              <a:gd name="GluePoint7Y" fmla="*/ 4021 h 27662"/>
              <a:gd name="GluePoint8X" fmla="*/ 5170 w 20860"/>
              <a:gd name="GluePoint8Y" fmla="*/ 13877 h 27662"/>
              <a:gd name="GluePoint9X" fmla="*/ 14512 w 20860"/>
              <a:gd name="GluePoint9Y" fmla="*/ 23521 h 27662"/>
              <a:gd name="GluePoint10X" fmla="*/ 19863 w 20860"/>
              <a:gd name="GluePoint10Y" fmla="*/ 22554 h 27662"/>
              <a:gd name="GluePoint11X" fmla="*/ 20679 w 20860"/>
              <a:gd name="GluePoint11Y" fmla="*/ 26423 h 27662"/>
            </a:gdLst>
            <a:ahLst/>
            <a:cxnLst/>
            <a:rect l="textAreaLeft" t="textAreaTop" r="textAreaRight" b="textAreaBottom"/>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95" name="任意多边形: 形状 64"/>
          <p:cNvSpPr>
            <a:spLocks noGrp="1"/>
          </p:cNvSpPr>
          <p:nvPr/>
        </p:nvSpPr>
        <p:spPr>
          <a:xfrm>
            <a:off x="10844640" y="6681600"/>
            <a:ext cx="28800" cy="46800"/>
          </a:xfrm>
          <a:custGeom>
            <a:avLst/>
            <a:gdLst>
              <a:gd name="textAreaLeft" fmla="*/ 0 w 28800"/>
              <a:gd name="textAreaRight" fmla="*/ 29160 w 28800"/>
              <a:gd name="textAreaTop" fmla="*/ 0 h 46800"/>
              <a:gd name="textAreaBottom" fmla="*/ 47160 h 46800"/>
              <a:gd name="GluePoint1X" fmla="*/ 0 w 17535"/>
              <a:gd name="GluePoint1Y" fmla="*/ 30 h 28297"/>
              <a:gd name="GluePoint2X" fmla="*/ 4898 w 17535"/>
              <a:gd name="GluePoint2Y" fmla="*/ 30 h 28297"/>
              <a:gd name="GluePoint3X" fmla="*/ 4898 w 17535"/>
              <a:gd name="GluePoint3Y" fmla="*/ 11549 h 28297"/>
              <a:gd name="GluePoint4X" fmla="*/ 4988 w 17535"/>
              <a:gd name="GluePoint4Y" fmla="*/ 11549 h 28297"/>
              <a:gd name="GluePoint5X" fmla="*/ 7407 w 17535"/>
              <a:gd name="GluePoint5Y" fmla="*/ 9342 h 28297"/>
              <a:gd name="GluePoint6X" fmla="*/ 10763 w 17535"/>
              <a:gd name="GluePoint6Y" fmla="*/ 8465 h 28297"/>
              <a:gd name="GluePoint7X" fmla="*/ 17535 w 17535"/>
              <a:gd name="GluePoint7Y" fmla="*/ 16870 h 28297"/>
              <a:gd name="GluePoint8X" fmla="*/ 17535 w 17535"/>
              <a:gd name="GluePoint8Y" fmla="*/ 28298 h 28297"/>
              <a:gd name="GluePoint9X" fmla="*/ 12637 w 17535"/>
              <a:gd name="GluePoint9Y" fmla="*/ 28298 h 28297"/>
              <a:gd name="GluePoint10X" fmla="*/ 12637 w 17535"/>
              <a:gd name="GluePoint10Y" fmla="*/ 17414 h 28297"/>
              <a:gd name="GluePoint11X" fmla="*/ 8919 w 17535"/>
              <a:gd name="GluePoint11Y" fmla="*/ 12456 h 28297"/>
              <a:gd name="GluePoint12X" fmla="*/ 5140 w 17535"/>
              <a:gd name="GluePoint12Y" fmla="*/ 15207 h 28297"/>
              <a:gd name="GluePoint13X" fmla="*/ 4928 w 17535"/>
              <a:gd name="GluePoint13Y" fmla="*/ 16688 h 28297"/>
              <a:gd name="GluePoint14X" fmla="*/ 4928 w 17535"/>
              <a:gd name="GluePoint14Y" fmla="*/ 28268 h 28297"/>
              <a:gd name="GluePoint15X" fmla="*/ 30 w 17535"/>
              <a:gd name="GluePoint15Y" fmla="*/ 28268 h 28297"/>
              <a:gd name="GluePoint16X" fmla="*/ 30 w 17535"/>
              <a:gd name="GluePoint16Y" fmla="*/ 0 h 28297"/>
            </a:gdLst>
            <a:ahLst/>
            <a:cxnLst/>
            <a:rect l="textAreaLeft" t="textAreaTop" r="textAreaRight" b="textAreaBottom"/>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160" rIns="90000" bIns="2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96" name="任意多边形: 形状 65"/>
          <p:cNvSpPr>
            <a:spLocks noGrp="1"/>
          </p:cNvSpPr>
          <p:nvPr/>
        </p:nvSpPr>
        <p:spPr>
          <a:xfrm>
            <a:off x="1088172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97" name="任意多边形: 形状 66"/>
          <p:cNvSpPr>
            <a:spLocks noGrp="1"/>
          </p:cNvSpPr>
          <p:nvPr/>
        </p:nvSpPr>
        <p:spPr>
          <a:xfrm>
            <a:off x="108990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109 w 17716"/>
              <a:gd name="GluePoint13Y" fmla="*/ 8405 h 19802"/>
              <a:gd name="GluePoint14X" fmla="*/ 5109 w 17716"/>
              <a:gd name="GluePoint14Y" fmla="*/ 19802 h 19802"/>
              <a:gd name="GluePoint15X" fmla="*/ 212 w 17716"/>
              <a:gd name="GluePoint15Y" fmla="*/ 19802 h 19802"/>
              <a:gd name="GluePoint16X" fmla="*/ 212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98" name="任意多边形: 形状 67"/>
          <p:cNvSpPr>
            <a:spLocks noGrp="1"/>
          </p:cNvSpPr>
          <p:nvPr/>
        </p:nvSpPr>
        <p:spPr>
          <a:xfrm>
            <a:off x="109350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61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899" name="任意多边形: 形状 68"/>
          <p:cNvSpPr>
            <a:spLocks noGrp="1"/>
          </p:cNvSpPr>
          <p:nvPr/>
        </p:nvSpPr>
        <p:spPr>
          <a:xfrm>
            <a:off x="10969200" y="6695640"/>
            <a:ext cx="22680" cy="33120"/>
          </a:xfrm>
          <a:custGeom>
            <a:avLst/>
            <a:gdLst>
              <a:gd name="textAreaLeft" fmla="*/ 0 w 22680"/>
              <a:gd name="textAreaRight" fmla="*/ 23040 w 22680"/>
              <a:gd name="textAreaTop" fmla="*/ 0 h 33120"/>
              <a:gd name="textAreaBottom" fmla="*/ 33480 h 33120"/>
              <a:gd name="GluePoint1X" fmla="*/ 998 w 13755"/>
              <a:gd name="GluePoint1Y" fmla="*/ 15298 h 20225"/>
              <a:gd name="GluePoint2X" fmla="*/ 5926 w 13755"/>
              <a:gd name="GluePoint2Y" fmla="*/ 16719 h 20225"/>
              <a:gd name="GluePoint3X" fmla="*/ 9040 w 13755"/>
              <a:gd name="GluePoint3Y" fmla="*/ 14542 h 20225"/>
              <a:gd name="GluePoint4X" fmla="*/ 5865 w 13755"/>
              <a:gd name="GluePoint4Y" fmla="*/ 11700 h 20225"/>
              <a:gd name="GluePoint5X" fmla="*/ 514 w 13755"/>
              <a:gd name="GluePoint5Y" fmla="*/ 6047 h 20225"/>
              <a:gd name="GluePoint6X" fmla="*/ 7860 w 13755"/>
              <a:gd name="GluePoint6Y" fmla="*/ 0 h 20225"/>
              <a:gd name="GluePoint7X" fmla="*/ 13000 w 13755"/>
              <a:gd name="GluePoint7Y" fmla="*/ 1149 h 20225"/>
              <a:gd name="GluePoint8X" fmla="*/ 12033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00" name="任意多边形: 形状 69"/>
          <p:cNvSpPr>
            <a:spLocks noGrp="1"/>
          </p:cNvSpPr>
          <p:nvPr/>
        </p:nvSpPr>
        <p:spPr>
          <a:xfrm>
            <a:off x="1099692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01" name="任意多边形: 形状 70"/>
          <p:cNvSpPr>
            <a:spLocks noGrp="1"/>
          </p:cNvSpPr>
          <p:nvPr/>
        </p:nvSpPr>
        <p:spPr>
          <a:xfrm>
            <a:off x="11043720" y="6684120"/>
            <a:ext cx="38880" cy="44280"/>
          </a:xfrm>
          <a:custGeom>
            <a:avLst/>
            <a:gdLst>
              <a:gd name="textAreaLeft" fmla="*/ 0 w 38880"/>
              <a:gd name="textAreaRight" fmla="*/ 39240 w 38880"/>
              <a:gd name="textAreaTop" fmla="*/ 0 h 44280"/>
              <a:gd name="textAreaBottom" fmla="*/ 44640 h 44280"/>
              <a:gd name="GluePoint1X" fmla="*/ 8163 w 23551"/>
              <a:gd name="GluePoint1Y" fmla="*/ 15509 h 26816"/>
              <a:gd name="GluePoint2X" fmla="*/ 10249 w 23551"/>
              <a:gd name="GluePoint2Y" fmla="*/ 8888 h 26816"/>
              <a:gd name="GluePoint3X" fmla="*/ 11519 w 23551"/>
              <a:gd name="GluePoint3Y" fmla="*/ 3870 h 26816"/>
              <a:gd name="GluePoint4X" fmla="*/ 11609 w 23551"/>
              <a:gd name="GluePoint4Y" fmla="*/ 3870 h 26816"/>
              <a:gd name="GluePoint5X" fmla="*/ 12970 w 23551"/>
              <a:gd name="GluePoint5Y" fmla="*/ 8919 h 26816"/>
              <a:gd name="GluePoint6X" fmla="*/ 15086 w 23551"/>
              <a:gd name="GluePoint6Y" fmla="*/ 15509 h 26816"/>
              <a:gd name="GluePoint7X" fmla="*/ 8163 w 23551"/>
              <a:gd name="GluePoint7Y" fmla="*/ 15509 h 26816"/>
              <a:gd name="GluePoint8X" fmla="*/ 15872 w 23551"/>
              <a:gd name="GluePoint8Y" fmla="*/ 19228 h 26816"/>
              <a:gd name="GluePoint9X" fmla="*/ 18291 w 23551"/>
              <a:gd name="GluePoint9Y" fmla="*/ 26816 h 26816"/>
              <a:gd name="GluePoint10X" fmla="*/ 23551 w 23551"/>
              <a:gd name="GluePoint10Y" fmla="*/ 26816 h 26816"/>
              <a:gd name="GluePoint11X" fmla="*/ 14844 w 23551"/>
              <a:gd name="GluePoint11Y" fmla="*/ 0 h 26816"/>
              <a:gd name="GluePoint12X" fmla="*/ 8616 w 23551"/>
              <a:gd name="GluePoint12Y" fmla="*/ 0 h 26816"/>
              <a:gd name="GluePoint13X" fmla="*/ 0 w 23551"/>
              <a:gd name="GluePoint13Y" fmla="*/ 26816 h 26816"/>
              <a:gd name="GluePoint14X" fmla="*/ 5079 w 23551"/>
              <a:gd name="GluePoint14Y" fmla="*/ 26816 h 26816"/>
              <a:gd name="GluePoint15X" fmla="*/ 7377 w 23551"/>
              <a:gd name="GluePoint15Y" fmla="*/ 19228 h 26816"/>
              <a:gd name="GluePoint16X" fmla="*/ 15902 w 23551"/>
              <a:gd name="GluePoint16Y" fmla="*/ 19228 h 26816"/>
            </a:gdLst>
            <a:ahLst/>
            <a:cxnLst/>
            <a:rect l="textAreaLeft" t="textAreaTop" r="textAreaRight" b="textAreaBottom"/>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02" name="任意多边形: 形状 71"/>
          <p:cNvSpPr>
            <a:spLocks noGrp="1"/>
          </p:cNvSpPr>
          <p:nvPr/>
        </p:nvSpPr>
        <p:spPr>
          <a:xfrm>
            <a:off x="1108584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884 w 15479"/>
              <a:gd name="GluePoint7Y" fmla="*/ 3809 h 20225"/>
              <a:gd name="GluePoint8X" fmla="*/ 4958 w 15479"/>
              <a:gd name="GluePoint8Y" fmla="*/ 10098 h 20225"/>
              <a:gd name="GluePoint9X" fmla="*/ 1091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03" name="任意多边形: 形状 72"/>
          <p:cNvSpPr>
            <a:spLocks noGrp="1"/>
          </p:cNvSpPr>
          <p:nvPr/>
        </p:nvSpPr>
        <p:spPr>
          <a:xfrm>
            <a:off x="1111536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58 w 16688"/>
              <a:gd name="GluePoint2Y" fmla="*/ 14058 h 20255"/>
              <a:gd name="GluePoint3X" fmla="*/ 7619 w 16688"/>
              <a:gd name="GluePoint3Y" fmla="*/ 16719 h 20255"/>
              <a:gd name="GluePoint4X" fmla="*/ 4807 w 16688"/>
              <a:gd name="GluePoint4Y" fmla="*/ 13937 h 20255"/>
              <a:gd name="GluePoint5X" fmla="*/ 11579 w 16688"/>
              <a:gd name="GluePoint5Y" fmla="*/ 10309 h 20255"/>
              <a:gd name="GluePoint6X" fmla="*/ 1157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04" name="任意多边形: 形状 73"/>
          <p:cNvSpPr>
            <a:spLocks noGrp="1"/>
          </p:cNvSpPr>
          <p:nvPr/>
        </p:nvSpPr>
        <p:spPr>
          <a:xfrm>
            <a:off x="11149200" y="6681600"/>
            <a:ext cx="31680" cy="47520"/>
          </a:xfrm>
          <a:custGeom>
            <a:avLst/>
            <a:gdLst>
              <a:gd name="textAreaLeft" fmla="*/ 0 w 31680"/>
              <a:gd name="textAreaRight" fmla="*/ 32040 w 31680"/>
              <a:gd name="textAreaTop" fmla="*/ 0 h 47520"/>
              <a:gd name="textAreaBottom" fmla="*/ 47880 h 47520"/>
              <a:gd name="GluePoint1X" fmla="*/ 14179 w 19228"/>
              <a:gd name="GluePoint1Y" fmla="*/ 19863 h 28690"/>
              <a:gd name="GluePoint2X" fmla="*/ 14028 w 19228"/>
              <a:gd name="GluePoint2Y" fmla="*/ 21284 h 28690"/>
              <a:gd name="GluePoint3X" fmla="*/ 9796 w 19228"/>
              <a:gd name="GluePoint3Y" fmla="*/ 24761 h 28690"/>
              <a:gd name="GluePoint4X" fmla="*/ 4958 w 19228"/>
              <a:gd name="GluePoint4Y" fmla="*/ 18593 h 28690"/>
              <a:gd name="GluePoint5X" fmla="*/ 9856 w 19228"/>
              <a:gd name="GluePoint5Y" fmla="*/ 12214 h 28690"/>
              <a:gd name="GluePoint6X" fmla="*/ 14058 w 19228"/>
              <a:gd name="GluePoint6Y" fmla="*/ 15661 h 28690"/>
              <a:gd name="GluePoint7X" fmla="*/ 14179 w 19228"/>
              <a:gd name="GluePoint7Y" fmla="*/ 16930 h 28690"/>
              <a:gd name="GluePoint8X" fmla="*/ 14179 w 19228"/>
              <a:gd name="GluePoint8Y" fmla="*/ 19833 h 28690"/>
              <a:gd name="GluePoint9X" fmla="*/ 14179 w 19228"/>
              <a:gd name="GluePoint9Y" fmla="*/ 0 h 28690"/>
              <a:gd name="GluePoint10X" fmla="*/ 14179 w 19228"/>
              <a:gd name="GluePoint10Y" fmla="*/ 10974 h 28690"/>
              <a:gd name="GluePoint11X" fmla="*/ 14089 w 19228"/>
              <a:gd name="GluePoint11Y" fmla="*/ 10974 h 28690"/>
              <a:gd name="GluePoint12X" fmla="*/ 8677 w 19228"/>
              <a:gd name="GluePoint12Y" fmla="*/ 8465 h 28690"/>
              <a:gd name="GluePoint13X" fmla="*/ 0 w 19228"/>
              <a:gd name="GluePoint13Y" fmla="*/ 18805 h 28690"/>
              <a:gd name="GluePoint14X" fmla="*/ 8284 w 19228"/>
              <a:gd name="GluePoint14Y" fmla="*/ 28691 h 28690"/>
              <a:gd name="GluePoint15X" fmla="*/ 14572 w 19228"/>
              <a:gd name="GluePoint15Y" fmla="*/ 25184 h 28690"/>
              <a:gd name="GluePoint16X" fmla="*/ 14663 w 19228"/>
              <a:gd name="GluePoint16Y" fmla="*/ 25184 h 28690"/>
              <a:gd name="GluePoint17X" fmla="*/ 14875 w 19228"/>
              <a:gd name="GluePoint17Y" fmla="*/ 28268 h 28690"/>
              <a:gd name="GluePoint18X" fmla="*/ 19228 w 19228"/>
              <a:gd name="GluePoint18Y" fmla="*/ 28268 h 28690"/>
              <a:gd name="GluePoint19X" fmla="*/ 19077 w 19228"/>
              <a:gd name="GluePoint19Y" fmla="*/ 22826 h 28690"/>
              <a:gd name="GluePoint20X" fmla="*/ 19077 w 19228"/>
              <a:gd name="GluePoint20Y" fmla="*/ 0 h 28690"/>
              <a:gd name="GluePoint21X" fmla="*/ 14179 w 19228"/>
              <a:gd name="GluePoint21Y" fmla="*/ 0 h 28690"/>
            </a:gdLst>
            <a:ahLst/>
            <a:cxnLst/>
            <a:rect l="textAreaLeft" t="textAreaTop" r="textAreaRight" b="textAreaBottom"/>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05" name="任意多边形: 形状 74"/>
          <p:cNvSpPr>
            <a:spLocks noGrp="1"/>
          </p:cNvSpPr>
          <p:nvPr/>
        </p:nvSpPr>
        <p:spPr>
          <a:xfrm>
            <a:off x="11187720" y="6695640"/>
            <a:ext cx="29160" cy="33120"/>
          </a:xfrm>
          <a:custGeom>
            <a:avLst/>
            <a:gdLst>
              <a:gd name="textAreaLeft" fmla="*/ 0 w 29160"/>
              <a:gd name="textAreaRight" fmla="*/ 29520 w 29160"/>
              <a:gd name="textAreaTop" fmla="*/ 0 h 33120"/>
              <a:gd name="textAreaBottom" fmla="*/ 33480 h 33120"/>
              <a:gd name="GluePoint1X" fmla="*/ 4686 w 17837"/>
              <a:gd name="GluePoint1Y" fmla="*/ 8072 h 20225"/>
              <a:gd name="GluePoint2X" fmla="*/ 9161 w 17837"/>
              <a:gd name="GluePoint2Y" fmla="*/ 3356 h 20225"/>
              <a:gd name="GluePoint3X" fmla="*/ 13212 w 17837"/>
              <a:gd name="GluePoint3Y" fmla="*/ 8072 h 20225"/>
              <a:gd name="GluePoint4X" fmla="*/ 4686 w 17837"/>
              <a:gd name="GluePoint4Y" fmla="*/ 8072 h 20225"/>
              <a:gd name="GluePoint5X" fmla="*/ 17656 w 17837"/>
              <a:gd name="GluePoint5Y" fmla="*/ 11488 h 20225"/>
              <a:gd name="GluePoint6X" fmla="*/ 17837 w 17837"/>
              <a:gd name="GluePoint6Y" fmla="*/ 9433 h 20225"/>
              <a:gd name="GluePoint7X" fmla="*/ 9493 w 17837"/>
              <a:gd name="GluePoint7Y" fmla="*/ 0 h 20225"/>
              <a:gd name="GluePoint8X" fmla="*/ 0 w 17837"/>
              <a:gd name="GluePoint8Y" fmla="*/ 10400 h 20225"/>
              <a:gd name="GluePoint9X" fmla="*/ 9977 w 17837"/>
              <a:gd name="GluePoint9Y" fmla="*/ 20226 h 20225"/>
              <a:gd name="GluePoint10X" fmla="*/ 16749 w 17837"/>
              <a:gd name="GluePoint10Y" fmla="*/ 18986 h 20225"/>
              <a:gd name="GluePoint11X" fmla="*/ 16023 w 17837"/>
              <a:gd name="GluePoint11Y" fmla="*/ 15600 h 20225"/>
              <a:gd name="GluePoint12X" fmla="*/ 10672 w 17837"/>
              <a:gd name="GluePoint12Y" fmla="*/ 16507 h 20225"/>
              <a:gd name="GluePoint13X" fmla="*/ 4686 w 17837"/>
              <a:gd name="GluePoint13Y" fmla="*/ 11458 h 20225"/>
              <a:gd name="GluePoint14X" fmla="*/ 17656 w 17837"/>
              <a:gd name="GluePoint14Y" fmla="*/ 11458 h 20225"/>
            </a:gdLst>
            <a:ahLst/>
            <a:cxnLst/>
            <a:rect l="textAreaLeft" t="textAreaTop" r="textAreaRight" b="textAreaBottom"/>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06" name="任意多边形: 形状 75"/>
          <p:cNvSpPr>
            <a:spLocks noGrp="1"/>
          </p:cNvSpPr>
          <p:nvPr/>
        </p:nvSpPr>
        <p:spPr>
          <a:xfrm>
            <a:off x="11223720" y="6695640"/>
            <a:ext cx="47520" cy="32400"/>
          </a:xfrm>
          <a:custGeom>
            <a:avLst/>
            <a:gdLst>
              <a:gd name="textAreaLeft" fmla="*/ 0 w 47520"/>
              <a:gd name="textAreaRight" fmla="*/ 47880 w 47520"/>
              <a:gd name="textAreaTop" fmla="*/ 0 h 32400"/>
              <a:gd name="textAreaBottom" fmla="*/ 32760 h 32400"/>
              <a:gd name="GluePoint1X" fmla="*/ 151 w 28721"/>
              <a:gd name="GluePoint1Y" fmla="*/ 6258 h 19802"/>
              <a:gd name="GluePoint2X" fmla="*/ 0 w 28721"/>
              <a:gd name="GluePoint2Y" fmla="*/ 484 h 19802"/>
              <a:gd name="GluePoint3X" fmla="*/ 4172 w 28721"/>
              <a:gd name="GluePoint3Y" fmla="*/ 484 h 19802"/>
              <a:gd name="GluePoint4X" fmla="*/ 4384 w 28721"/>
              <a:gd name="GluePoint4Y" fmla="*/ 3326 h 19802"/>
              <a:gd name="GluePoint5X" fmla="*/ 4505 w 28721"/>
              <a:gd name="GluePoint5Y" fmla="*/ 3326 h 19802"/>
              <a:gd name="GluePoint6X" fmla="*/ 10461 w 28721"/>
              <a:gd name="GluePoint6Y" fmla="*/ 30 h 19802"/>
              <a:gd name="GluePoint7X" fmla="*/ 15842 w 28721"/>
              <a:gd name="GluePoint7Y" fmla="*/ 3598 h 19802"/>
              <a:gd name="GluePoint8X" fmla="*/ 15933 w 28721"/>
              <a:gd name="GluePoint8Y" fmla="*/ 3598 h 19802"/>
              <a:gd name="GluePoint9X" fmla="*/ 18321 w 28721"/>
              <a:gd name="GluePoint9Y" fmla="*/ 1149 h 19802"/>
              <a:gd name="GluePoint10X" fmla="*/ 22251 w 28721"/>
              <a:gd name="GluePoint10Y" fmla="*/ 0 h 19802"/>
              <a:gd name="GluePoint11X" fmla="*/ 28721 w 28721"/>
              <a:gd name="GluePoint11Y" fmla="*/ 8405 h 19802"/>
              <a:gd name="GluePoint12X" fmla="*/ 28721 w 28721"/>
              <a:gd name="GluePoint12Y" fmla="*/ 19802 h 19802"/>
              <a:gd name="GluePoint13X" fmla="*/ 23944 w 28721"/>
              <a:gd name="GluePoint13Y" fmla="*/ 19802 h 19802"/>
              <a:gd name="GluePoint14X" fmla="*/ 23944 w 28721"/>
              <a:gd name="GluePoint14Y" fmla="*/ 9070 h 19802"/>
              <a:gd name="GluePoint15X" fmla="*/ 20498 w 28721"/>
              <a:gd name="GluePoint15Y" fmla="*/ 3960 h 19802"/>
              <a:gd name="GluePoint16X" fmla="*/ 17112 w 28721"/>
              <a:gd name="GluePoint16Y" fmla="*/ 6530 h 19802"/>
              <a:gd name="GluePoint17X" fmla="*/ 16870 w 28721"/>
              <a:gd name="GluePoint17Y" fmla="*/ 8163 h 19802"/>
              <a:gd name="GluePoint18X" fmla="*/ 16870 w 28721"/>
              <a:gd name="GluePoint18Y" fmla="*/ 19802 h 19802"/>
              <a:gd name="GluePoint19X" fmla="*/ 12093 w 28721"/>
              <a:gd name="GluePoint19Y" fmla="*/ 19802 h 19802"/>
              <a:gd name="GluePoint20X" fmla="*/ 12093 w 28721"/>
              <a:gd name="GluePoint20Y" fmla="*/ 8586 h 19802"/>
              <a:gd name="GluePoint21X" fmla="*/ 8767 w 28721"/>
              <a:gd name="GluePoint21Y" fmla="*/ 3960 h 19802"/>
              <a:gd name="GluePoint22X" fmla="*/ 5230 w 28721"/>
              <a:gd name="GluePoint22Y" fmla="*/ 6742 h 19802"/>
              <a:gd name="GluePoint23X" fmla="*/ 4988 w 28721"/>
              <a:gd name="GluePoint23Y" fmla="*/ 8344 h 19802"/>
              <a:gd name="GluePoint24X" fmla="*/ 4988 w 28721"/>
              <a:gd name="GluePoint24Y" fmla="*/ 19802 h 19802"/>
              <a:gd name="GluePoint25X" fmla="*/ 212 w 28721"/>
              <a:gd name="GluePoint25Y" fmla="*/ 19802 h 19802"/>
              <a:gd name="GluePoint26X" fmla="*/ 212 w 28721"/>
              <a:gd name="GluePoint26Y" fmla="*/ 6198 h 19802"/>
            </a:gdLst>
            <a:ahLst/>
            <a:cxnLst/>
            <a:rect l="textAreaLeft" t="textAreaTop" r="textAreaRight" b="textAreaBottom"/>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07" name="任意多边形: 形状 76"/>
          <p:cNvSpPr>
            <a:spLocks noGrp="1"/>
          </p:cNvSpPr>
          <p:nvPr/>
        </p:nvSpPr>
        <p:spPr>
          <a:xfrm>
            <a:off x="11275200" y="6696360"/>
            <a:ext cx="32040" cy="46440"/>
          </a:xfrm>
          <a:custGeom>
            <a:avLst/>
            <a:gdLst>
              <a:gd name="textAreaLeft" fmla="*/ 0 w 32040"/>
              <a:gd name="textAreaRight" fmla="*/ 32400 w 32040"/>
              <a:gd name="textAreaTop" fmla="*/ 0 h 46440"/>
              <a:gd name="textAreaBottom" fmla="*/ 46800 h 46440"/>
              <a:gd name="GluePoint1X" fmla="*/ 5381 w 19379"/>
              <a:gd name="GluePoint1Y" fmla="*/ 30 h 28146"/>
              <a:gd name="GluePoint2X" fmla="*/ 8858 w 19379"/>
              <a:gd name="GluePoint2Y" fmla="*/ 10400 h 28146"/>
              <a:gd name="GluePoint3X" fmla="*/ 9947 w 19379"/>
              <a:gd name="GluePoint3Y" fmla="*/ 14149 h 28146"/>
              <a:gd name="GluePoint4X" fmla="*/ 10068 w 19379"/>
              <a:gd name="GluePoint4Y" fmla="*/ 14149 h 28146"/>
              <a:gd name="GluePoint5X" fmla="*/ 11095 w 19379"/>
              <a:gd name="GluePoint5Y" fmla="*/ 10340 h 28146"/>
              <a:gd name="GluePoint6X" fmla="*/ 14149 w 19379"/>
              <a:gd name="GluePoint6Y" fmla="*/ 0 h 28146"/>
              <a:gd name="GluePoint7X" fmla="*/ 19379 w 19379"/>
              <a:gd name="GluePoint7Y" fmla="*/ 0 h 28146"/>
              <a:gd name="GluePoint8X" fmla="*/ 14542 w 19379"/>
              <a:gd name="GluePoint8Y" fmla="*/ 13212 h 28146"/>
              <a:gd name="GluePoint9X" fmla="*/ 7800 w 19379"/>
              <a:gd name="GluePoint9Y" fmla="*/ 25668 h 28146"/>
              <a:gd name="GluePoint10X" fmla="*/ 2660 w 19379"/>
              <a:gd name="GluePoint10Y" fmla="*/ 28147 h 28146"/>
              <a:gd name="GluePoint11X" fmla="*/ 1542 w 19379"/>
              <a:gd name="GluePoint11Y" fmla="*/ 24035 h 28146"/>
              <a:gd name="GluePoint12X" fmla="*/ 4384 w 19379"/>
              <a:gd name="GluePoint12Y" fmla="*/ 22705 h 28146"/>
              <a:gd name="GluePoint13X" fmla="*/ 7074 w 19379"/>
              <a:gd name="GluePoint13Y" fmla="*/ 19621 h 28146"/>
              <a:gd name="GluePoint14X" fmla="*/ 7377 w 19379"/>
              <a:gd name="GluePoint14Y" fmla="*/ 18775 h 28146"/>
              <a:gd name="GluePoint15X" fmla="*/ 7105 w 19379"/>
              <a:gd name="GluePoint15Y" fmla="*/ 17807 h 28146"/>
              <a:gd name="GluePoint16X" fmla="*/ 0 w 19379"/>
              <a:gd name="GluePoint16Y" fmla="*/ 30 h 28146"/>
              <a:gd name="GluePoint17X" fmla="*/ 5412 w 19379"/>
              <a:gd name="GluePoint17Y" fmla="*/ 30 h 28146"/>
            </a:gdLst>
            <a:ahLst/>
            <a:cxnLst/>
            <a:rect l="textAreaLeft" t="textAreaTop" r="textAreaRight" b="textAreaBottom"/>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08" name="任意多边形: 形状 77"/>
          <p:cNvSpPr>
            <a:spLocks noGrp="1"/>
          </p:cNvSpPr>
          <p:nvPr/>
        </p:nvSpPr>
        <p:spPr>
          <a:xfrm>
            <a:off x="1132380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09" name="任意多边形: 形状 78"/>
          <p:cNvSpPr>
            <a:spLocks noGrp="1"/>
          </p:cNvSpPr>
          <p:nvPr/>
        </p:nvSpPr>
        <p:spPr>
          <a:xfrm>
            <a:off x="1135944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10" name="任意多边形: 形状 79"/>
          <p:cNvSpPr>
            <a:spLocks noGrp="1"/>
          </p:cNvSpPr>
          <p:nvPr/>
        </p:nvSpPr>
        <p:spPr>
          <a:xfrm>
            <a:off x="1139616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326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11" name="任意多边形: 形状 80"/>
          <p:cNvSpPr>
            <a:spLocks noGrp="1"/>
          </p:cNvSpPr>
          <p:nvPr/>
        </p:nvSpPr>
        <p:spPr>
          <a:xfrm>
            <a:off x="1143000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914 w 15479"/>
              <a:gd name="GluePoint7Y" fmla="*/ 3809 h 20225"/>
              <a:gd name="GluePoint8X" fmla="*/ 4988 w 15479"/>
              <a:gd name="GluePoint8Y" fmla="*/ 10098 h 20225"/>
              <a:gd name="GluePoint9X" fmla="*/ 1094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12" name="任意多边形: 形状 81"/>
          <p:cNvSpPr>
            <a:spLocks noGrp="1"/>
          </p:cNvSpPr>
          <p:nvPr/>
        </p:nvSpPr>
        <p:spPr>
          <a:xfrm>
            <a:off x="11461320" y="6682320"/>
            <a:ext cx="9360" cy="46080"/>
          </a:xfrm>
          <a:custGeom>
            <a:avLst/>
            <a:gdLst>
              <a:gd name="textAreaLeft" fmla="*/ 0 w 9360"/>
              <a:gd name="textAreaRight" fmla="*/ 9720 w 9360"/>
              <a:gd name="textAreaTop" fmla="*/ 0 h 46080"/>
              <a:gd name="textAreaBottom" fmla="*/ 46440 h 46080"/>
              <a:gd name="GluePoint1X" fmla="*/ 454 w 5774"/>
              <a:gd name="GluePoint1Y" fmla="*/ 27935 h 27935"/>
              <a:gd name="GluePoint2X" fmla="*/ 454 w 5774"/>
              <a:gd name="GluePoint2Y" fmla="*/ 8556 h 27935"/>
              <a:gd name="GluePoint3X" fmla="*/ 5351 w 5774"/>
              <a:gd name="GluePoint3Y" fmla="*/ 8556 h 27935"/>
              <a:gd name="GluePoint4X" fmla="*/ 5351 w 5774"/>
              <a:gd name="GluePoint4Y" fmla="*/ 27935 h 27935"/>
              <a:gd name="GluePoint5X" fmla="*/ 454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12 w 5774"/>
              <a:gd name="GluePoint11Y" fmla="*/ 5593 h 27935"/>
            </a:gdLst>
            <a:ahLst/>
            <a:cxnLst/>
            <a:rect l="textAreaLeft" t="textAreaTop" r="textAreaRight" b="textAreaBottom"/>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13" name="任意多边形: 形状 82"/>
          <p:cNvSpPr>
            <a:spLocks noGrp="1"/>
          </p:cNvSpPr>
          <p:nvPr/>
        </p:nvSpPr>
        <p:spPr>
          <a:xfrm>
            <a:off x="114768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14" name="任意多边形: 形状 83"/>
          <p:cNvSpPr>
            <a:spLocks noGrp="1"/>
          </p:cNvSpPr>
          <p:nvPr/>
        </p:nvSpPr>
        <p:spPr>
          <a:xfrm>
            <a:off x="115128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15" name="任意多边形: 形状 84"/>
          <p:cNvSpPr>
            <a:spLocks noGrp="1"/>
          </p:cNvSpPr>
          <p:nvPr/>
        </p:nvSpPr>
        <p:spPr>
          <a:xfrm>
            <a:off x="11548800" y="6695640"/>
            <a:ext cx="25560" cy="33120"/>
          </a:xfrm>
          <a:custGeom>
            <a:avLst/>
            <a:gdLst>
              <a:gd name="textAreaLeft" fmla="*/ 0 w 25560"/>
              <a:gd name="textAreaRight" fmla="*/ 25920 w 25560"/>
              <a:gd name="textAreaTop" fmla="*/ 0 h 33120"/>
              <a:gd name="textAreaBottom" fmla="*/ 33480 h 33120"/>
              <a:gd name="GluePoint1X" fmla="*/ 15449 w 15509"/>
              <a:gd name="GluePoint1Y" fmla="*/ 19228 h 20225"/>
              <a:gd name="GluePoint2X" fmla="*/ 9977 w 15509"/>
              <a:gd name="GluePoint2Y" fmla="*/ 20226 h 20225"/>
              <a:gd name="GluePoint3X" fmla="*/ 0 w 15509"/>
              <a:gd name="GluePoint3Y" fmla="*/ 10309 h 20225"/>
              <a:gd name="GluePoint4X" fmla="*/ 10763 w 15509"/>
              <a:gd name="GluePoint4Y" fmla="*/ 0 h 20225"/>
              <a:gd name="GluePoint5X" fmla="*/ 15509 w 15509"/>
              <a:gd name="GluePoint5Y" fmla="*/ 877 h 20225"/>
              <a:gd name="GluePoint6X" fmla="*/ 14633 w 15509"/>
              <a:gd name="GluePoint6Y" fmla="*/ 4565 h 20225"/>
              <a:gd name="GluePoint7X" fmla="*/ 10944 w 15509"/>
              <a:gd name="GluePoint7Y" fmla="*/ 3809 h 20225"/>
              <a:gd name="GluePoint8X" fmla="*/ 5019 w 15509"/>
              <a:gd name="GluePoint8Y" fmla="*/ 10098 h 20225"/>
              <a:gd name="GluePoint9X" fmla="*/ 10975 w 15509"/>
              <a:gd name="GluePoint9Y" fmla="*/ 16356 h 20225"/>
              <a:gd name="GluePoint10X" fmla="*/ 14814 w 15509"/>
              <a:gd name="GluePoint10Y" fmla="*/ 15600 h 20225"/>
              <a:gd name="GluePoint11X" fmla="*/ 15479 w 15509"/>
              <a:gd name="GluePoint11Y" fmla="*/ 19228 h 20225"/>
            </a:gdLst>
            <a:ahLst/>
            <a:cxnLst/>
            <a:rect l="textAreaLeft" t="textAreaTop" r="textAreaRight" b="textAreaBottom"/>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16" name="任意多边形: 形状 85"/>
          <p:cNvSpPr>
            <a:spLocks noGrp="1"/>
          </p:cNvSpPr>
          <p:nvPr/>
        </p:nvSpPr>
        <p:spPr>
          <a:xfrm>
            <a:off x="1157796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2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17" name="任意多边形: 形状 86"/>
          <p:cNvSpPr>
            <a:spLocks noGrp="1"/>
          </p:cNvSpPr>
          <p:nvPr/>
        </p:nvSpPr>
        <p:spPr>
          <a:xfrm>
            <a:off x="11612160" y="6695640"/>
            <a:ext cx="22680" cy="33120"/>
          </a:xfrm>
          <a:custGeom>
            <a:avLst/>
            <a:gdLst>
              <a:gd name="textAreaLeft" fmla="*/ 0 w 22680"/>
              <a:gd name="textAreaRight" fmla="*/ 23040 w 22680"/>
              <a:gd name="textAreaTop" fmla="*/ 0 h 33120"/>
              <a:gd name="textAreaBottom" fmla="*/ 33480 h 33120"/>
              <a:gd name="GluePoint1X" fmla="*/ 93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19" name="任意多边形: 形状 13"/>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920" name="任意多边形: 形状 94"/>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21" name="任意多边形: 形状 122"/>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22" name="任意多边形: 形状 123"/>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23" name="任意多边形: 形状 124"/>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925" name="任意多边形: 形状 126"/>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26" name="任意多边形: 形状 127"/>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927" name="任意多边形: 形状 128"/>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928" name="任意多边形: 形状 129"/>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29" name="任意多边形: 形状 130"/>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30" name="任意多边形: 形状 132"/>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31" name="PlaceHolder 2"/>
          <p:cNvSpPr>
            <a:spLocks noGrp="1"/>
          </p:cNvSpPr>
          <p:nvPr>
            <p:ph type="body" idx="10" hasCustomPrompt="1"/>
          </p:nvPr>
        </p:nvSpPr>
        <p:spPr>
          <a:xfrm>
            <a:off x="831240" y="1532520"/>
            <a:ext cx="1158840" cy="366120"/>
          </a:xfrm>
          <a:prstGeom prst="rect">
            <a:avLst/>
          </a:prstGeom>
          <a:noFill/>
          <a:ln w="0">
            <a:noFill/>
          </a:ln>
        </p:spPr>
        <p:txBody>
          <a:bodyPr lIns="91440" tIns="45720" rIns="91440" bIns="45720" anchor="t">
            <a:spAutoFit/>
          </a:bodyPr>
          <a:lstStyle>
            <a:lvl1pPr indent="0" algn="l" defTabSz="914400">
              <a:lnSpc>
                <a:spcPct val="100000"/>
              </a:lnSpc>
              <a:buNone/>
              <a:tabLst>
                <a:tab pos="0" algn="l"/>
              </a:tabLst>
              <a:defRPr sz="1800" b="1" u="none" spc="99">
                <a:solidFill>
                  <a:schemeClr val="accent1"/>
                </a:solidFill>
                <a:latin typeface="Arial" panose="020B0604020202090204"/>
                <a:ea typeface="Arial" panose="020B0604020202090204"/>
                <a:cs typeface="Arial" panose="020B0604020202090204"/>
              </a:defRPr>
            </a:lvl1pPr>
          </a:lstStyle>
          <a:p>
            <a:pPr indent="0" algn="l" defTabSz="914400">
              <a:lnSpc>
                <a:spcPct val="100000"/>
              </a:lnSpc>
              <a:buNone/>
              <a:tabLst>
                <a:tab pos="0" algn="l"/>
              </a:tabLst>
            </a:pPr>
            <a:r>
              <a:rPr sz="1800" b="1" u="none" spc="99">
                <a:solidFill>
                  <a:schemeClr val="accent1"/>
                </a:solidFill>
                <a:latin typeface="Arial" panose="020B0604020202090204"/>
                <a:ea typeface="Arial" panose="020B0604020202090204"/>
                <a:cs typeface="Arial" panose="020B0604020202090204"/>
              </a:rPr>
              <a:t>输入标题</a:t>
            </a:r>
            <a:endParaRPr sz="1800" b="0" u="none" spc="119">
              <a:solidFill>
                <a:srgbClr val="262626"/>
              </a:solidFill>
              <a:latin typeface="Arial" panose="020B0604020202090204"/>
              <a:ea typeface="Arial" panose="020B0604020202090204"/>
              <a:cs typeface="Arial" panose="020B0604020202090204"/>
            </a:endParaRPr>
          </a:p>
        </p:txBody>
      </p:sp>
      <p:sp>
        <p:nvSpPr>
          <p:cNvPr id="932" name="PlaceHolder 3"/>
          <p:cNvSpPr>
            <a:spLocks noGrp="1"/>
          </p:cNvSpPr>
          <p:nvPr>
            <p:ph type="body" idx="20"/>
          </p:nvPr>
        </p:nvSpPr>
        <p:spPr>
          <a:xfrm>
            <a:off x="825840" y="2057400"/>
            <a:ext cx="10718280" cy="3714480"/>
          </a:xfrm>
          <a:prstGeom prst="rect">
            <a:avLst/>
          </a:prstGeom>
          <a:noFill/>
          <a:ln w="0">
            <a:noFill/>
          </a:ln>
        </p:spPr>
        <p:txBody>
          <a:bodyPr lIns="91440" tIns="45720" rIns="91440" bIns="45720" anchor="t">
            <a:noAutofit/>
          </a:bodyPr>
          <a:lstStyle>
            <a:lvl1pPr indent="0" algn="just" defTabSz="914400">
              <a:lnSpc>
                <a:spcPct val="140000"/>
              </a:lnSpc>
              <a:spcAft>
                <a:spcPts val="1200"/>
              </a:spcAft>
              <a:buNone/>
              <a:tabLst>
                <a:tab pos="0" algn="l"/>
              </a:tabLst>
              <a:defRPr sz="1400" b="0" u="none" spc="119">
                <a:solidFill>
                  <a:srgbClr val="262626"/>
                </a:solidFill>
                <a:latin typeface="Arial" panose="020B0604020202090204"/>
                <a:ea typeface="Arial" panose="020B0604020202090204"/>
                <a:cs typeface="Arial" panose="020B0604020202090204"/>
              </a:defRPr>
            </a:lvl1pPr>
            <a:lvl2pPr marL="457200" indent="0" algn="l" defTabSz="914400">
              <a:lnSpc>
                <a:spcPct val="90000"/>
              </a:lnSpc>
              <a:spcBef>
                <a:spcPts val="500"/>
              </a:spcBef>
              <a:buNone/>
              <a:tabLst>
                <a:tab pos="0" algn="l"/>
              </a:tabLst>
              <a:defRPr sz="1400" b="0" u="none" spc="119">
                <a:solidFill>
                  <a:srgbClr val="262626"/>
                </a:solidFill>
                <a:latin typeface="Arial" panose="020B0604020202090204"/>
                <a:ea typeface="Arial" panose="020B0604020202090204"/>
                <a:cs typeface="Arial" panose="020B0604020202090204"/>
              </a:defRPr>
            </a:lvl2pPr>
            <a:lvl3pPr marL="914400" indent="0" algn="l" defTabSz="914400">
              <a:lnSpc>
                <a:spcPct val="90000"/>
              </a:lnSpc>
              <a:spcBef>
                <a:spcPts val="500"/>
              </a:spcBef>
              <a:buNone/>
              <a:tabLst>
                <a:tab pos="0" algn="l"/>
              </a:tabLst>
              <a:defRPr sz="1400" b="0" u="none" spc="119">
                <a:solidFill>
                  <a:srgbClr val="262626"/>
                </a:solidFill>
                <a:latin typeface="Arial" panose="020B0604020202090204"/>
                <a:ea typeface="Arial" panose="020B0604020202090204"/>
                <a:cs typeface="Arial" panose="020B0604020202090204"/>
              </a:defRPr>
            </a:lvl3pPr>
            <a:lvl4pPr marL="1371600" indent="0" algn="l" defTabSz="914400">
              <a:lnSpc>
                <a:spcPct val="90000"/>
              </a:lnSpc>
              <a:spcBef>
                <a:spcPts val="500"/>
              </a:spcBef>
              <a:buNone/>
              <a:tabLst>
                <a:tab pos="0" algn="l"/>
              </a:tabLst>
              <a:defRPr sz="1400" b="0" u="none" spc="119">
                <a:solidFill>
                  <a:srgbClr val="262626"/>
                </a:solidFill>
                <a:latin typeface="Arial" panose="020B0604020202090204"/>
                <a:ea typeface="Arial" panose="020B0604020202090204"/>
                <a:cs typeface="Arial" panose="020B0604020202090204"/>
              </a:defRPr>
            </a:lvl4pPr>
            <a:lvl5pPr marL="1828800" indent="0" algn="l" defTabSz="914400">
              <a:lnSpc>
                <a:spcPct val="90000"/>
              </a:lnSpc>
              <a:spcBef>
                <a:spcPts val="500"/>
              </a:spcBef>
              <a:buNone/>
              <a:tabLst>
                <a:tab pos="0" algn="l"/>
              </a:tabLst>
              <a:defRPr sz="1400" b="0" u="none" spc="119">
                <a:solidFill>
                  <a:srgbClr val="262626"/>
                </a:solidFill>
                <a:latin typeface="Arial" panose="020B0604020202090204"/>
                <a:ea typeface="Arial" panose="020B0604020202090204"/>
                <a:cs typeface="Arial" panose="020B0604020202090204"/>
              </a:defRPr>
            </a:lvl5pPr>
          </a:lstStyle>
          <a:p>
            <a:pPr indent="0" algn="just" defTabSz="914400">
              <a:lnSpc>
                <a:spcPct val="140000"/>
              </a:lnSpc>
              <a:spcAft>
                <a:spcPts val="1200"/>
              </a:spcAft>
              <a:buNone/>
              <a:tabLst>
                <a:tab pos="0" algn="l"/>
              </a:tabLst>
            </a:pPr>
            <a:r>
              <a:rPr sz="1400" b="0" u="none" spc="119">
                <a:solidFill>
                  <a:srgbClr val="262626"/>
                </a:solidFill>
                <a:latin typeface="Arial" panose="020B0604020202090204"/>
                <a:ea typeface="Arial" panose="020B0604020202090204"/>
                <a:cs typeface="Arial" panose="020B0604020202090204"/>
              </a:rPr>
              <a:t>单击此处编辑母版文本样式</a:t>
            </a:r>
            <a:endParaRPr sz="1400" b="0" u="none" spc="119">
              <a:solidFill>
                <a:srgbClr val="262626"/>
              </a:solidFill>
              <a:latin typeface="Arial" panose="020B0604020202090204"/>
              <a:ea typeface="Arial" panose="020B0604020202090204"/>
              <a:cs typeface="Arial" panose="020B0604020202090204"/>
            </a:endParaRPr>
          </a:p>
          <a:p>
            <a:pPr marL="457200" indent="0" algn="l" defTabSz="914400">
              <a:lnSpc>
                <a:spcPct val="90000"/>
              </a:lnSpc>
              <a:spcBef>
                <a:spcPts val="500"/>
              </a:spcBef>
              <a:buNone/>
              <a:tabLst>
                <a:tab pos="0" algn="l"/>
              </a:tabLst>
            </a:pPr>
            <a:r>
              <a:rPr sz="1400" b="0" u="none" spc="119">
                <a:solidFill>
                  <a:srgbClr val="262626"/>
                </a:solidFill>
                <a:latin typeface="Arial" panose="020B0604020202090204"/>
                <a:ea typeface="Arial" panose="020B0604020202090204"/>
                <a:cs typeface="Arial" panose="020B0604020202090204"/>
              </a:rPr>
              <a:t>二级</a:t>
            </a:r>
            <a:endParaRPr sz="1400" b="0" u="none" spc="119">
              <a:solidFill>
                <a:srgbClr val="262626"/>
              </a:solidFill>
              <a:latin typeface="Arial" panose="020B0604020202090204"/>
              <a:ea typeface="Arial" panose="020B0604020202090204"/>
              <a:cs typeface="Arial" panose="020B0604020202090204"/>
            </a:endParaRPr>
          </a:p>
          <a:p>
            <a:pPr marL="914400" indent="0" algn="l" defTabSz="914400">
              <a:lnSpc>
                <a:spcPct val="90000"/>
              </a:lnSpc>
              <a:spcBef>
                <a:spcPts val="500"/>
              </a:spcBef>
              <a:buNone/>
              <a:tabLst>
                <a:tab pos="0" algn="l"/>
              </a:tabLst>
            </a:pPr>
            <a:r>
              <a:rPr sz="1400" b="0" u="none" spc="119">
                <a:solidFill>
                  <a:srgbClr val="262626"/>
                </a:solidFill>
                <a:latin typeface="Arial" panose="020B0604020202090204"/>
                <a:ea typeface="Arial" panose="020B0604020202090204"/>
                <a:cs typeface="Arial" panose="020B0604020202090204"/>
              </a:rPr>
              <a:t>三级</a:t>
            </a:r>
            <a:endParaRPr sz="1400" b="0" u="none" spc="119">
              <a:solidFill>
                <a:srgbClr val="262626"/>
              </a:solidFill>
              <a:latin typeface="Arial" panose="020B0604020202090204"/>
              <a:ea typeface="Arial" panose="020B0604020202090204"/>
              <a:cs typeface="Arial" panose="020B0604020202090204"/>
            </a:endParaRPr>
          </a:p>
          <a:p>
            <a:pPr marL="1371600" indent="0" algn="l" defTabSz="914400">
              <a:lnSpc>
                <a:spcPct val="90000"/>
              </a:lnSpc>
              <a:spcBef>
                <a:spcPts val="500"/>
              </a:spcBef>
              <a:buNone/>
              <a:tabLst>
                <a:tab pos="0" algn="l"/>
              </a:tabLst>
            </a:pPr>
            <a:r>
              <a:rPr sz="1400" b="0" u="none" spc="119">
                <a:solidFill>
                  <a:srgbClr val="262626"/>
                </a:solidFill>
                <a:latin typeface="Arial" panose="020B0604020202090204"/>
                <a:ea typeface="Arial" panose="020B0604020202090204"/>
                <a:cs typeface="Arial" panose="020B0604020202090204"/>
              </a:rPr>
              <a:t>四级</a:t>
            </a:r>
            <a:endParaRPr sz="1400" b="0" u="none" spc="119">
              <a:solidFill>
                <a:srgbClr val="262626"/>
              </a:solidFill>
              <a:latin typeface="Arial" panose="020B0604020202090204"/>
              <a:ea typeface="Arial" panose="020B0604020202090204"/>
              <a:cs typeface="Arial" panose="020B0604020202090204"/>
            </a:endParaRPr>
          </a:p>
          <a:p>
            <a:pPr marL="1828800" indent="0" algn="l" defTabSz="914400">
              <a:lnSpc>
                <a:spcPct val="90000"/>
              </a:lnSpc>
              <a:spcBef>
                <a:spcPts val="500"/>
              </a:spcBef>
              <a:buNone/>
              <a:tabLst>
                <a:tab pos="0" algn="l"/>
              </a:tabLst>
            </a:pPr>
            <a:r>
              <a:rPr sz="1400" b="0" u="none" spc="119">
                <a:solidFill>
                  <a:srgbClr val="262626"/>
                </a:solidFill>
                <a:latin typeface="Arial" panose="020B0604020202090204"/>
                <a:ea typeface="Arial" panose="020B0604020202090204"/>
                <a:cs typeface="Arial" panose="020B0604020202090204"/>
              </a:rPr>
              <a:t>五级</a:t>
            </a:r>
            <a:endParaRPr sz="1400" b="0" u="none" spc="119">
              <a:solidFill>
                <a:srgbClr val="262626"/>
              </a:solidFill>
              <a:latin typeface="Arial" panose="020B0604020202090204"/>
              <a:ea typeface="Arial" panose="020B0604020202090204"/>
              <a:cs typeface="Arial" panose="020B0604020202090204"/>
            </a:endParaRPr>
          </a:p>
        </p:txBody>
      </p:sp>
      <p:sp>
        <p:nvSpPr>
          <p:cNvPr id="933" name="TextBox 8"/>
          <p:cNvSpPr>
            <a:spLocks noGrp="1"/>
          </p:cNvSpPr>
          <p:nvPr/>
        </p:nvSpPr>
        <p:spPr>
          <a:xfrm>
            <a:off x="499680" y="6525720"/>
            <a:ext cx="1873800" cy="216360"/>
          </a:xfrm>
          <a:custGeom>
            <a:avLst/>
            <a:gdLst>
              <a:gd name="textAreaLeft" fmla="*/ 0 w 1873800"/>
              <a:gd name="textAreaRight" fmla="*/ 1874160 w 1873800"/>
              <a:gd name="textAreaTop" fmla="*/ 0 h 216360"/>
              <a:gd name="textAreaBottom" fmla="*/ 216720 h 216360"/>
            </a:gdLst>
            <a:ahLst/>
            <a:cxnLst/>
            <a:rect l="textAreaLeft" t="textAreaTop" r="textAreaRight" b="textAreaBottom"/>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lt1"/>
              </a:solidFill>
              <a:latin typeface="钟齐志莽行书"/>
              <a:ea typeface="钟齐志莽行书"/>
              <a:cs typeface="钟齐志莽行书"/>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页1">
    <p:bg>
      <p:bgPr>
        <a:solidFill>
          <a:srgbClr val="FFFFFF"/>
        </a:solidFill>
        <a:effectLst/>
      </p:bgPr>
    </p:bg>
    <p:spTree>
      <p:nvGrpSpPr>
        <p:cNvPr id="1" name=""/>
        <p:cNvGrpSpPr/>
        <p:nvPr/>
      </p:nvGrpSpPr>
      <p:grpSpPr/>
      <p:pic>
        <p:nvPicPr>
          <p:cNvPr id="1031"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936"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937"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38"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39"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40"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942"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43"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944"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945"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46"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47"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1043" name="图片 2"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950" name="Freeform 1031"/>
          <p:cNvSpPr>
            <a:spLocks noGrp="1"/>
          </p:cNvSpPr>
          <p:nvPr/>
        </p:nvSpPr>
        <p:spPr>
          <a:xfrm>
            <a:off x="511560" y="415080"/>
            <a:ext cx="295920" cy="387360"/>
          </a:xfrm>
          <a:custGeom>
            <a:avLst/>
            <a:gdLst>
              <a:gd name="textAreaLeft" fmla="*/ 0 w 295920"/>
              <a:gd name="textAreaRight" fmla="*/ 296280 w 295920"/>
              <a:gd name="textAreaTop" fmla="*/ 0 h 387360"/>
              <a:gd name="textAreaBottom" fmla="*/ 387720 h 387360"/>
              <a:gd name="GluePoint1X" fmla="*/ 162 w 539"/>
              <a:gd name="GluePoint1Y" fmla="*/ 705 h 705"/>
              <a:gd name="GluePoint2X" fmla="*/ 0 w 539"/>
              <a:gd name="GluePoint2Y" fmla="*/ 705 h 705"/>
              <a:gd name="GluePoint3X" fmla="*/ 375 w 539"/>
              <a:gd name="GluePoint3Y" fmla="*/ 0 h 705"/>
              <a:gd name="GluePoint4X" fmla="*/ 539 w 539"/>
              <a:gd name="GluePoint4Y" fmla="*/ 0 h 705"/>
              <a:gd name="GluePoint5X" fmla="*/ 162 w 539"/>
              <a:gd name="GluePoint5Y" fmla="*/ 705 h 705"/>
            </a:gdLst>
            <a:ahLst/>
            <a:cxnLst/>
            <a:rect l="textAreaLeft" t="textAreaTop" r="textAreaRight" b="textAreaBottom"/>
            <a:pathLst>
              <a:path w="539" h="705">
                <a:moveTo>
                  <a:pt x="162" y="705"/>
                </a:moveTo>
                <a:lnTo>
                  <a:pt x="0" y="705"/>
                </a:lnTo>
                <a:lnTo>
                  <a:pt x="375" y="0"/>
                </a:lnTo>
                <a:lnTo>
                  <a:pt x="539" y="0"/>
                </a:lnTo>
                <a:lnTo>
                  <a:pt x="162" y="705"/>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951" name="Freeform 1034"/>
          <p:cNvSpPr>
            <a:spLocks noGrp="1"/>
          </p:cNvSpPr>
          <p:nvPr/>
        </p:nvSpPr>
        <p:spPr>
          <a:xfrm>
            <a:off x="435600" y="456840"/>
            <a:ext cx="185400" cy="242640"/>
          </a:xfrm>
          <a:custGeom>
            <a:avLst/>
            <a:gdLst>
              <a:gd name="textAreaLeft" fmla="*/ 0 w 185400"/>
              <a:gd name="textAreaRight" fmla="*/ 185760 w 185400"/>
              <a:gd name="textAreaTop" fmla="*/ 0 h 242640"/>
              <a:gd name="textAreaBottom" fmla="*/ 243000 h 242640"/>
              <a:gd name="GluePoint1X" fmla="*/ 102 w 338"/>
              <a:gd name="GluePoint1Y" fmla="*/ 442 h 442"/>
              <a:gd name="GluePoint2X" fmla="*/ 0 w 338"/>
              <a:gd name="GluePoint2Y" fmla="*/ 442 h 442"/>
              <a:gd name="GluePoint3X" fmla="*/ 235 w 338"/>
              <a:gd name="GluePoint3Y" fmla="*/ 0 h 442"/>
              <a:gd name="GluePoint4X" fmla="*/ 338 w 338"/>
              <a:gd name="GluePoint4Y" fmla="*/ 0 h 442"/>
              <a:gd name="GluePoint5X" fmla="*/ 102 w 338"/>
              <a:gd name="GluePoint5Y" fmla="*/ 442 h 442"/>
            </a:gdLst>
            <a:ahLst/>
            <a:cxnLst/>
            <a:rect l="textAreaLeft" t="textAreaTop" r="textAreaRight" b="textAreaBottom"/>
            <a:pathLst>
              <a:path w="338" h="442">
                <a:moveTo>
                  <a:pt x="102" y="442"/>
                </a:moveTo>
                <a:lnTo>
                  <a:pt x="0" y="442"/>
                </a:lnTo>
                <a:lnTo>
                  <a:pt x="235" y="0"/>
                </a:lnTo>
                <a:lnTo>
                  <a:pt x="338" y="0"/>
                </a:lnTo>
                <a:lnTo>
                  <a:pt x="102" y="442"/>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952" name="Freeform 1032"/>
          <p:cNvSpPr>
            <a:spLocks noGrp="1"/>
          </p:cNvSpPr>
          <p:nvPr/>
        </p:nvSpPr>
        <p:spPr>
          <a:xfrm>
            <a:off x="696240" y="572400"/>
            <a:ext cx="185400" cy="243360"/>
          </a:xfrm>
          <a:custGeom>
            <a:avLst/>
            <a:gdLst>
              <a:gd name="textAreaLeft" fmla="*/ 0 w 185400"/>
              <a:gd name="textAreaRight" fmla="*/ 185760 w 185400"/>
              <a:gd name="textAreaTop" fmla="*/ 0 h 243360"/>
              <a:gd name="textAreaBottom" fmla="*/ 243720 h 243360"/>
              <a:gd name="GluePoint1X" fmla="*/ 102 w 338"/>
              <a:gd name="GluePoint1Y" fmla="*/ 443 h 443"/>
              <a:gd name="GluePoint2X" fmla="*/ 0 w 338"/>
              <a:gd name="GluePoint2Y" fmla="*/ 443 h 443"/>
              <a:gd name="GluePoint3X" fmla="*/ 235 w 338"/>
              <a:gd name="GluePoint3Y" fmla="*/ 0 h 443"/>
              <a:gd name="GluePoint4X" fmla="*/ 338 w 338"/>
              <a:gd name="GluePoint4Y" fmla="*/ 0 h 443"/>
              <a:gd name="GluePoint5X" fmla="*/ 102 w 338"/>
              <a:gd name="GluePoint5Y" fmla="*/ 443 h 443"/>
            </a:gdLst>
            <a:ahLst/>
            <a:cxnLst/>
            <a:rect l="textAreaLeft" t="textAreaTop" r="textAreaRight" b="textAreaBottom"/>
            <a:pathLst>
              <a:path w="338" h="443">
                <a:moveTo>
                  <a:pt x="102" y="443"/>
                </a:moveTo>
                <a:lnTo>
                  <a:pt x="0" y="443"/>
                </a:lnTo>
                <a:lnTo>
                  <a:pt x="235" y="0"/>
                </a:lnTo>
                <a:lnTo>
                  <a:pt x="338" y="0"/>
                </a:lnTo>
                <a:lnTo>
                  <a:pt x="102" y="443"/>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953" name="Freeform 1033"/>
          <p:cNvSpPr>
            <a:spLocks noGrp="1"/>
          </p:cNvSpPr>
          <p:nvPr/>
        </p:nvSpPr>
        <p:spPr>
          <a:xfrm>
            <a:off x="543960" y="318960"/>
            <a:ext cx="185400" cy="242640"/>
          </a:xfrm>
          <a:custGeom>
            <a:avLst/>
            <a:gdLst>
              <a:gd name="textAreaLeft" fmla="*/ 0 w 185400"/>
              <a:gd name="textAreaRight" fmla="*/ 185760 w 185400"/>
              <a:gd name="textAreaTop" fmla="*/ 0 h 242640"/>
              <a:gd name="textAreaBottom" fmla="*/ 243000 h 242640"/>
              <a:gd name="GluePoint1X" fmla="*/ 103 w 338"/>
              <a:gd name="GluePoint1Y" fmla="*/ 442 h 442"/>
              <a:gd name="GluePoint2X" fmla="*/ 0 w 338"/>
              <a:gd name="GluePoint2Y" fmla="*/ 442 h 442"/>
              <a:gd name="GluePoint3X" fmla="*/ 236 w 338"/>
              <a:gd name="GluePoint3Y" fmla="*/ 0 h 442"/>
              <a:gd name="GluePoint4X" fmla="*/ 338 w 338"/>
              <a:gd name="GluePoint4Y" fmla="*/ 0 h 442"/>
              <a:gd name="GluePoint5X" fmla="*/ 103 w 338"/>
              <a:gd name="GluePoint5Y" fmla="*/ 442 h 442"/>
            </a:gdLst>
            <a:ahLst/>
            <a:cxnLst/>
            <a:rect l="textAreaLeft" t="textAreaTop" r="textAreaRight" b="textAreaBottom"/>
            <a:pathLst>
              <a:path w="338" h="442">
                <a:moveTo>
                  <a:pt x="103" y="442"/>
                </a:moveTo>
                <a:lnTo>
                  <a:pt x="0" y="442"/>
                </a:lnTo>
                <a:lnTo>
                  <a:pt x="236" y="0"/>
                </a:lnTo>
                <a:lnTo>
                  <a:pt x="338" y="0"/>
                </a:lnTo>
                <a:lnTo>
                  <a:pt x="103" y="442"/>
                </a:lnTo>
                <a:close/>
              </a:path>
            </a:pathLst>
          </a:custGeom>
          <a:solidFill>
            <a:schemeClr val="accent1">
              <a:alpha val="73000"/>
            </a:schemeClr>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954" name="Freeform 1029"/>
          <p:cNvSpPr>
            <a:spLocks noGrp="1"/>
          </p:cNvSpPr>
          <p:nvPr/>
        </p:nvSpPr>
        <p:spPr>
          <a:xfrm>
            <a:off x="595440" y="327240"/>
            <a:ext cx="5800320" cy="440280"/>
          </a:xfrm>
          <a:prstGeom prst="parallelogram">
            <a:avLst>
              <a:gd name="adj" fmla="val 53329"/>
            </a:avLst>
          </a:prstGeom>
          <a:gradFill rotWithShape="0">
            <a:gsLst>
              <a:gs pos="0">
                <a:srgbClr val="ED6F00">
                  <a:alpha val="9000"/>
                </a:srgbClr>
              </a:gs>
              <a:gs pos="100000">
                <a:srgbClr val="ED6F00">
                  <a:alpha val="0"/>
                </a:srgbClr>
              </a:gs>
            </a:gsLst>
            <a:lin ang="2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955" name="Freeform 1030"/>
          <p:cNvSpPr>
            <a:spLocks noGrp="1"/>
          </p:cNvSpPr>
          <p:nvPr/>
        </p:nvSpPr>
        <p:spPr>
          <a:xfrm>
            <a:off x="585360" y="327240"/>
            <a:ext cx="336600" cy="440280"/>
          </a:xfrm>
          <a:custGeom>
            <a:avLst/>
            <a:gdLst>
              <a:gd name="textAreaLeft" fmla="*/ 0 w 336600"/>
              <a:gd name="textAreaRight" fmla="*/ 336960 w 336600"/>
              <a:gd name="textAreaTop" fmla="*/ 0 h 440280"/>
              <a:gd name="textAreaBottom" fmla="*/ 440640 h 440280"/>
              <a:gd name="GluePoint1X" fmla="*/ 161 w 539"/>
              <a:gd name="GluePoint1Y" fmla="*/ 705 h 705"/>
              <a:gd name="GluePoint2X" fmla="*/ 0 w 539"/>
              <a:gd name="GluePoint2Y" fmla="*/ 705 h 705"/>
              <a:gd name="GluePoint3X" fmla="*/ 377 w 539"/>
              <a:gd name="GluePoint3Y" fmla="*/ 0 h 705"/>
              <a:gd name="GluePoint4X" fmla="*/ 539 w 539"/>
              <a:gd name="GluePoint4Y" fmla="*/ 0 h 705"/>
              <a:gd name="GluePoint5X" fmla="*/ 161 w 539"/>
              <a:gd name="GluePoint5Y" fmla="*/ 705 h 705"/>
            </a:gdLst>
            <a:ahLst/>
            <a:cxnLst/>
            <a:rect l="textAreaLeft" t="textAreaTop" r="textAreaRight" b="textAreaBottom"/>
            <a:pathLst>
              <a:path w="539" h="705">
                <a:moveTo>
                  <a:pt x="161" y="705"/>
                </a:moveTo>
                <a:lnTo>
                  <a:pt x="0" y="705"/>
                </a:lnTo>
                <a:lnTo>
                  <a:pt x="377" y="0"/>
                </a:lnTo>
                <a:lnTo>
                  <a:pt x="539" y="0"/>
                </a:lnTo>
                <a:lnTo>
                  <a:pt x="161" y="705"/>
                </a:lnTo>
                <a:close/>
              </a:path>
            </a:pathLst>
          </a:custGeom>
          <a:gradFill rotWithShape="0">
            <a:gsLst>
              <a:gs pos="26000">
                <a:srgbClr val="ED6F00"/>
              </a:gs>
              <a:gs pos="100000">
                <a:srgbClr val="FFA85B"/>
              </a:gs>
            </a:gsLst>
            <a:lin ang="162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956" name="PlaceHolder 1"/>
          <p:cNvSpPr>
            <a:spLocks noGrp="1"/>
          </p:cNvSpPr>
          <p:nvPr>
            <p:ph type="title"/>
          </p:nvPr>
        </p:nvSpPr>
        <p:spPr>
          <a:xfrm>
            <a:off x="1003680" y="364320"/>
            <a:ext cx="6845040" cy="3690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sz="2400" b="1" u="none" spc="99">
                <a:solidFill>
                  <a:schemeClr val="accent1"/>
                </a:solidFill>
                <a:latin typeface="思源黑体 CN Bold"/>
                <a:ea typeface="思源黑体 CN Bold"/>
                <a:cs typeface="思源黑体 CN Bold"/>
              </a:defRPr>
            </a:lvl1pPr>
          </a:lstStyle>
          <a:p>
            <a:pPr indent="0" algn="l" defTabSz="914400">
              <a:lnSpc>
                <a:spcPct val="100000"/>
              </a:lnSpc>
              <a:buNone/>
              <a:tabLst>
                <a:tab pos="0" algn="l"/>
              </a:tabLst>
            </a:pPr>
            <a:r>
              <a:rPr sz="2400" b="1" u="none" spc="99">
                <a:solidFill>
                  <a:schemeClr val="accent1"/>
                </a:solidFill>
                <a:latin typeface="思源黑体 CN Bold"/>
                <a:ea typeface="思源黑体 CN Bold"/>
                <a:cs typeface="思源黑体 CN Bold"/>
              </a:rPr>
              <a:t>单击此处编辑母版标题样式</a:t>
            </a:r>
            <a:endParaRPr sz="2400" b="1" u="none" spc="99">
              <a:solidFill>
                <a:schemeClr val="accent1"/>
              </a:solidFill>
              <a:latin typeface="思源黑体 CN Bold"/>
              <a:ea typeface="思源黑体 CN Bold"/>
              <a:cs typeface="思源黑体 CN Bold"/>
            </a:endParaRPr>
          </a:p>
        </p:txBody>
      </p:sp>
      <p:sp>
        <p:nvSpPr>
          <p:cNvPr id="958" name="任意多边形: 形状 13"/>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959" name="任意多边形: 形状 94"/>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60" name="任意多边形: 形状 122"/>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61" name="任意多边形: 形状 123"/>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62" name="任意多边形: 形状 124"/>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964" name="任意多边形: 形状 126"/>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65" name="任意多边形: 形状 127"/>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966" name="任意多边形: 形状 128"/>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967" name="任意多边形: 形状 129"/>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68" name="任意多边形: 形状 130"/>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69" name="任意多边形: 形状 132"/>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970" name="任意多边形: 形状 9"/>
          <p:cNvSpPr>
            <a:spLocks noGrp="1"/>
          </p:cNvSpPr>
          <p:nvPr/>
        </p:nvSpPr>
        <p:spPr>
          <a:xfrm>
            <a:off x="0" y="6427800"/>
            <a:ext cx="12191760" cy="429840"/>
          </a:xfrm>
          <a:custGeom>
            <a:avLst/>
            <a:gdLst>
              <a:gd name="textAreaLeft" fmla="*/ 0 w 12191760"/>
              <a:gd name="textAreaRight" fmla="*/ 12192120 w 12191760"/>
              <a:gd name="textAreaTop" fmla="*/ 0 h 429840"/>
              <a:gd name="textAreaBottom" fmla="*/ 430200 h 429840"/>
              <a:gd name="GluePoint1X" fmla="*/ 0 w 12192000"/>
              <a:gd name="GluePoint1Y" fmla="*/ 0 h 381000"/>
              <a:gd name="GluePoint2X" fmla="*/ 12192000 w 12192000"/>
              <a:gd name="GluePoint2Y" fmla="*/ 0 h 381000"/>
              <a:gd name="GluePoint3X" fmla="*/ 12192000 w 12192000"/>
              <a:gd name="GluePoint3Y" fmla="*/ 381000 h 381000"/>
              <a:gd name="GluePoint4X" fmla="*/ 0 w 12192000"/>
              <a:gd name="GluePoint4Y" fmla="*/ 381000 h 381000"/>
            </a:gdLst>
            <a:ahLst/>
            <a:cxnLst/>
            <a:rect l="textAreaLeft" t="textAreaTop" r="textAreaRight" b="textAreaBottom"/>
            <a:pathLst>
              <a:path w="12192000" h="381000">
                <a:moveTo>
                  <a:pt x="0" y="0"/>
                </a:moveTo>
                <a:lnTo>
                  <a:pt x="12192000" y="0"/>
                </a:lnTo>
                <a:lnTo>
                  <a:pt x="12192000" y="381000"/>
                </a:lnTo>
                <a:lnTo>
                  <a:pt x="0" y="381000"/>
                </a:lnTo>
                <a:close/>
              </a:path>
            </a:pathLst>
          </a:custGeom>
          <a:solidFill>
            <a:srgbClr val="ED6F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973" name="任意多边形: 形状 60"/>
          <p:cNvSpPr>
            <a:spLocks noGrp="1"/>
          </p:cNvSpPr>
          <p:nvPr/>
        </p:nvSpPr>
        <p:spPr>
          <a:xfrm>
            <a:off x="10206000" y="6556680"/>
            <a:ext cx="88200" cy="100800"/>
          </a:xfrm>
          <a:custGeom>
            <a:avLst/>
            <a:gdLst>
              <a:gd name="textAreaLeft" fmla="*/ 0 w 88200"/>
              <a:gd name="textAreaRight" fmla="*/ 88560 w 88200"/>
              <a:gd name="textAreaTop" fmla="*/ 0 h 100800"/>
              <a:gd name="textAreaBottom" fmla="*/ 101160 h 100800"/>
              <a:gd name="GluePoint1X" fmla="*/ 21465 w 53300"/>
              <a:gd name="GluePoint1Y" fmla="*/ 19954 h 60737"/>
              <a:gd name="GluePoint2X" fmla="*/ 21465 w 53300"/>
              <a:gd name="GluePoint2Y" fmla="*/ 31321 h 60737"/>
              <a:gd name="GluePoint3X" fmla="*/ 8798 w 53300"/>
              <a:gd name="GluePoint3Y" fmla="*/ 31321 h 60737"/>
              <a:gd name="GluePoint4X" fmla="*/ 8798 w 53300"/>
              <a:gd name="GluePoint4Y" fmla="*/ 19954 h 60737"/>
              <a:gd name="GluePoint5X" fmla="*/ 21465 w 53300"/>
              <a:gd name="GluePoint5Y" fmla="*/ 19954 h 60737"/>
              <a:gd name="GluePoint6X" fmla="*/ 8798 w 53300"/>
              <a:gd name="GluePoint6Y" fmla="*/ 42961 h 60737"/>
              <a:gd name="GluePoint7X" fmla="*/ 8798 w 53300"/>
              <a:gd name="GluePoint7Y" fmla="*/ 38305 h 60737"/>
              <a:gd name="GluePoint8X" fmla="*/ 21465 w 53300"/>
              <a:gd name="GluePoint8Y" fmla="*/ 38305 h 60737"/>
              <a:gd name="GluePoint9X" fmla="*/ 21465 w 53300"/>
              <a:gd name="GluePoint9Y" fmla="*/ 60738 h 60737"/>
              <a:gd name="GluePoint10X" fmla="*/ 30777 w 53300"/>
              <a:gd name="GluePoint10Y" fmla="*/ 60738 h 60737"/>
              <a:gd name="GluePoint11X" fmla="*/ 30777 w 53300"/>
              <a:gd name="GluePoint11Y" fmla="*/ 38305 h 60737"/>
              <a:gd name="GluePoint12X" fmla="*/ 43717 w 53300"/>
              <a:gd name="GluePoint12Y" fmla="*/ 38305 h 60737"/>
              <a:gd name="GluePoint13X" fmla="*/ 43717 w 53300"/>
              <a:gd name="GluePoint13Y" fmla="*/ 42175 h 60737"/>
              <a:gd name="GluePoint14X" fmla="*/ 53300 w 53300"/>
              <a:gd name="GluePoint14Y" fmla="*/ 42175 h 60737"/>
              <a:gd name="GluePoint15X" fmla="*/ 53300 w 53300"/>
              <a:gd name="GluePoint15Y" fmla="*/ 12698 h 60737"/>
              <a:gd name="GluePoint16X" fmla="*/ 30807 w 53300"/>
              <a:gd name="GluePoint16Y" fmla="*/ 12698 h 60737"/>
              <a:gd name="GluePoint17X" fmla="*/ 30807 w 53300"/>
              <a:gd name="GluePoint17Y" fmla="*/ 6228 h 60737"/>
              <a:gd name="GluePoint18X" fmla="*/ 31684 w 53300"/>
              <a:gd name="GluePoint18Y" fmla="*/ 1270 h 60737"/>
              <a:gd name="GluePoint19X" fmla="*/ 31865 w 53300"/>
              <a:gd name="GluePoint19Y" fmla="*/ 514 h 60737"/>
              <a:gd name="GluePoint20X" fmla="*/ 30112 w 53300"/>
              <a:gd name="GluePoint20Y" fmla="*/ 60 h 60737"/>
              <a:gd name="GluePoint21X" fmla="*/ 27330 w 53300"/>
              <a:gd name="GluePoint21Y" fmla="*/ 0 h 60737"/>
              <a:gd name="GluePoint22X" fmla="*/ 21223 w 53300"/>
              <a:gd name="GluePoint22Y" fmla="*/ 0 h 60737"/>
              <a:gd name="GluePoint23X" fmla="*/ 21223 w 53300"/>
              <a:gd name="GluePoint23Y" fmla="*/ 12668 h 60737"/>
              <a:gd name="GluePoint24X" fmla="*/ 0 w 53300"/>
              <a:gd name="GluePoint24Y" fmla="*/ 12668 h 60737"/>
              <a:gd name="GluePoint25X" fmla="*/ 0 w 53300"/>
              <a:gd name="GluePoint25Y" fmla="*/ 42930 h 60737"/>
              <a:gd name="GluePoint26X" fmla="*/ 8798 w 53300"/>
              <a:gd name="GluePoint26Y" fmla="*/ 42930 h 60737"/>
              <a:gd name="GluePoint27X" fmla="*/ 30777 w 53300"/>
              <a:gd name="GluePoint27Y" fmla="*/ 31321 h 60737"/>
              <a:gd name="GluePoint28X" fmla="*/ 30777 w 53300"/>
              <a:gd name="GluePoint28Y" fmla="*/ 19954 h 60737"/>
              <a:gd name="GluePoint29X" fmla="*/ 43717 w 53300"/>
              <a:gd name="GluePoint29Y" fmla="*/ 19954 h 60737"/>
              <a:gd name="GluePoint30X" fmla="*/ 43717 w 53300"/>
              <a:gd name="GluePoint30Y" fmla="*/ 31321 h 60737"/>
              <a:gd name="GluePoint31X" fmla="*/ 30777 w 53300"/>
              <a:gd name="GluePoint31Y" fmla="*/ 31321 h 60737"/>
            </a:gdLst>
            <a:ahLst/>
            <a:cxnLst/>
            <a:rect l="textAreaLeft" t="textAreaTop" r="textAreaRight" b="textAreaBottom"/>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74" name="任意多边形: 形状 61"/>
          <p:cNvSpPr>
            <a:spLocks noGrp="1"/>
          </p:cNvSpPr>
          <p:nvPr/>
        </p:nvSpPr>
        <p:spPr>
          <a:xfrm>
            <a:off x="10353240" y="6559560"/>
            <a:ext cx="89640" cy="97560"/>
          </a:xfrm>
          <a:custGeom>
            <a:avLst/>
            <a:gdLst>
              <a:gd name="textAreaLeft" fmla="*/ 0 w 89640"/>
              <a:gd name="textAreaRight" fmla="*/ 90000 w 89640"/>
              <a:gd name="textAreaTop" fmla="*/ 0 h 97560"/>
              <a:gd name="textAreaBottom" fmla="*/ 97920 h 97560"/>
              <a:gd name="GluePoint1X" fmla="*/ 45531 w 54056"/>
              <a:gd name="GluePoint1Y" fmla="*/ 48614 h 58923"/>
              <a:gd name="GluePoint2X" fmla="*/ 8284 w 54056"/>
              <a:gd name="GluePoint2Y" fmla="*/ 48614 h 58923"/>
              <a:gd name="GluePoint3X" fmla="*/ 8284 w 54056"/>
              <a:gd name="GluePoint3Y" fmla="*/ 6984 h 58923"/>
              <a:gd name="GluePoint4X" fmla="*/ 45531 w 54056"/>
              <a:gd name="GluePoint4Y" fmla="*/ 6984 h 58923"/>
              <a:gd name="GluePoint5X" fmla="*/ 45531 w 54056"/>
              <a:gd name="GluePoint5Y" fmla="*/ 48614 h 58923"/>
              <a:gd name="GluePoint6X" fmla="*/ 8284 w 54056"/>
              <a:gd name="GluePoint6Y" fmla="*/ 58893 h 58923"/>
              <a:gd name="GluePoint7X" fmla="*/ 8284 w 54056"/>
              <a:gd name="GluePoint7Y" fmla="*/ 55538 h 58923"/>
              <a:gd name="GluePoint8X" fmla="*/ 45531 w 54056"/>
              <a:gd name="GluePoint8Y" fmla="*/ 55538 h 58923"/>
              <a:gd name="GluePoint9X" fmla="*/ 45531 w 54056"/>
              <a:gd name="GluePoint9Y" fmla="*/ 58379 h 58923"/>
              <a:gd name="GluePoint10X" fmla="*/ 54056 w 54056"/>
              <a:gd name="GluePoint10Y" fmla="*/ 58379 h 58923"/>
              <a:gd name="GluePoint11X" fmla="*/ 54056 w 54056"/>
              <a:gd name="GluePoint11Y" fmla="*/ 0 h 58923"/>
              <a:gd name="GluePoint12X" fmla="*/ 0 w 54056"/>
              <a:gd name="GluePoint12Y" fmla="*/ 0 h 58923"/>
              <a:gd name="GluePoint13X" fmla="*/ 0 w 54056"/>
              <a:gd name="GluePoint13Y" fmla="*/ 58924 h 58923"/>
              <a:gd name="GluePoint14X" fmla="*/ 8284 w 54056"/>
              <a:gd name="GluePoint14Y" fmla="*/ 58924 h 58923"/>
              <a:gd name="GluePoint15X" fmla="*/ 11640 w 54056"/>
              <a:gd name="GluePoint15Y" fmla="*/ 29477 h 58923"/>
              <a:gd name="GluePoint16X" fmla="*/ 22251 w 54056"/>
              <a:gd name="GluePoint16Y" fmla="*/ 29477 h 58923"/>
              <a:gd name="GluePoint17X" fmla="*/ 22251 w 54056"/>
              <a:gd name="GluePoint17Y" fmla="*/ 38003 h 58923"/>
              <a:gd name="GluePoint18X" fmla="*/ 10098 w 54056"/>
              <a:gd name="GluePoint18Y" fmla="*/ 38003 h 58923"/>
              <a:gd name="GluePoint19X" fmla="*/ 10098 w 54056"/>
              <a:gd name="GluePoint19Y" fmla="*/ 44714 h 58923"/>
              <a:gd name="GluePoint20X" fmla="*/ 43717 w 54056"/>
              <a:gd name="GluePoint20Y" fmla="*/ 44714 h 58923"/>
              <a:gd name="GluePoint21X" fmla="*/ 43717 w 54056"/>
              <a:gd name="GluePoint21Y" fmla="*/ 38003 h 58923"/>
              <a:gd name="GluePoint22X" fmla="*/ 38819 w 54056"/>
              <a:gd name="GluePoint22Y" fmla="*/ 38003 h 58923"/>
              <a:gd name="GluePoint23X" fmla="*/ 42689 w 54056"/>
              <a:gd name="GluePoint23Y" fmla="*/ 35403 h 58923"/>
              <a:gd name="GluePoint24X" fmla="*/ 39061 w 54056"/>
              <a:gd name="GluePoint24Y" fmla="*/ 29447 h 58923"/>
              <a:gd name="GluePoint25X" fmla="*/ 42144 w 54056"/>
              <a:gd name="GluePoint25Y" fmla="*/ 29447 h 58923"/>
              <a:gd name="GluePoint26X" fmla="*/ 42144 w 54056"/>
              <a:gd name="GluePoint26Y" fmla="*/ 22977 h 58923"/>
              <a:gd name="GluePoint27X" fmla="*/ 30505 w 54056"/>
              <a:gd name="GluePoint27Y" fmla="*/ 22977 h 58923"/>
              <a:gd name="GluePoint28X" fmla="*/ 30505 w 54056"/>
              <a:gd name="GluePoint28Y" fmla="*/ 17293 h 58923"/>
              <a:gd name="GluePoint29X" fmla="*/ 43172 w 54056"/>
              <a:gd name="GluePoint29Y" fmla="*/ 17293 h 58923"/>
              <a:gd name="GluePoint30X" fmla="*/ 43172 w 54056"/>
              <a:gd name="GluePoint30Y" fmla="*/ 10823 h 58923"/>
              <a:gd name="GluePoint31X" fmla="*/ 10581 w 54056"/>
              <a:gd name="GluePoint31Y" fmla="*/ 10823 h 58923"/>
              <a:gd name="GluePoint32X" fmla="*/ 10581 w 54056"/>
              <a:gd name="GluePoint32Y" fmla="*/ 17293 h 58923"/>
              <a:gd name="GluePoint33X" fmla="*/ 22221 w 54056"/>
              <a:gd name="GluePoint33Y" fmla="*/ 17293 h 58923"/>
              <a:gd name="GluePoint34X" fmla="*/ 22221 w 54056"/>
              <a:gd name="GluePoint34Y" fmla="*/ 22977 h 58923"/>
              <a:gd name="GluePoint35X" fmla="*/ 11609 w 54056"/>
              <a:gd name="GluePoint35Y" fmla="*/ 22977 h 58923"/>
              <a:gd name="GluePoint36X" fmla="*/ 11609 w 54056"/>
              <a:gd name="GluePoint36Y" fmla="*/ 29447 h 58923"/>
              <a:gd name="GluePoint37X" fmla="*/ 35705 w 54056"/>
              <a:gd name="GluePoint37Y" fmla="*/ 38003 h 58923"/>
              <a:gd name="GluePoint38X" fmla="*/ 30535 w 54056"/>
              <a:gd name="GluePoint38Y" fmla="*/ 38003 h 58923"/>
              <a:gd name="GluePoint39X" fmla="*/ 30535 w 54056"/>
              <a:gd name="GluePoint39Y" fmla="*/ 29477 h 58923"/>
              <a:gd name="GluePoint40X" fmla="*/ 35705 w 54056"/>
              <a:gd name="GluePoint40Y" fmla="*/ 29477 h 58923"/>
              <a:gd name="GluePoint41X" fmla="*/ 31835 w 54056"/>
              <a:gd name="GluePoint41Y" fmla="*/ 32077 h 58923"/>
              <a:gd name="GluePoint42X" fmla="*/ 35705 w 54056"/>
              <a:gd name="GluePoint42Y" fmla="*/ 38033 h 58923"/>
            </a:gdLst>
            <a:ahLst/>
            <a:cxnLst/>
            <a:rect l="textAreaLeft" t="textAreaTop" r="textAreaRight" b="textAreaBottom"/>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75" name="任意多边形: 形状 62"/>
          <p:cNvSpPr>
            <a:spLocks noGrp="1"/>
          </p:cNvSpPr>
          <p:nvPr/>
        </p:nvSpPr>
        <p:spPr>
          <a:xfrm>
            <a:off x="10494720" y="6557400"/>
            <a:ext cx="102240" cy="99360"/>
          </a:xfrm>
          <a:custGeom>
            <a:avLst/>
            <a:gdLst>
              <a:gd name="textAreaLeft" fmla="*/ 0 w 102240"/>
              <a:gd name="textAreaRight" fmla="*/ 102600 w 102240"/>
              <a:gd name="textAreaTop" fmla="*/ 0 h 99360"/>
              <a:gd name="textAreaBottom" fmla="*/ 99720 h 99360"/>
              <a:gd name="GluePoint1X" fmla="*/ 45017 w 61584"/>
              <a:gd name="GluePoint1Y" fmla="*/ 13998 h 59981"/>
              <a:gd name="GluePoint2X" fmla="*/ 39061 w 61584"/>
              <a:gd name="GluePoint2Y" fmla="*/ 18654 h 59981"/>
              <a:gd name="GluePoint3X" fmla="*/ 37640 w 61584"/>
              <a:gd name="GluePoint3Y" fmla="*/ 16779 h 59981"/>
              <a:gd name="GluePoint4X" fmla="*/ 31019 w 61584"/>
              <a:gd name="GluePoint4Y" fmla="*/ 8314 h 59981"/>
              <a:gd name="GluePoint5X" fmla="*/ 37489 w 61584"/>
              <a:gd name="GluePoint5Y" fmla="*/ 3658 h 59981"/>
              <a:gd name="GluePoint6X" fmla="*/ 44986 w 61584"/>
              <a:gd name="GluePoint6Y" fmla="*/ 13998 h 59981"/>
              <a:gd name="GluePoint7X" fmla="*/ 45803 w 61584"/>
              <a:gd name="GluePoint7Y" fmla="*/ 30 h 59981"/>
              <a:gd name="GluePoint8X" fmla="*/ 51244 w 61584"/>
              <a:gd name="GluePoint8Y" fmla="*/ 30 h 59981"/>
              <a:gd name="GluePoint9X" fmla="*/ 54600 w 61584"/>
              <a:gd name="GluePoint9Y" fmla="*/ 1058 h 59981"/>
              <a:gd name="GluePoint10X" fmla="*/ 54510 w 61584"/>
              <a:gd name="GluePoint10Y" fmla="*/ 1814 h 59981"/>
              <a:gd name="GluePoint11X" fmla="*/ 54086 w 61584"/>
              <a:gd name="GluePoint11Y" fmla="*/ 5986 h 59981"/>
              <a:gd name="GluePoint12X" fmla="*/ 54086 w 61584"/>
              <a:gd name="GluePoint12Y" fmla="*/ 34949 h 59981"/>
              <a:gd name="GluePoint13X" fmla="*/ 61070 w 61584"/>
              <a:gd name="GluePoint13Y" fmla="*/ 33921 h 59981"/>
              <a:gd name="GluePoint14X" fmla="*/ 61584 w 61584"/>
              <a:gd name="GluePoint14Y" fmla="*/ 40633 h 59981"/>
              <a:gd name="GluePoint15X" fmla="*/ 54086 w 61584"/>
              <a:gd name="GluePoint15Y" fmla="*/ 41933 h 59981"/>
              <a:gd name="GluePoint16X" fmla="*/ 54086 w 61584"/>
              <a:gd name="GluePoint16Y" fmla="*/ 59982 h 59981"/>
              <a:gd name="GluePoint17X" fmla="*/ 45803 w 61584"/>
              <a:gd name="GluePoint17Y" fmla="*/ 59982 h 59981"/>
              <a:gd name="GluePoint18X" fmla="*/ 45803 w 61584"/>
              <a:gd name="GluePoint18Y" fmla="*/ 43233 h 59981"/>
              <a:gd name="GluePoint19X" fmla="*/ 26937 w 61584"/>
              <a:gd name="GluePoint19Y" fmla="*/ 46075 h 59981"/>
              <a:gd name="GluePoint20X" fmla="*/ 26151 w 61584"/>
              <a:gd name="GluePoint20Y" fmla="*/ 40391 h 59981"/>
              <a:gd name="GluePoint21X" fmla="*/ 25123 w 61584"/>
              <a:gd name="GluePoint21Y" fmla="*/ 41177 h 59981"/>
              <a:gd name="GluePoint22X" fmla="*/ 24337 w 61584"/>
              <a:gd name="GluePoint22Y" fmla="*/ 40179 h 59981"/>
              <a:gd name="GluePoint23X" fmla="*/ 20195 w 61584"/>
              <a:gd name="GluePoint23Y" fmla="*/ 34707 h 59981"/>
              <a:gd name="GluePoint24X" fmla="*/ 20195 w 61584"/>
              <a:gd name="GluePoint24Y" fmla="*/ 59468 h 59981"/>
              <a:gd name="GluePoint25X" fmla="*/ 12426 w 61584"/>
              <a:gd name="GluePoint25Y" fmla="*/ 59468 h 59981"/>
              <a:gd name="GluePoint26X" fmla="*/ 12426 w 61584"/>
              <a:gd name="GluePoint26Y" fmla="*/ 37277 h 59981"/>
              <a:gd name="GluePoint27X" fmla="*/ 10642 w 61584"/>
              <a:gd name="GluePoint27Y" fmla="*/ 40512 h 59981"/>
              <a:gd name="GluePoint28X" fmla="*/ 5170 w 61584"/>
              <a:gd name="GluePoint28Y" fmla="*/ 49703 h 59981"/>
              <a:gd name="GluePoint29X" fmla="*/ 877 w 61584"/>
              <a:gd name="GluePoint29Y" fmla="*/ 44261 h 59981"/>
              <a:gd name="GluePoint30X" fmla="*/ 0 w 61584"/>
              <a:gd name="GluePoint30Y" fmla="*/ 43233 h 59981"/>
              <a:gd name="GluePoint31X" fmla="*/ 11126 w 61584"/>
              <a:gd name="GluePoint31Y" fmla="*/ 23823 h 59981"/>
              <a:gd name="GluePoint32X" fmla="*/ 1542 w 61584"/>
              <a:gd name="GluePoint32Y" fmla="*/ 23823 h 59981"/>
              <a:gd name="GluePoint33X" fmla="*/ 1542 w 61584"/>
              <a:gd name="GluePoint33Y" fmla="*/ 17112 h 59981"/>
              <a:gd name="GluePoint34X" fmla="*/ 12395 w 61584"/>
              <a:gd name="GluePoint34Y" fmla="*/ 17112 h 59981"/>
              <a:gd name="GluePoint35X" fmla="*/ 12395 w 61584"/>
              <a:gd name="GluePoint35Y" fmla="*/ 9856 h 59981"/>
              <a:gd name="GluePoint36X" fmla="*/ 4112 w 61584"/>
              <a:gd name="GluePoint36Y" fmla="*/ 10642 h 59981"/>
              <a:gd name="GluePoint37X" fmla="*/ 1270 w 61584"/>
              <a:gd name="GluePoint37Y" fmla="*/ 4172 h 59981"/>
              <a:gd name="GluePoint38X" fmla="*/ 25335 w 61584"/>
              <a:gd name="GluePoint38Y" fmla="*/ 544 h 59981"/>
              <a:gd name="GluePoint39X" fmla="*/ 26998 w 61584"/>
              <a:gd name="GluePoint39Y" fmla="*/ 3658 h 59981"/>
              <a:gd name="GluePoint40X" fmla="*/ 28691 w 61584"/>
              <a:gd name="GluePoint40Y" fmla="*/ 6772 h 59981"/>
              <a:gd name="GluePoint41X" fmla="*/ 28993 w 61584"/>
              <a:gd name="GluePoint41Y" fmla="*/ 7800 h 59981"/>
              <a:gd name="GluePoint42X" fmla="*/ 28691 w 61584"/>
              <a:gd name="GluePoint42Y" fmla="*/ 8314 h 59981"/>
              <a:gd name="GluePoint43X" fmla="*/ 20165 w 61584"/>
              <a:gd name="GluePoint43Y" fmla="*/ 9100 h 59981"/>
              <a:gd name="GluePoint44X" fmla="*/ 20165 w 61584"/>
              <a:gd name="GluePoint44Y" fmla="*/ 17112 h 59981"/>
              <a:gd name="GluePoint45X" fmla="*/ 28963 w 61584"/>
              <a:gd name="GluePoint45Y" fmla="*/ 17112 h 59981"/>
              <a:gd name="GluePoint46X" fmla="*/ 28963 w 61584"/>
              <a:gd name="GluePoint46Y" fmla="*/ 23823 h 59981"/>
              <a:gd name="GluePoint47X" fmla="*/ 20165 w 61584"/>
              <a:gd name="GluePoint47Y" fmla="*/ 23823 h 59981"/>
              <a:gd name="GluePoint48X" fmla="*/ 20165 w 61584"/>
              <a:gd name="GluePoint48Y" fmla="*/ 29779 h 59981"/>
              <a:gd name="GluePoint49X" fmla="*/ 23793 w 61584"/>
              <a:gd name="GluePoint49Y" fmla="*/ 27179 h 59981"/>
              <a:gd name="GluePoint50X" fmla="*/ 31291 w 61584"/>
              <a:gd name="GluePoint50Y" fmla="*/ 36491 h 59981"/>
              <a:gd name="GluePoint51X" fmla="*/ 28449 w 61584"/>
              <a:gd name="GluePoint51Y" fmla="*/ 38819 h 59981"/>
              <a:gd name="GluePoint52X" fmla="*/ 45772 w 61584"/>
              <a:gd name="GluePoint52Y" fmla="*/ 36219 h 59981"/>
              <a:gd name="GluePoint53X" fmla="*/ 45772 w 61584"/>
              <a:gd name="GluePoint53Y" fmla="*/ 0 h 59981"/>
              <a:gd name="GluePoint54X" fmla="*/ 43203 w 61584"/>
              <a:gd name="GluePoint54Y" fmla="*/ 31563 h 59981"/>
              <a:gd name="GluePoint55X" fmla="*/ 36219 w 61584"/>
              <a:gd name="GluePoint55Y" fmla="*/ 34919 h 59981"/>
              <a:gd name="GluePoint56X" fmla="*/ 29749 w 61584"/>
              <a:gd name="GluePoint56Y" fmla="*/ 23521 h 59981"/>
              <a:gd name="GluePoint57X" fmla="*/ 36733 w 61584"/>
              <a:gd name="GluePoint57Y" fmla="*/ 19379 h 59981"/>
              <a:gd name="GluePoint58X" fmla="*/ 43203 w 61584"/>
              <a:gd name="GluePoint58Y" fmla="*/ 31533 h 59981"/>
            </a:gdLst>
            <a:ahLst/>
            <a:cxnLst/>
            <a:rect l="textAreaLeft" t="textAreaTop" r="textAreaRight" b="textAreaBottom"/>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76" name="任意多边形: 形状 63"/>
          <p:cNvSpPr>
            <a:spLocks noGrp="1"/>
          </p:cNvSpPr>
          <p:nvPr/>
        </p:nvSpPr>
        <p:spPr>
          <a:xfrm>
            <a:off x="10646280" y="6555960"/>
            <a:ext cx="95040" cy="101880"/>
          </a:xfrm>
          <a:custGeom>
            <a:avLst/>
            <a:gdLst>
              <a:gd name="textAreaLeft" fmla="*/ 0 w 95040"/>
              <a:gd name="textAreaRight" fmla="*/ 95400 w 95040"/>
              <a:gd name="textAreaTop" fmla="*/ 0 h 101880"/>
              <a:gd name="textAreaBottom" fmla="*/ 102240 h 101880"/>
              <a:gd name="GluePoint1X" fmla="*/ 25637 w 57442"/>
              <a:gd name="GluePoint1Y" fmla="*/ 12154 h 61463"/>
              <a:gd name="GluePoint2X" fmla="*/ 22554 w 57442"/>
              <a:gd name="GluePoint2Y" fmla="*/ 1814 h 61463"/>
              <a:gd name="GluePoint3X" fmla="*/ 24458 w 57442"/>
              <a:gd name="GluePoint3Y" fmla="*/ 1512 h 61463"/>
              <a:gd name="GluePoint4X" fmla="*/ 32137 w 57442"/>
              <a:gd name="GluePoint4Y" fmla="*/ 514 h 61463"/>
              <a:gd name="GluePoint5X" fmla="*/ 32561 w 57442"/>
              <a:gd name="GluePoint5Y" fmla="*/ 2267 h 61463"/>
              <a:gd name="GluePoint6X" fmla="*/ 34193 w 57442"/>
              <a:gd name="GluePoint6Y" fmla="*/ 10854 h 61463"/>
              <a:gd name="GluePoint7X" fmla="*/ 25668 w 57442"/>
              <a:gd name="GluePoint7Y" fmla="*/ 12154 h 61463"/>
              <a:gd name="GluePoint8X" fmla="*/ 15812 w 57442"/>
              <a:gd name="GluePoint8Y" fmla="*/ 14481 h 61463"/>
              <a:gd name="GluePoint9X" fmla="*/ 34707 w 57442"/>
              <a:gd name="GluePoint9Y" fmla="*/ 14481 h 61463"/>
              <a:gd name="GluePoint10X" fmla="*/ 42991 w 57442"/>
              <a:gd name="GluePoint10Y" fmla="*/ 0 h 61463"/>
              <a:gd name="GluePoint11X" fmla="*/ 52817 w 57442"/>
              <a:gd name="GluePoint11Y" fmla="*/ 3870 h 61463"/>
              <a:gd name="GluePoint12X" fmla="*/ 51486 w 57442"/>
              <a:gd name="GluePoint12Y" fmla="*/ 5502 h 61463"/>
              <a:gd name="GluePoint13X" fmla="*/ 49975 w 57442"/>
              <a:gd name="GluePoint13Y" fmla="*/ 6984 h 61463"/>
              <a:gd name="GluePoint14X" fmla="*/ 47707 w 57442"/>
              <a:gd name="GluePoint14Y" fmla="*/ 9765 h 61463"/>
              <a:gd name="GluePoint15X" fmla="*/ 44019 w 57442"/>
              <a:gd name="GluePoint15Y" fmla="*/ 14209 h 61463"/>
              <a:gd name="GluePoint16X" fmla="*/ 56686 w 57442"/>
              <a:gd name="GluePoint16Y" fmla="*/ 14209 h 61463"/>
              <a:gd name="GluePoint17X" fmla="*/ 56686 w 57442"/>
              <a:gd name="GluePoint17Y" fmla="*/ 28177 h 61463"/>
              <a:gd name="GluePoint18X" fmla="*/ 47889 w 57442"/>
              <a:gd name="GluePoint18Y" fmla="*/ 28177 h 61463"/>
              <a:gd name="GluePoint19X" fmla="*/ 47889 w 57442"/>
              <a:gd name="GluePoint19Y" fmla="*/ 21465 h 61463"/>
              <a:gd name="GluePoint20X" fmla="*/ 8828 w 57442"/>
              <a:gd name="GluePoint20Y" fmla="*/ 21465 h 61463"/>
              <a:gd name="GluePoint21X" fmla="*/ 8828 w 57442"/>
              <a:gd name="GluePoint21Y" fmla="*/ 28177 h 61463"/>
              <a:gd name="GluePoint22X" fmla="*/ 544 w 57442"/>
              <a:gd name="GluePoint22Y" fmla="*/ 28177 h 61463"/>
              <a:gd name="GluePoint23X" fmla="*/ 544 w 57442"/>
              <a:gd name="GluePoint23Y" fmla="*/ 14451 h 61463"/>
              <a:gd name="GluePoint24X" fmla="*/ 13212 w 57442"/>
              <a:gd name="GluePoint24Y" fmla="*/ 14451 h 61463"/>
              <a:gd name="GluePoint25X" fmla="*/ 6500 w 57442"/>
              <a:gd name="GluePoint25Y" fmla="*/ 5926 h 61463"/>
              <a:gd name="GluePoint26X" fmla="*/ 15056 w 57442"/>
              <a:gd name="GluePoint26Y" fmla="*/ 1784 h 61463"/>
              <a:gd name="GluePoint27X" fmla="*/ 21526 w 57442"/>
              <a:gd name="GluePoint27Y" fmla="*/ 11095 h 61463"/>
              <a:gd name="GluePoint28X" fmla="*/ 17082 w 57442"/>
              <a:gd name="GluePoint28Y" fmla="*/ 13756 h 61463"/>
              <a:gd name="GluePoint29X" fmla="*/ 15812 w 57442"/>
              <a:gd name="GluePoint29Y" fmla="*/ 14481 h 61463"/>
              <a:gd name="GluePoint30X" fmla="*/ 31079 w 57442"/>
              <a:gd name="GluePoint30Y" fmla="*/ 32863 h 61463"/>
              <a:gd name="GluePoint31X" fmla="*/ 10642 w 57442"/>
              <a:gd name="GluePoint31Y" fmla="*/ 32863 h 61463"/>
              <a:gd name="GluePoint32X" fmla="*/ 10642 w 57442"/>
              <a:gd name="GluePoint32Y" fmla="*/ 25879 h 61463"/>
              <a:gd name="GluePoint33X" fmla="*/ 46075 w 57442"/>
              <a:gd name="GluePoint33Y" fmla="*/ 25879 h 61463"/>
              <a:gd name="GluePoint34X" fmla="*/ 34435 w 57442"/>
              <a:gd name="GluePoint34Y" fmla="*/ 38547 h 61463"/>
              <a:gd name="GluePoint35X" fmla="*/ 34435 w 57442"/>
              <a:gd name="GluePoint35Y" fmla="*/ 39061 h 61463"/>
              <a:gd name="GluePoint36X" fmla="*/ 57442 w 57442"/>
              <a:gd name="GluePoint36Y" fmla="*/ 39061 h 61463"/>
              <a:gd name="GluePoint37X" fmla="*/ 57442 w 57442"/>
              <a:gd name="GluePoint37Y" fmla="*/ 46286 h 61463"/>
              <a:gd name="GluePoint38X" fmla="*/ 34163 w 57442"/>
              <a:gd name="GluePoint38Y" fmla="*/ 46286 h 61463"/>
              <a:gd name="GluePoint39X" fmla="*/ 34163 w 57442"/>
              <a:gd name="GluePoint39Y" fmla="*/ 54751 h 61463"/>
              <a:gd name="GluePoint40X" fmla="*/ 31896 w 57442"/>
              <a:gd name="GluePoint40Y" fmla="*/ 60072 h 61463"/>
              <a:gd name="GluePoint41X" fmla="*/ 20195 w 57442"/>
              <a:gd name="GluePoint41Y" fmla="*/ 61463 h 61463"/>
              <a:gd name="GluePoint42X" fmla="*/ 17595 w 57442"/>
              <a:gd name="GluePoint42Y" fmla="*/ 52998 h 61463"/>
              <a:gd name="GluePoint43X" fmla="*/ 18744 w 57442"/>
              <a:gd name="GluePoint43Y" fmla="*/ 52847 h 61463"/>
              <a:gd name="GluePoint44X" fmla="*/ 25335 w 57442"/>
              <a:gd name="GluePoint44Y" fmla="*/ 50156 h 61463"/>
              <a:gd name="GluePoint45X" fmla="*/ 25335 w 57442"/>
              <a:gd name="GluePoint45Y" fmla="*/ 46286 h 61463"/>
              <a:gd name="GluePoint46X" fmla="*/ 0 w 57442"/>
              <a:gd name="GluePoint46Y" fmla="*/ 46286 h 61463"/>
              <a:gd name="GluePoint47X" fmla="*/ 0 w 57442"/>
              <a:gd name="GluePoint47Y" fmla="*/ 39061 h 61463"/>
              <a:gd name="GluePoint48X" fmla="*/ 25335 w 57442"/>
              <a:gd name="GluePoint48Y" fmla="*/ 39061 h 61463"/>
              <a:gd name="GluePoint49X" fmla="*/ 25335 w 57442"/>
              <a:gd name="GluePoint49Y" fmla="*/ 36975 h 61463"/>
              <a:gd name="GluePoint50X" fmla="*/ 26484 w 57442"/>
              <a:gd name="GluePoint50Y" fmla="*/ 35342 h 61463"/>
              <a:gd name="GluePoint51X" fmla="*/ 31049 w 57442"/>
              <a:gd name="GluePoint51Y" fmla="*/ 32863 h 61463"/>
            </a:gdLst>
            <a:ahLst/>
            <a:cxnLst/>
            <a:rect l="textAreaLeft" t="textAreaTop" r="textAreaRight" b="textAreaBottom"/>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77" name="任意多边形: 形状 64"/>
          <p:cNvSpPr>
            <a:spLocks noGrp="1"/>
          </p:cNvSpPr>
          <p:nvPr/>
        </p:nvSpPr>
        <p:spPr>
          <a:xfrm>
            <a:off x="10792800" y="6556320"/>
            <a:ext cx="97920" cy="100080"/>
          </a:xfrm>
          <a:custGeom>
            <a:avLst/>
            <a:gdLst>
              <a:gd name="textAreaLeft" fmla="*/ 0 w 97920"/>
              <a:gd name="textAreaRight" fmla="*/ 98280 w 97920"/>
              <a:gd name="textAreaTop" fmla="*/ 0 h 100080"/>
              <a:gd name="textAreaBottom" fmla="*/ 100440 h 100080"/>
              <a:gd name="GluePoint1X" fmla="*/ 7770 w 58984"/>
              <a:gd name="GluePoint1Y" fmla="*/ 25093 h 60465"/>
              <a:gd name="GluePoint2X" fmla="*/ 12668 w 58984"/>
              <a:gd name="GluePoint2Y" fmla="*/ 34919 h 60465"/>
              <a:gd name="GluePoint3X" fmla="*/ 7498 w 58984"/>
              <a:gd name="GluePoint3Y" fmla="*/ 40089 h 60465"/>
              <a:gd name="GluePoint4X" fmla="*/ 7498 w 58984"/>
              <a:gd name="GluePoint4Y" fmla="*/ 9584 h 60465"/>
              <a:gd name="GluePoint5X" fmla="*/ 11367 w 58984"/>
              <a:gd name="GluePoint5Y" fmla="*/ 9584 h 60465"/>
              <a:gd name="GluePoint6X" fmla="*/ 7740 w 58984"/>
              <a:gd name="GluePoint6Y" fmla="*/ 25093 h 60465"/>
              <a:gd name="GluePoint7X" fmla="*/ 20195 w 58984"/>
              <a:gd name="GluePoint7Y" fmla="*/ 20195 h 60465"/>
              <a:gd name="GluePoint8X" fmla="*/ 24065 w 58984"/>
              <a:gd name="GluePoint8Y" fmla="*/ 20195 h 60465"/>
              <a:gd name="GluePoint9X" fmla="*/ 24065 w 58984"/>
              <a:gd name="GluePoint9Y" fmla="*/ 25365 h 60465"/>
              <a:gd name="GluePoint10X" fmla="*/ 51728 w 58984"/>
              <a:gd name="GluePoint10Y" fmla="*/ 25365 h 60465"/>
              <a:gd name="GluePoint11X" fmla="*/ 51728 w 58984"/>
              <a:gd name="GluePoint11Y" fmla="*/ 20195 h 60465"/>
              <a:gd name="GluePoint12X" fmla="*/ 55870 w 58984"/>
              <a:gd name="GluePoint12Y" fmla="*/ 20195 h 60465"/>
              <a:gd name="GluePoint13X" fmla="*/ 55870 w 58984"/>
              <a:gd name="GluePoint13Y" fmla="*/ 7256 h 60465"/>
              <a:gd name="GluePoint14X" fmla="*/ 42689 w 58984"/>
              <a:gd name="GluePoint14Y" fmla="*/ 7256 h 60465"/>
              <a:gd name="GluePoint15X" fmla="*/ 40633 w 58984"/>
              <a:gd name="GluePoint15Y" fmla="*/ 0 h 60465"/>
              <a:gd name="GluePoint16X" fmla="*/ 32107 w 58984"/>
              <a:gd name="GluePoint16Y" fmla="*/ 786 h 60465"/>
              <a:gd name="GluePoint17X" fmla="*/ 32682 w 58984"/>
              <a:gd name="GluePoint17Y" fmla="*/ 2540 h 60465"/>
              <a:gd name="GluePoint18X" fmla="*/ 34405 w 58984"/>
              <a:gd name="GluePoint18Y" fmla="*/ 7256 h 60465"/>
              <a:gd name="GluePoint19X" fmla="*/ 20195 w 58984"/>
              <a:gd name="GluePoint19Y" fmla="*/ 7256 h 60465"/>
              <a:gd name="GluePoint20X" fmla="*/ 20195 w 58984"/>
              <a:gd name="GluePoint20Y" fmla="*/ 20195 h 60465"/>
              <a:gd name="GluePoint21X" fmla="*/ 0 w 58984"/>
              <a:gd name="GluePoint21Y" fmla="*/ 60465 h 60465"/>
              <a:gd name="GluePoint22X" fmla="*/ 7498 w 58984"/>
              <a:gd name="GluePoint22Y" fmla="*/ 60465 h 60465"/>
              <a:gd name="GluePoint23X" fmla="*/ 7498 w 58984"/>
              <a:gd name="GluePoint23Y" fmla="*/ 41903 h 60465"/>
              <a:gd name="GluePoint24X" fmla="*/ 9312 w 58984"/>
              <a:gd name="GluePoint24Y" fmla="*/ 47586 h 60465"/>
              <a:gd name="GluePoint25X" fmla="*/ 19409 w 58984"/>
              <a:gd name="GluePoint25Y" fmla="*/ 36975 h 60465"/>
              <a:gd name="GluePoint26X" fmla="*/ 28207 w 58984"/>
              <a:gd name="GluePoint26Y" fmla="*/ 36975 h 60465"/>
              <a:gd name="GluePoint27X" fmla="*/ 12940 w 58984"/>
              <a:gd name="GluePoint27Y" fmla="*/ 53965 h 60465"/>
              <a:gd name="GluePoint28X" fmla="*/ 18351 w 58984"/>
              <a:gd name="GluePoint28Y" fmla="*/ 60435 h 60465"/>
              <a:gd name="GluePoint29X" fmla="*/ 32228 w 58984"/>
              <a:gd name="GluePoint29Y" fmla="*/ 51124 h 60465"/>
              <a:gd name="GluePoint30X" fmla="*/ 35433 w 58984"/>
              <a:gd name="GluePoint30Y" fmla="*/ 36975 h 60465"/>
              <a:gd name="GluePoint31X" fmla="*/ 37761 w 58984"/>
              <a:gd name="GluePoint31Y" fmla="*/ 36975 h 60465"/>
              <a:gd name="GluePoint32X" fmla="*/ 37761 w 58984"/>
              <a:gd name="GluePoint32Y" fmla="*/ 55265 h 60465"/>
              <a:gd name="GluePoint33X" fmla="*/ 42930 w 58984"/>
              <a:gd name="GluePoint33Y" fmla="*/ 59407 h 60465"/>
              <a:gd name="GluePoint34X" fmla="*/ 50942 w 58984"/>
              <a:gd name="GluePoint34Y" fmla="*/ 59407 h 60465"/>
              <a:gd name="GluePoint35X" fmla="*/ 56868 w 58984"/>
              <a:gd name="GluePoint35Y" fmla="*/ 57261 h 60465"/>
              <a:gd name="GluePoint36X" fmla="*/ 58984 w 58984"/>
              <a:gd name="GluePoint36Y" fmla="*/ 48856 h 60465"/>
              <a:gd name="GluePoint37X" fmla="*/ 51728 w 58984"/>
              <a:gd name="GluePoint37Y" fmla="*/ 46014 h 60465"/>
              <a:gd name="GluePoint38X" fmla="*/ 49400 w 58984"/>
              <a:gd name="GluePoint38Y" fmla="*/ 52484 h 60465"/>
              <a:gd name="GluePoint39X" fmla="*/ 46830 w 58984"/>
              <a:gd name="GluePoint39Y" fmla="*/ 52484 h 60465"/>
              <a:gd name="GluePoint40X" fmla="*/ 45531 w 58984"/>
              <a:gd name="GluePoint40Y" fmla="*/ 50670 h 60465"/>
              <a:gd name="GluePoint41X" fmla="*/ 45531 w 58984"/>
              <a:gd name="GluePoint41Y" fmla="*/ 36975 h 60465"/>
              <a:gd name="GluePoint42X" fmla="*/ 56928 w 58984"/>
              <a:gd name="GluePoint42Y" fmla="*/ 36975 h 60465"/>
              <a:gd name="GluePoint43X" fmla="*/ 56928 w 58984"/>
              <a:gd name="GluePoint43Y" fmla="*/ 29991 h 60465"/>
              <a:gd name="GluePoint44X" fmla="*/ 19440 w 58984"/>
              <a:gd name="GluePoint44Y" fmla="*/ 29991 h 60465"/>
              <a:gd name="GluePoint45X" fmla="*/ 19440 w 58984"/>
              <a:gd name="GluePoint45Y" fmla="*/ 35161 h 60465"/>
              <a:gd name="GluePoint46X" fmla="*/ 15298 w 58984"/>
              <a:gd name="GluePoint46Y" fmla="*/ 23763 h 60465"/>
              <a:gd name="GluePoint47X" fmla="*/ 16507 w 58984"/>
              <a:gd name="GluePoint47Y" fmla="*/ 17323 h 60465"/>
              <a:gd name="GluePoint48X" fmla="*/ 19168 w 58984"/>
              <a:gd name="GluePoint48Y" fmla="*/ 3054 h 60465"/>
              <a:gd name="GluePoint49X" fmla="*/ 30 w 58984"/>
              <a:gd name="GluePoint49Y" fmla="*/ 3054 h 60465"/>
              <a:gd name="GluePoint50X" fmla="*/ 30 w 58984"/>
              <a:gd name="GluePoint50Y" fmla="*/ 60405 h 60465"/>
              <a:gd name="GluePoint51X" fmla="*/ 27935 w 58984"/>
              <a:gd name="GluePoint51Y" fmla="*/ 18895 h 60465"/>
              <a:gd name="GluePoint52X" fmla="*/ 27935 w 58984"/>
              <a:gd name="GluePoint52Y" fmla="*/ 13726 h 60465"/>
              <a:gd name="GluePoint53X" fmla="*/ 47344 w 58984"/>
              <a:gd name="GluePoint53Y" fmla="*/ 13726 h 60465"/>
              <a:gd name="GluePoint54X" fmla="*/ 47344 w 58984"/>
              <a:gd name="GluePoint54Y" fmla="*/ 18895 h 60465"/>
              <a:gd name="GluePoint55X" fmla="*/ 27935 w 58984"/>
              <a:gd name="GluePoint55Y" fmla="*/ 18895 h 60465"/>
            </a:gdLst>
            <a:ahLst/>
            <a:cxnLst/>
            <a:rect l="textAreaLeft" t="textAreaTop" r="textAreaRight" b="textAreaBottom"/>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78" name="任意多边形: 形状 65"/>
          <p:cNvSpPr>
            <a:spLocks noGrp="1"/>
          </p:cNvSpPr>
          <p:nvPr/>
        </p:nvSpPr>
        <p:spPr>
          <a:xfrm>
            <a:off x="10939320" y="6556320"/>
            <a:ext cx="100440" cy="101520"/>
          </a:xfrm>
          <a:custGeom>
            <a:avLst/>
            <a:gdLst>
              <a:gd name="textAreaLeft" fmla="*/ 0 w 100440"/>
              <a:gd name="textAreaRight" fmla="*/ 100800 w 100440"/>
              <a:gd name="textAreaTop" fmla="*/ 0 h 101520"/>
              <a:gd name="textAreaBottom" fmla="*/ 101880 h 101520"/>
              <a:gd name="GluePoint1X" fmla="*/ 242 w 60525"/>
              <a:gd name="GluePoint1Y" fmla="*/ 14754 h 61221"/>
              <a:gd name="GluePoint2X" fmla="*/ 242 w 60525"/>
              <a:gd name="GluePoint2Y" fmla="*/ 8284 h 61221"/>
              <a:gd name="GluePoint3X" fmla="*/ 8767 w 60525"/>
              <a:gd name="GluePoint3Y" fmla="*/ 8284 h 61221"/>
              <a:gd name="GluePoint4X" fmla="*/ 9040 w 60525"/>
              <a:gd name="GluePoint4Y" fmla="*/ 7407 h 61221"/>
              <a:gd name="GluePoint5X" fmla="*/ 11126 w 60525"/>
              <a:gd name="GluePoint5Y" fmla="*/ 0 h 61221"/>
              <a:gd name="GluePoint6X" fmla="*/ 19651 w 60525"/>
              <a:gd name="GluePoint6Y" fmla="*/ 2600 h 61221"/>
              <a:gd name="GluePoint7X" fmla="*/ 16809 w 60525"/>
              <a:gd name="GluePoint7Y" fmla="*/ 8284 h 61221"/>
              <a:gd name="GluePoint8X" fmla="*/ 28207 w 60525"/>
              <a:gd name="GluePoint8Y" fmla="*/ 8284 h 61221"/>
              <a:gd name="GluePoint9X" fmla="*/ 28207 w 60525"/>
              <a:gd name="GluePoint9Y" fmla="*/ 14754 h 61221"/>
              <a:gd name="GluePoint10X" fmla="*/ 14512 w 60525"/>
              <a:gd name="GluePoint10Y" fmla="*/ 14754 h 61221"/>
              <a:gd name="GluePoint11X" fmla="*/ 13061 w 60525"/>
              <a:gd name="GluePoint11Y" fmla="*/ 18382 h 61221"/>
              <a:gd name="GluePoint12X" fmla="*/ 9614 w 60525"/>
              <a:gd name="GluePoint12Y" fmla="*/ 27179 h 61221"/>
              <a:gd name="GluePoint13X" fmla="*/ 13756 w 60525"/>
              <a:gd name="GluePoint13Y" fmla="*/ 27179 h 61221"/>
              <a:gd name="GluePoint14X" fmla="*/ 13756 w 60525"/>
              <a:gd name="GluePoint14Y" fmla="*/ 17868 h 61221"/>
              <a:gd name="GluePoint15X" fmla="*/ 15298 w 60525"/>
              <a:gd name="GluePoint15Y" fmla="*/ 17868 h 61221"/>
              <a:gd name="GluePoint16X" fmla="*/ 19984 w 60525"/>
              <a:gd name="GluePoint16Y" fmla="*/ 18019 h 61221"/>
              <a:gd name="GluePoint17X" fmla="*/ 21495 w 60525"/>
              <a:gd name="GluePoint17Y" fmla="*/ 18623 h 61221"/>
              <a:gd name="GluePoint18X" fmla="*/ 21405 w 60525"/>
              <a:gd name="GluePoint18Y" fmla="*/ 19833 h 61221"/>
              <a:gd name="GluePoint19X" fmla="*/ 20981 w 60525"/>
              <a:gd name="GluePoint19Y" fmla="*/ 24065 h 61221"/>
              <a:gd name="GluePoint20X" fmla="*/ 20981 w 60525"/>
              <a:gd name="GluePoint20Y" fmla="*/ 27179 h 61221"/>
              <a:gd name="GluePoint21X" fmla="*/ 28479 w 60525"/>
              <a:gd name="GluePoint21Y" fmla="*/ 27179 h 61221"/>
              <a:gd name="GluePoint22X" fmla="*/ 28479 w 60525"/>
              <a:gd name="GluePoint22Y" fmla="*/ 33649 h 61221"/>
              <a:gd name="GluePoint23X" fmla="*/ 20981 w 60525"/>
              <a:gd name="GluePoint23Y" fmla="*/ 33649 h 61221"/>
              <a:gd name="GluePoint24X" fmla="*/ 20981 w 60525"/>
              <a:gd name="GluePoint24Y" fmla="*/ 39091 h 61221"/>
              <a:gd name="GluePoint25X" fmla="*/ 30535 w 60525"/>
              <a:gd name="GluePoint25Y" fmla="*/ 38063 h 61221"/>
              <a:gd name="GluePoint26X" fmla="*/ 30535 w 60525"/>
              <a:gd name="GluePoint26Y" fmla="*/ 44775 h 61221"/>
              <a:gd name="GluePoint27X" fmla="*/ 20981 w 60525"/>
              <a:gd name="GluePoint27Y" fmla="*/ 45803 h 61221"/>
              <a:gd name="GluePoint28X" fmla="*/ 20981 w 60525"/>
              <a:gd name="GluePoint28Y" fmla="*/ 59952 h 61221"/>
              <a:gd name="GluePoint29X" fmla="*/ 13726 w 60525"/>
              <a:gd name="GluePoint29Y" fmla="*/ 59952 h 61221"/>
              <a:gd name="GluePoint30X" fmla="*/ 13726 w 60525"/>
              <a:gd name="GluePoint30Y" fmla="*/ 47072 h 61221"/>
              <a:gd name="GluePoint31X" fmla="*/ 1814 w 60525"/>
              <a:gd name="GluePoint31Y" fmla="*/ 49672 h 61221"/>
              <a:gd name="GluePoint32X" fmla="*/ 0 w 60525"/>
              <a:gd name="GluePoint32Y" fmla="*/ 40875 h 61221"/>
              <a:gd name="GluePoint33X" fmla="*/ 13695 w 60525"/>
              <a:gd name="GluePoint33Y" fmla="*/ 39847 h 61221"/>
              <a:gd name="GluePoint34X" fmla="*/ 13695 w 60525"/>
              <a:gd name="GluePoint34Y" fmla="*/ 33921 h 61221"/>
              <a:gd name="GluePoint35X" fmla="*/ 13030 w 60525"/>
              <a:gd name="GluePoint35Y" fmla="*/ 33921 h 61221"/>
              <a:gd name="GluePoint36X" fmla="*/ 2600 w 60525"/>
              <a:gd name="GluePoint36Y" fmla="*/ 34919 h 61221"/>
              <a:gd name="GluePoint37X" fmla="*/ 514 w 60525"/>
              <a:gd name="GluePoint37Y" fmla="*/ 27421 h 61221"/>
              <a:gd name="GluePoint38X" fmla="*/ 1330 w 60525"/>
              <a:gd name="GluePoint38Y" fmla="*/ 26544 h 61221"/>
              <a:gd name="GluePoint39X" fmla="*/ 2086 w 60525"/>
              <a:gd name="GluePoint39Y" fmla="*/ 25879 h 61221"/>
              <a:gd name="GluePoint40X" fmla="*/ 5442 w 60525"/>
              <a:gd name="GluePoint40Y" fmla="*/ 18654 h 61221"/>
              <a:gd name="GluePoint41X" fmla="*/ 6742 w 60525"/>
              <a:gd name="GluePoint41Y" fmla="*/ 14754 h 61221"/>
              <a:gd name="GluePoint42X" fmla="*/ 272 w 60525"/>
              <a:gd name="GluePoint42Y" fmla="*/ 14754 h 61221"/>
              <a:gd name="GluePoint43X" fmla="*/ 37217 w 60525"/>
              <a:gd name="GluePoint43Y" fmla="*/ 28449 h 61221"/>
              <a:gd name="GluePoint44X" fmla="*/ 37217 w 60525"/>
              <a:gd name="GluePoint44Y" fmla="*/ 20437 h 61221"/>
              <a:gd name="GluePoint45X" fmla="*/ 41630 w 60525"/>
              <a:gd name="GluePoint45Y" fmla="*/ 20437 h 61221"/>
              <a:gd name="GluePoint46X" fmla="*/ 46286 w 60525"/>
              <a:gd name="GluePoint46Y" fmla="*/ 21737 h 61221"/>
              <a:gd name="GluePoint47X" fmla="*/ 46165 w 60525"/>
              <a:gd name="GluePoint47Y" fmla="*/ 22584 h 61221"/>
              <a:gd name="GluePoint48X" fmla="*/ 45772 w 60525"/>
              <a:gd name="GluePoint48Y" fmla="*/ 26907 h 61221"/>
              <a:gd name="GluePoint49X" fmla="*/ 45772 w 60525"/>
              <a:gd name="GluePoint49Y" fmla="*/ 28449 h 61221"/>
              <a:gd name="GluePoint50X" fmla="*/ 60526 w 60525"/>
              <a:gd name="GluePoint50Y" fmla="*/ 53300 h 61221"/>
              <a:gd name="GluePoint51X" fmla="*/ 53542 w 60525"/>
              <a:gd name="GluePoint51Y" fmla="*/ 60465 h 61221"/>
              <a:gd name="GluePoint52X" fmla="*/ 42417 w 60525"/>
              <a:gd name="GluePoint52Y" fmla="*/ 44744 h 61221"/>
              <a:gd name="GluePoint53X" fmla="*/ 29749 w 60525"/>
              <a:gd name="GluePoint53Y" fmla="*/ 61221 h 61221"/>
              <a:gd name="GluePoint54X" fmla="*/ 22765 w 60525"/>
              <a:gd name="GluePoint54Y" fmla="*/ 55538 h 61221"/>
              <a:gd name="GluePoint55X" fmla="*/ 37247 w 60525"/>
              <a:gd name="GluePoint55Y" fmla="*/ 28419 h 61221"/>
              <a:gd name="GluePoint56X" fmla="*/ 38758 w 60525"/>
              <a:gd name="GluePoint56Y" fmla="*/ 10884 h 61221"/>
              <a:gd name="GluePoint57X" fmla="*/ 59710 w 60525"/>
              <a:gd name="GluePoint57Y" fmla="*/ 10884 h 61221"/>
              <a:gd name="GluePoint58X" fmla="*/ 56596 w 60525"/>
              <a:gd name="GluePoint58Y" fmla="*/ 24851 h 61221"/>
              <a:gd name="GluePoint59X" fmla="*/ 48312 w 60525"/>
              <a:gd name="GluePoint59Y" fmla="*/ 24337 h 61221"/>
              <a:gd name="GluePoint60X" fmla="*/ 49854 w 60525"/>
              <a:gd name="GluePoint60Y" fmla="*/ 18140 h 61221"/>
              <a:gd name="GluePoint61X" fmla="*/ 36128 w 60525"/>
              <a:gd name="GluePoint61Y" fmla="*/ 18140 h 61221"/>
              <a:gd name="GluePoint62X" fmla="*/ 32258 w 60525"/>
              <a:gd name="GluePoint62Y" fmla="*/ 25879 h 61221"/>
              <a:gd name="GluePoint63X" fmla="*/ 24488 w 60525"/>
              <a:gd name="GluePoint63Y" fmla="*/ 23037 h 61221"/>
              <a:gd name="GluePoint64X" fmla="*/ 33286 w 60525"/>
              <a:gd name="GluePoint64Y" fmla="*/ 30 h 61221"/>
              <a:gd name="GluePoint65X" fmla="*/ 39877 w 60525"/>
              <a:gd name="GluePoint65Y" fmla="*/ 1905 h 61221"/>
              <a:gd name="GluePoint66X" fmla="*/ 43112 w 60525"/>
              <a:gd name="GluePoint66Y" fmla="*/ 2872 h 61221"/>
              <a:gd name="GluePoint67X" fmla="*/ 38698 w 60525"/>
              <a:gd name="GluePoint67Y" fmla="*/ 10884 h 61221"/>
            </a:gdLst>
            <a:ahLst/>
            <a:cxnLst/>
            <a:rect l="textAreaLeft" t="textAreaTop" r="textAreaRight" b="textAreaBottom"/>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79" name="任意多边形: 形状 66"/>
          <p:cNvSpPr>
            <a:spLocks noGrp="1"/>
          </p:cNvSpPr>
          <p:nvPr/>
        </p:nvSpPr>
        <p:spPr>
          <a:xfrm>
            <a:off x="11086200" y="6557040"/>
            <a:ext cx="101880" cy="100080"/>
          </a:xfrm>
          <a:custGeom>
            <a:avLst/>
            <a:gdLst>
              <a:gd name="textAreaLeft" fmla="*/ 0 w 101880"/>
              <a:gd name="textAreaRight" fmla="*/ 102240 w 101880"/>
              <a:gd name="textAreaTop" fmla="*/ 0 h 100080"/>
              <a:gd name="textAreaBottom" fmla="*/ 100440 h 100080"/>
              <a:gd name="GluePoint1X" fmla="*/ 17868 w 61553"/>
              <a:gd name="GluePoint1Y" fmla="*/ 16007 h 60479"/>
              <a:gd name="GluePoint2X" fmla="*/ 17868 w 61553"/>
              <a:gd name="GluePoint2Y" fmla="*/ 59663 h 60479"/>
              <a:gd name="GluePoint3X" fmla="*/ 9856 w 61553"/>
              <a:gd name="GluePoint3Y" fmla="*/ 59663 h 60479"/>
              <a:gd name="GluePoint4X" fmla="*/ 9856 w 61553"/>
              <a:gd name="GluePoint4Y" fmla="*/ 30761 h 60479"/>
              <a:gd name="GluePoint5X" fmla="*/ 5714 w 61553"/>
              <a:gd name="GluePoint5Y" fmla="*/ 36202 h 60479"/>
              <a:gd name="GluePoint6X" fmla="*/ 5654 w 61553"/>
              <a:gd name="GluePoint6Y" fmla="*/ 36323 h 60479"/>
              <a:gd name="GluePoint7X" fmla="*/ 5442 w 61553"/>
              <a:gd name="GluePoint7Y" fmla="*/ 36202 h 60479"/>
              <a:gd name="GluePoint8X" fmla="*/ 0 w 61553"/>
              <a:gd name="GluePoint8Y" fmla="*/ 31305 h 60479"/>
              <a:gd name="GluePoint9X" fmla="*/ 0 w 61553"/>
              <a:gd name="GluePoint9Y" fmla="*/ 31063 h 60479"/>
              <a:gd name="GluePoint10X" fmla="*/ 12668 w 61553"/>
              <a:gd name="GluePoint10Y" fmla="*/ 14 h 60479"/>
              <a:gd name="GluePoint11X" fmla="*/ 21465 w 61553"/>
              <a:gd name="GluePoint11Y" fmla="*/ 2100 h 60479"/>
              <a:gd name="GluePoint12X" fmla="*/ 22251 w 61553"/>
              <a:gd name="GluePoint12Y" fmla="*/ 3400 h 60479"/>
              <a:gd name="GluePoint13X" fmla="*/ 21647 w 61553"/>
              <a:gd name="GluePoint13Y" fmla="*/ 5123 h 60479"/>
              <a:gd name="GluePoint14X" fmla="*/ 17868 w 61553"/>
              <a:gd name="GluePoint14Y" fmla="*/ 16098 h 60479"/>
              <a:gd name="GluePoint15X" fmla="*/ 32077 w 61553"/>
              <a:gd name="GluePoint15Y" fmla="*/ 13437 h 60479"/>
              <a:gd name="GluePoint16X" fmla="*/ 37247 w 61553"/>
              <a:gd name="GluePoint16Y" fmla="*/ 13437 h 60479"/>
              <a:gd name="GluePoint17X" fmla="*/ 37247 w 61553"/>
              <a:gd name="GluePoint17Y" fmla="*/ 226 h 60479"/>
              <a:gd name="GluePoint18X" fmla="*/ 40089 w 61553"/>
              <a:gd name="GluePoint18Y" fmla="*/ 226 h 60479"/>
              <a:gd name="GluePoint19X" fmla="*/ 44956 w 61553"/>
              <a:gd name="GluePoint19Y" fmla="*/ 407 h 60479"/>
              <a:gd name="GluePoint20X" fmla="*/ 46317 w 61553"/>
              <a:gd name="GluePoint20Y" fmla="*/ 1253 h 60479"/>
              <a:gd name="GluePoint21X" fmla="*/ 46135 w 61553"/>
              <a:gd name="GluePoint21Y" fmla="*/ 2977 h 60479"/>
              <a:gd name="GluePoint22X" fmla="*/ 45531 w 61553"/>
              <a:gd name="GluePoint22Y" fmla="*/ 5667 h 60479"/>
              <a:gd name="GluePoint23X" fmla="*/ 45531 w 61553"/>
              <a:gd name="GluePoint23Y" fmla="*/ 13437 h 60479"/>
              <a:gd name="GluePoint24X" fmla="*/ 58198 w 61553"/>
              <a:gd name="GluePoint24Y" fmla="*/ 13437 h 60479"/>
              <a:gd name="GluePoint25X" fmla="*/ 58198 w 61553"/>
              <a:gd name="GluePoint25Y" fmla="*/ 20421 h 60479"/>
              <a:gd name="GluePoint26X" fmla="*/ 45531 w 61553"/>
              <a:gd name="GluePoint26Y" fmla="*/ 20421 h 60479"/>
              <a:gd name="GluePoint27X" fmla="*/ 45531 w 61553"/>
              <a:gd name="GluePoint27Y" fmla="*/ 31819 h 60479"/>
              <a:gd name="GluePoint28X" fmla="*/ 61554 w 61553"/>
              <a:gd name="GluePoint28Y" fmla="*/ 31819 h 60479"/>
              <a:gd name="GluePoint29X" fmla="*/ 61554 w 61553"/>
              <a:gd name="GluePoint29Y" fmla="*/ 39075 h 60479"/>
              <a:gd name="GluePoint30X" fmla="*/ 45531 w 61553"/>
              <a:gd name="GluePoint30Y" fmla="*/ 39075 h 60479"/>
              <a:gd name="GluePoint31X" fmla="*/ 45531 w 61553"/>
              <a:gd name="GluePoint31Y" fmla="*/ 60479 h 60479"/>
              <a:gd name="GluePoint32X" fmla="*/ 37519 w 61553"/>
              <a:gd name="GluePoint32Y" fmla="*/ 60479 h 60479"/>
              <a:gd name="GluePoint33X" fmla="*/ 37519 w 61553"/>
              <a:gd name="GluePoint33Y" fmla="*/ 39075 h 60479"/>
              <a:gd name="GluePoint34X" fmla="*/ 19923 w 61553"/>
              <a:gd name="GluePoint34Y" fmla="*/ 39075 h 60479"/>
              <a:gd name="GluePoint35X" fmla="*/ 19923 w 61553"/>
              <a:gd name="GluePoint35Y" fmla="*/ 31819 h 60479"/>
              <a:gd name="GluePoint36X" fmla="*/ 37519 w 61553"/>
              <a:gd name="GluePoint36Y" fmla="*/ 31819 h 60479"/>
              <a:gd name="GluePoint37X" fmla="*/ 37519 w 61553"/>
              <a:gd name="GluePoint37Y" fmla="*/ 20421 h 60479"/>
              <a:gd name="GluePoint38X" fmla="*/ 30293 w 61553"/>
              <a:gd name="GluePoint38Y" fmla="*/ 20421 h 60479"/>
              <a:gd name="GluePoint39X" fmla="*/ 26423 w 61553"/>
              <a:gd name="GluePoint39Y" fmla="*/ 29733 h 60479"/>
              <a:gd name="GluePoint40X" fmla="*/ 19682 w 61553"/>
              <a:gd name="GluePoint40Y" fmla="*/ 27163 h 60479"/>
              <a:gd name="GluePoint41X" fmla="*/ 25879 w 61553"/>
              <a:gd name="GluePoint41Y" fmla="*/ 5426 h 60479"/>
              <a:gd name="GluePoint42X" fmla="*/ 33105 w 61553"/>
              <a:gd name="GluePoint42Y" fmla="*/ 6967 h 60479"/>
              <a:gd name="GluePoint43X" fmla="*/ 33861 w 61553"/>
              <a:gd name="GluePoint43Y" fmla="*/ 7270 h 60479"/>
              <a:gd name="GluePoint44X" fmla="*/ 33649 w 61553"/>
              <a:gd name="GluePoint44Y" fmla="*/ 8267 h 60479"/>
              <a:gd name="GluePoint45X" fmla="*/ 32954 w 61553"/>
              <a:gd name="GluePoint45Y" fmla="*/ 10565 h 60479"/>
              <a:gd name="GluePoint46X" fmla="*/ 32077 w 61553"/>
              <a:gd name="GluePoint46Y" fmla="*/ 13437 h 60479"/>
            </a:gdLst>
            <a:ahLst/>
            <a:cxnLst/>
            <a:rect l="textAreaLeft" t="textAreaTop" r="textAreaRight" b="textAreaBottom"/>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80" name="任意多边形: 形状 67"/>
          <p:cNvSpPr>
            <a:spLocks noGrp="1"/>
          </p:cNvSpPr>
          <p:nvPr/>
        </p:nvSpPr>
        <p:spPr>
          <a:xfrm>
            <a:off x="11233800" y="6560640"/>
            <a:ext cx="102960" cy="96480"/>
          </a:xfrm>
          <a:custGeom>
            <a:avLst/>
            <a:gdLst>
              <a:gd name="textAreaLeft" fmla="*/ 0 w 102960"/>
              <a:gd name="textAreaRight" fmla="*/ 103320 w 102960"/>
              <a:gd name="textAreaTop" fmla="*/ 0 h 96480"/>
              <a:gd name="textAreaBottom" fmla="*/ 96840 h 96480"/>
              <a:gd name="GluePoint1X" fmla="*/ 41389 w 62067"/>
              <a:gd name="GluePoint1Y" fmla="*/ 23037 h 58137"/>
              <a:gd name="GluePoint2X" fmla="*/ 41389 w 62067"/>
              <a:gd name="GluePoint2Y" fmla="*/ 6742 h 58137"/>
              <a:gd name="GluePoint3X" fmla="*/ 46558 w 62067"/>
              <a:gd name="GluePoint3Y" fmla="*/ 6742 h 58137"/>
              <a:gd name="GluePoint4X" fmla="*/ 46558 w 62067"/>
              <a:gd name="GluePoint4Y" fmla="*/ 23037 h 58137"/>
              <a:gd name="GluePoint5X" fmla="*/ 41389 w 62067"/>
              <a:gd name="GluePoint5Y" fmla="*/ 23037 h 58137"/>
              <a:gd name="GluePoint6X" fmla="*/ 1300 w 62067"/>
              <a:gd name="GluePoint6Y" fmla="*/ 8526 h 58137"/>
              <a:gd name="GluePoint7X" fmla="*/ 9312 w 62067"/>
              <a:gd name="GluePoint7Y" fmla="*/ 8526 h 58137"/>
              <a:gd name="GluePoint8X" fmla="*/ 0 w 62067"/>
              <a:gd name="GluePoint8Y" fmla="*/ 30505 h 58137"/>
              <a:gd name="GluePoint9X" fmla="*/ 2419 w 62067"/>
              <a:gd name="GluePoint9Y" fmla="*/ 34133 h 58137"/>
              <a:gd name="GluePoint10X" fmla="*/ 4656 w 62067"/>
              <a:gd name="GluePoint10Y" fmla="*/ 37489 h 58137"/>
              <a:gd name="GluePoint11X" fmla="*/ 6984 w 62067"/>
              <a:gd name="GluePoint11Y" fmla="*/ 34889 h 58137"/>
              <a:gd name="GluePoint12X" fmla="*/ 6984 w 62067"/>
              <a:gd name="GluePoint12Y" fmla="*/ 51396 h 58137"/>
              <a:gd name="GluePoint13X" fmla="*/ 14240 w 62067"/>
              <a:gd name="GluePoint13Y" fmla="*/ 51396 h 58137"/>
              <a:gd name="GluePoint14X" fmla="*/ 14240 w 62067"/>
              <a:gd name="GluePoint14Y" fmla="*/ 45500 h 58137"/>
              <a:gd name="GluePoint15X" fmla="*/ 19137 w 62067"/>
              <a:gd name="GluePoint15Y" fmla="*/ 45500 h 58137"/>
              <a:gd name="GluePoint16X" fmla="*/ 19137 w 62067"/>
              <a:gd name="GluePoint16Y" fmla="*/ 47586 h 58137"/>
              <a:gd name="GluePoint17X" fmla="*/ 26877 w 62067"/>
              <a:gd name="GluePoint17Y" fmla="*/ 47586 h 58137"/>
              <a:gd name="GluePoint18X" fmla="*/ 26877 w 62067"/>
              <a:gd name="GluePoint18Y" fmla="*/ 29991 h 58137"/>
              <a:gd name="GluePoint19X" fmla="*/ 33347 w 62067"/>
              <a:gd name="GluePoint19Y" fmla="*/ 29991 h 58137"/>
              <a:gd name="GluePoint20X" fmla="*/ 33347 w 62067"/>
              <a:gd name="GluePoint20Y" fmla="*/ 31533 h 58137"/>
              <a:gd name="GluePoint21X" fmla="*/ 22221 w 62067"/>
              <a:gd name="GluePoint21Y" fmla="*/ 52696 h 58137"/>
              <a:gd name="GluePoint22X" fmla="*/ 29961 w 62067"/>
              <a:gd name="GluePoint22Y" fmla="*/ 58138 h 58137"/>
              <a:gd name="GluePoint23X" fmla="*/ 41086 w 62067"/>
              <a:gd name="GluePoint23Y" fmla="*/ 31049 h 58137"/>
              <a:gd name="GluePoint24X" fmla="*/ 41086 w 62067"/>
              <a:gd name="GluePoint24Y" fmla="*/ 30021 h 58137"/>
              <a:gd name="GluePoint25X" fmla="*/ 46528 w 62067"/>
              <a:gd name="GluePoint25Y" fmla="*/ 30021 h 58137"/>
              <a:gd name="GluePoint26X" fmla="*/ 46528 w 62067"/>
              <a:gd name="GluePoint26Y" fmla="*/ 57896 h 58137"/>
              <a:gd name="GluePoint27X" fmla="*/ 54812 w 62067"/>
              <a:gd name="GluePoint27Y" fmla="*/ 57896 h 58137"/>
              <a:gd name="GluePoint28X" fmla="*/ 54812 w 62067"/>
              <a:gd name="GluePoint28Y" fmla="*/ 30021 h 58137"/>
              <a:gd name="GluePoint29X" fmla="*/ 62068 w 62067"/>
              <a:gd name="GluePoint29Y" fmla="*/ 30021 h 58137"/>
              <a:gd name="GluePoint30X" fmla="*/ 62068 w 62067"/>
              <a:gd name="GluePoint30Y" fmla="*/ 22765 h 58137"/>
              <a:gd name="GluePoint31X" fmla="*/ 54812 w 62067"/>
              <a:gd name="GluePoint31Y" fmla="*/ 22765 h 58137"/>
              <a:gd name="GluePoint32X" fmla="*/ 54812 w 62067"/>
              <a:gd name="GluePoint32Y" fmla="*/ 6984 h 58137"/>
              <a:gd name="GluePoint33X" fmla="*/ 59740 w 62067"/>
              <a:gd name="GluePoint33Y" fmla="*/ 6984 h 58137"/>
              <a:gd name="GluePoint34X" fmla="*/ 59740 w 62067"/>
              <a:gd name="GluePoint34Y" fmla="*/ 0 h 58137"/>
              <a:gd name="GluePoint35X" fmla="*/ 27663 w 62067"/>
              <a:gd name="GluePoint35Y" fmla="*/ 0 h 58137"/>
              <a:gd name="GluePoint36X" fmla="*/ 27663 w 62067"/>
              <a:gd name="GluePoint36Y" fmla="*/ 1542 h 58137"/>
              <a:gd name="GluePoint37X" fmla="*/ 1270 w 62067"/>
              <a:gd name="GluePoint37Y" fmla="*/ 1542 h 58137"/>
              <a:gd name="GluePoint38X" fmla="*/ 1270 w 62067"/>
              <a:gd name="GluePoint38Y" fmla="*/ 8526 h 58137"/>
              <a:gd name="GluePoint39X" fmla="*/ 17081 w 62067"/>
              <a:gd name="GluePoint39Y" fmla="*/ 10914 h 58137"/>
              <a:gd name="GluePoint40X" fmla="*/ 17595 w 62067"/>
              <a:gd name="GluePoint40Y" fmla="*/ 8526 h 58137"/>
              <a:gd name="GluePoint41X" fmla="*/ 28207 w 62067"/>
              <a:gd name="GluePoint41Y" fmla="*/ 8526 h 58137"/>
              <a:gd name="GluePoint42X" fmla="*/ 28207 w 62067"/>
              <a:gd name="GluePoint42Y" fmla="*/ 6984 h 58137"/>
              <a:gd name="GluePoint43X" fmla="*/ 33377 w 62067"/>
              <a:gd name="GluePoint43Y" fmla="*/ 6984 h 58137"/>
              <a:gd name="GluePoint44X" fmla="*/ 33377 w 62067"/>
              <a:gd name="GluePoint44Y" fmla="*/ 23007 h 58137"/>
              <a:gd name="GluePoint45X" fmla="*/ 26907 w 62067"/>
              <a:gd name="GluePoint45Y" fmla="*/ 23007 h 58137"/>
              <a:gd name="GluePoint46X" fmla="*/ 26907 w 62067"/>
              <a:gd name="GluePoint46Y" fmla="*/ 18351 h 58137"/>
              <a:gd name="GluePoint47X" fmla="*/ 15026 w 62067"/>
              <a:gd name="GluePoint47Y" fmla="*/ 18351 h 58137"/>
              <a:gd name="GluePoint48X" fmla="*/ 17081 w 62067"/>
              <a:gd name="GluePoint48Y" fmla="*/ 10914 h 58137"/>
              <a:gd name="GluePoint49X" fmla="*/ 19168 w 62067"/>
              <a:gd name="GluePoint49Y" fmla="*/ 25093 h 58137"/>
              <a:gd name="GluePoint50X" fmla="*/ 19168 w 62067"/>
              <a:gd name="GluePoint50Y" fmla="*/ 39333 h 58137"/>
              <a:gd name="GluePoint51X" fmla="*/ 14270 w 62067"/>
              <a:gd name="GluePoint51Y" fmla="*/ 39333 h 58137"/>
              <a:gd name="GluePoint52X" fmla="*/ 14270 w 62067"/>
              <a:gd name="GluePoint52Y" fmla="*/ 25093 h 58137"/>
              <a:gd name="GluePoint53X" fmla="*/ 19168 w 62067"/>
              <a:gd name="GluePoint53Y" fmla="*/ 25093 h 58137"/>
            </a:gdLst>
            <a:ahLst/>
            <a:cxnLst/>
            <a:rect l="textAreaLeft" t="textAreaTop" r="textAreaRight" b="textAreaBottom"/>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81" name="任意多边形: 形状 68"/>
          <p:cNvSpPr>
            <a:spLocks noGrp="1"/>
          </p:cNvSpPr>
          <p:nvPr/>
        </p:nvSpPr>
        <p:spPr>
          <a:xfrm>
            <a:off x="11384280" y="6557040"/>
            <a:ext cx="97560" cy="100440"/>
          </a:xfrm>
          <a:custGeom>
            <a:avLst/>
            <a:gdLst>
              <a:gd name="textAreaLeft" fmla="*/ 0 w 97560"/>
              <a:gd name="textAreaRight" fmla="*/ 97920 w 97560"/>
              <a:gd name="textAreaTop" fmla="*/ 0 h 100440"/>
              <a:gd name="textAreaBottom" fmla="*/ 100800 h 100440"/>
              <a:gd name="GluePoint1X" fmla="*/ 33347 w 58953"/>
              <a:gd name="GluePoint1Y" fmla="*/ 6845 h 60598"/>
              <a:gd name="GluePoint2X" fmla="*/ 55084 w 58953"/>
              <a:gd name="GluePoint2Y" fmla="*/ 6845 h 60598"/>
              <a:gd name="GluePoint3X" fmla="*/ 55084 w 58953"/>
              <a:gd name="GluePoint3Y" fmla="*/ 19271 h 60598"/>
              <a:gd name="GluePoint4X" fmla="*/ 46800 w 58953"/>
              <a:gd name="GluePoint4Y" fmla="*/ 19271 h 60598"/>
              <a:gd name="GluePoint5X" fmla="*/ 46800 w 58953"/>
              <a:gd name="GluePoint5Y" fmla="*/ 13829 h 60598"/>
              <a:gd name="GluePoint6X" fmla="*/ 10340 w 58953"/>
              <a:gd name="GluePoint6Y" fmla="*/ 13829 h 60598"/>
              <a:gd name="GluePoint7X" fmla="*/ 10340 w 58953"/>
              <a:gd name="GluePoint7Y" fmla="*/ 19785 h 60598"/>
              <a:gd name="GluePoint8X" fmla="*/ 2328 w 58953"/>
              <a:gd name="GluePoint8Y" fmla="*/ 19785 h 60598"/>
              <a:gd name="GluePoint9X" fmla="*/ 2328 w 58953"/>
              <a:gd name="GluePoint9Y" fmla="*/ 6845 h 60598"/>
              <a:gd name="GluePoint10X" fmla="*/ 24579 w 58953"/>
              <a:gd name="GluePoint10Y" fmla="*/ 6845 h 60598"/>
              <a:gd name="GluePoint11X" fmla="*/ 22765 w 58953"/>
              <a:gd name="GluePoint11Y" fmla="*/ 375 h 60598"/>
              <a:gd name="GluePoint12X" fmla="*/ 27814 w 58953"/>
              <a:gd name="GluePoint12Y" fmla="*/ 43 h 60598"/>
              <a:gd name="GluePoint13X" fmla="*/ 31472 w 58953"/>
              <a:gd name="GluePoint13Y" fmla="*/ 13 h 60598"/>
              <a:gd name="GluePoint14X" fmla="*/ 32863 w 58953"/>
              <a:gd name="GluePoint14Y" fmla="*/ 103 h 60598"/>
              <a:gd name="GluePoint15X" fmla="*/ 33044 w 58953"/>
              <a:gd name="GluePoint15Y" fmla="*/ 2220 h 60598"/>
              <a:gd name="GluePoint16X" fmla="*/ 33347 w 58953"/>
              <a:gd name="GluePoint16Y" fmla="*/ 6845 h 60598"/>
              <a:gd name="GluePoint17X" fmla="*/ 8284 w 58953"/>
              <a:gd name="GluePoint17Y" fmla="*/ 31666 h 60598"/>
              <a:gd name="GluePoint18X" fmla="*/ 2086 w 58953"/>
              <a:gd name="GluePoint18Y" fmla="*/ 26496 h 60598"/>
              <a:gd name="GluePoint19X" fmla="*/ 19168 w 58953"/>
              <a:gd name="GluePoint19Y" fmla="*/ 14343 h 60598"/>
              <a:gd name="GluePoint20X" fmla="*/ 26393 w 58953"/>
              <a:gd name="GluePoint20Y" fmla="*/ 18757 h 60598"/>
              <a:gd name="GluePoint21X" fmla="*/ 25879 w 58953"/>
              <a:gd name="GluePoint21Y" fmla="*/ 20208 h 60598"/>
              <a:gd name="GluePoint22X" fmla="*/ 25365 w 58953"/>
              <a:gd name="GluePoint22Y" fmla="*/ 20571 h 60598"/>
              <a:gd name="GluePoint23X" fmla="*/ 8284 w 58953"/>
              <a:gd name="GluePoint23Y" fmla="*/ 31696 h 60598"/>
              <a:gd name="GluePoint24X" fmla="*/ 54056 w 58953"/>
              <a:gd name="GluePoint24Y" fmla="*/ 26496 h 60598"/>
              <a:gd name="GluePoint25X" fmla="*/ 47858 w 58953"/>
              <a:gd name="GluePoint25Y" fmla="*/ 32694 h 60598"/>
              <a:gd name="GluePoint26X" fmla="*/ 32379 w 58953"/>
              <a:gd name="GluePoint26Y" fmla="*/ 21629 h 60598"/>
              <a:gd name="GluePoint27X" fmla="*/ 30263 w 58953"/>
              <a:gd name="GluePoint27Y" fmla="*/ 20268 h 60598"/>
              <a:gd name="GluePoint28X" fmla="*/ 36219 w 58953"/>
              <a:gd name="GluePoint28Y" fmla="*/ 15099 h 60598"/>
              <a:gd name="GluePoint29X" fmla="*/ 54056 w 58953"/>
              <a:gd name="GluePoint29Y" fmla="*/ 26466 h 60598"/>
              <a:gd name="GluePoint30X" fmla="*/ 29749 w 58953"/>
              <a:gd name="GluePoint30Y" fmla="*/ 31908 h 60598"/>
              <a:gd name="GluePoint31X" fmla="*/ 43444 w 58953"/>
              <a:gd name="GluePoint31Y" fmla="*/ 31908 h 60598"/>
              <a:gd name="GluePoint32X" fmla="*/ 43444 w 58953"/>
              <a:gd name="GluePoint32Y" fmla="*/ 49262 h 60598"/>
              <a:gd name="GluePoint33X" fmla="*/ 43717 w 58953"/>
              <a:gd name="GluePoint33Y" fmla="*/ 51166 h 60598"/>
              <a:gd name="GluePoint34X" fmla="*/ 44744 w 58953"/>
              <a:gd name="GluePoint34Y" fmla="*/ 51590 h 60598"/>
              <a:gd name="GluePoint35X" fmla="*/ 47344 w 58953"/>
              <a:gd name="GluePoint35Y" fmla="*/ 51590 h 60598"/>
              <a:gd name="GluePoint36X" fmla="*/ 49763 w 58953"/>
              <a:gd name="GluePoint36Y" fmla="*/ 50592 h 60598"/>
              <a:gd name="GluePoint37X" fmla="*/ 50428 w 58953"/>
              <a:gd name="GluePoint37Y" fmla="*/ 45120 h 60598"/>
              <a:gd name="GluePoint38X" fmla="*/ 58954 w 58953"/>
              <a:gd name="GluePoint38Y" fmla="*/ 47720 h 60598"/>
              <a:gd name="GluePoint39X" fmla="*/ 57170 w 58953"/>
              <a:gd name="GluePoint39Y" fmla="*/ 56971 h 60598"/>
              <a:gd name="GluePoint40X" fmla="*/ 51456 w 58953"/>
              <a:gd name="GluePoint40Y" fmla="*/ 59027 h 60598"/>
              <a:gd name="GluePoint41X" fmla="*/ 42144 w 58953"/>
              <a:gd name="GluePoint41Y" fmla="*/ 59027 h 60598"/>
              <a:gd name="GluePoint42X" fmla="*/ 36310 w 58953"/>
              <a:gd name="GluePoint42Y" fmla="*/ 58120 h 60598"/>
              <a:gd name="GluePoint43X" fmla="*/ 35372 w 58953"/>
              <a:gd name="GluePoint43Y" fmla="*/ 56820 h 60598"/>
              <a:gd name="GluePoint44X" fmla="*/ 35161 w 58953"/>
              <a:gd name="GluePoint44Y" fmla="*/ 54371 h 60598"/>
              <a:gd name="GluePoint45X" fmla="*/ 35161 w 58953"/>
              <a:gd name="GluePoint45Y" fmla="*/ 38922 h 60598"/>
              <a:gd name="GluePoint46X" fmla="*/ 28449 w 58953"/>
              <a:gd name="GluePoint46Y" fmla="*/ 38922 h 60598"/>
              <a:gd name="GluePoint47X" fmla="*/ 5412 w 58953"/>
              <a:gd name="GluePoint47Y" fmla="*/ 60599 h 60598"/>
              <a:gd name="GluePoint48X" fmla="*/ 0 w 58953"/>
              <a:gd name="GluePoint48Y" fmla="*/ 52890 h 60598"/>
              <a:gd name="GluePoint49X" fmla="*/ 19651 w 58953"/>
              <a:gd name="GluePoint49Y" fmla="*/ 39194 h 60598"/>
              <a:gd name="GluePoint50X" fmla="*/ 5170 w 58953"/>
              <a:gd name="GluePoint50Y" fmla="*/ 39194 h 60598"/>
              <a:gd name="GluePoint51X" fmla="*/ 5170 w 58953"/>
              <a:gd name="GluePoint51Y" fmla="*/ 32210 h 60598"/>
              <a:gd name="GluePoint52X" fmla="*/ 20951 w 58953"/>
              <a:gd name="GluePoint52Y" fmla="*/ 32210 h 60598"/>
              <a:gd name="GluePoint53X" fmla="*/ 21344 w 58953"/>
              <a:gd name="GluePoint53Y" fmla="*/ 28068 h 60598"/>
              <a:gd name="GluePoint54X" fmla="*/ 21737 w 58953"/>
              <a:gd name="GluePoint54Y" fmla="*/ 23927 h 60598"/>
              <a:gd name="GluePoint55X" fmla="*/ 31563 w 58953"/>
              <a:gd name="GluePoint55Y" fmla="*/ 24713 h 60598"/>
              <a:gd name="GluePoint56X" fmla="*/ 31140 w 58953"/>
              <a:gd name="GluePoint56Y" fmla="*/ 26375 h 60598"/>
              <a:gd name="GluePoint57X" fmla="*/ 29749 w 58953"/>
              <a:gd name="GluePoint57Y" fmla="*/ 31969 h 60598"/>
            </a:gdLst>
            <a:ahLst/>
            <a:cxnLst/>
            <a:rect l="textAreaLeft" t="textAreaTop" r="textAreaRight" b="textAreaBottom"/>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82" name="任意多边形: 形状 69"/>
          <p:cNvSpPr>
            <a:spLocks noGrp="1"/>
          </p:cNvSpPr>
          <p:nvPr/>
        </p:nvSpPr>
        <p:spPr>
          <a:xfrm>
            <a:off x="11530440" y="6557040"/>
            <a:ext cx="100800" cy="99720"/>
          </a:xfrm>
          <a:custGeom>
            <a:avLst/>
            <a:gdLst>
              <a:gd name="textAreaLeft" fmla="*/ 0 w 100800"/>
              <a:gd name="textAreaRight" fmla="*/ 101160 w 100800"/>
              <a:gd name="textAreaTop" fmla="*/ 0 h 99720"/>
              <a:gd name="textAreaBottom" fmla="*/ 100080 h 99720"/>
              <a:gd name="GluePoint1X" fmla="*/ 20165 w 60798"/>
              <a:gd name="GluePoint1Y" fmla="*/ 23793 h 60193"/>
              <a:gd name="GluePoint2X" fmla="*/ 20165 w 60798"/>
              <a:gd name="GluePoint2Y" fmla="*/ 33105 h 60193"/>
              <a:gd name="GluePoint3X" fmla="*/ 13181 w 60798"/>
              <a:gd name="GluePoint3Y" fmla="*/ 33105 h 60193"/>
              <a:gd name="GluePoint4X" fmla="*/ 13181 w 60798"/>
              <a:gd name="GluePoint4Y" fmla="*/ 23793 h 60193"/>
              <a:gd name="GluePoint5X" fmla="*/ 20165 w 60798"/>
              <a:gd name="GluePoint5Y" fmla="*/ 23793 h 60193"/>
              <a:gd name="GluePoint6X" fmla="*/ 30505 w 60798"/>
              <a:gd name="GluePoint6Y" fmla="*/ 8526 h 60193"/>
              <a:gd name="GluePoint7X" fmla="*/ 26756 w 60798"/>
              <a:gd name="GluePoint7Y" fmla="*/ 1935 h 60193"/>
              <a:gd name="GluePoint8X" fmla="*/ 25607 w 60798"/>
              <a:gd name="GluePoint8Y" fmla="*/ 0 h 60193"/>
              <a:gd name="GluePoint9X" fmla="*/ 5170 w 60798"/>
              <a:gd name="GluePoint9Y" fmla="*/ 4656 h 60193"/>
              <a:gd name="GluePoint10X" fmla="*/ 5170 w 60798"/>
              <a:gd name="GluePoint10Y" fmla="*/ 35433 h 60193"/>
              <a:gd name="GluePoint11X" fmla="*/ 4112 w 60798"/>
              <a:gd name="GluePoint11Y" fmla="*/ 45047 h 60193"/>
              <a:gd name="GluePoint12X" fmla="*/ 0 w 60798"/>
              <a:gd name="GluePoint12Y" fmla="*/ 55296 h 60193"/>
              <a:gd name="GluePoint13X" fmla="*/ 6470 w 60798"/>
              <a:gd name="GluePoint13Y" fmla="*/ 60193 h 60193"/>
              <a:gd name="GluePoint14X" fmla="*/ 12940 w 60798"/>
              <a:gd name="GluePoint14Y" fmla="*/ 39575 h 60193"/>
              <a:gd name="GluePoint15X" fmla="*/ 20195 w 60798"/>
              <a:gd name="GluePoint15Y" fmla="*/ 39575 h 60193"/>
              <a:gd name="GluePoint16X" fmla="*/ 20195 w 60798"/>
              <a:gd name="GluePoint16Y" fmla="*/ 41903 h 60193"/>
              <a:gd name="GluePoint17X" fmla="*/ 28479 w 60798"/>
              <a:gd name="GluePoint17Y" fmla="*/ 41903 h 60193"/>
              <a:gd name="GluePoint18X" fmla="*/ 28479 w 60798"/>
              <a:gd name="GluePoint18Y" fmla="*/ 16809 h 60193"/>
              <a:gd name="GluePoint19X" fmla="*/ 13212 w 60798"/>
              <a:gd name="GluePoint19Y" fmla="*/ 16809 h 60193"/>
              <a:gd name="GluePoint20X" fmla="*/ 13212 w 60798"/>
              <a:gd name="GluePoint20Y" fmla="*/ 10612 h 60193"/>
              <a:gd name="GluePoint21X" fmla="*/ 30535 w 60798"/>
              <a:gd name="GluePoint21Y" fmla="*/ 8526 h 60193"/>
              <a:gd name="GluePoint22X" fmla="*/ 52877 w 60798"/>
              <a:gd name="GluePoint22Y" fmla="*/ 9705 h 60193"/>
              <a:gd name="GluePoint23X" fmla="*/ 60254 w 60798"/>
              <a:gd name="GluePoint23Y" fmla="*/ 9312 h 60193"/>
              <a:gd name="GluePoint24X" fmla="*/ 55084 w 60798"/>
              <a:gd name="GluePoint24Y" fmla="*/ 514 h 60193"/>
              <a:gd name="GluePoint25X" fmla="*/ 32319 w 60798"/>
              <a:gd name="GluePoint25Y" fmla="*/ 4142 h 60193"/>
              <a:gd name="GluePoint26X" fmla="*/ 32319 w 60798"/>
              <a:gd name="GluePoint26Y" fmla="*/ 28963 h 60193"/>
              <a:gd name="GluePoint27X" fmla="*/ 29719 w 60798"/>
              <a:gd name="GluePoint27Y" fmla="*/ 43898 h 60193"/>
              <a:gd name="GluePoint28X" fmla="*/ 20437 w 60798"/>
              <a:gd name="GluePoint28Y" fmla="*/ 55296 h 60193"/>
              <a:gd name="GluePoint29X" fmla="*/ 28721 w 60798"/>
              <a:gd name="GluePoint29Y" fmla="*/ 59710 h 60193"/>
              <a:gd name="GluePoint30X" fmla="*/ 40361 w 60798"/>
              <a:gd name="GluePoint30Y" fmla="*/ 33135 h 60193"/>
              <a:gd name="GluePoint31X" fmla="*/ 40361 w 60798"/>
              <a:gd name="GluePoint31Y" fmla="*/ 26665 h 60193"/>
              <a:gd name="GluePoint32X" fmla="*/ 45803 w 60798"/>
              <a:gd name="GluePoint32Y" fmla="*/ 26665 h 60193"/>
              <a:gd name="GluePoint33X" fmla="*/ 45803 w 60798"/>
              <a:gd name="GluePoint33Y" fmla="*/ 59710 h 60193"/>
              <a:gd name="GluePoint34X" fmla="*/ 54328 w 60798"/>
              <a:gd name="GluePoint34Y" fmla="*/ 59710 h 60193"/>
              <a:gd name="GluePoint35X" fmla="*/ 54328 w 60798"/>
              <a:gd name="GluePoint35Y" fmla="*/ 26665 h 60193"/>
              <a:gd name="GluePoint36X" fmla="*/ 60798 w 60798"/>
              <a:gd name="GluePoint36Y" fmla="*/ 26665 h 60193"/>
              <a:gd name="GluePoint37X" fmla="*/ 60798 w 60798"/>
              <a:gd name="GluePoint37Y" fmla="*/ 19440 h 60193"/>
              <a:gd name="GluePoint38X" fmla="*/ 40603 w 60798"/>
              <a:gd name="GluePoint38Y" fmla="*/ 19440 h 60193"/>
              <a:gd name="GluePoint39X" fmla="*/ 40603 w 60798"/>
              <a:gd name="GluePoint39Y" fmla="*/ 10400 h 60193"/>
              <a:gd name="GluePoint40X" fmla="*/ 52907 w 60798"/>
              <a:gd name="GluePoint40Y" fmla="*/ 9765 h 60193"/>
            </a:gdLst>
            <a:ahLst/>
            <a:cxnLst/>
            <a:rect l="textAreaLeft" t="textAreaTop" r="textAreaRight" b="textAreaBottom"/>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84" name="任意多边形: 形状 17"/>
          <p:cNvSpPr>
            <a:spLocks noGrp="1"/>
          </p:cNvSpPr>
          <p:nvPr/>
        </p:nvSpPr>
        <p:spPr>
          <a:xfrm>
            <a:off x="10208160" y="6684120"/>
            <a:ext cx="7920" cy="44280"/>
          </a:xfrm>
          <a:custGeom>
            <a:avLst/>
            <a:gdLst>
              <a:gd name="textAreaLeft" fmla="*/ 0 w 7920"/>
              <a:gd name="textAreaRight" fmla="*/ 8280 w 7920"/>
              <a:gd name="textAreaTop" fmla="*/ 0 h 44280"/>
              <a:gd name="textAreaBottom" fmla="*/ 44640 h 44280"/>
              <a:gd name="GluePoint1X" fmla="*/ 4898 w 4897"/>
              <a:gd name="GluePoint1Y" fmla="*/ 0 h 26816"/>
              <a:gd name="GluePoint2X" fmla="*/ 4898 w 4897"/>
              <a:gd name="GluePoint2Y" fmla="*/ 26816 h 26816"/>
              <a:gd name="GluePoint3X" fmla="*/ 0 w 4897"/>
              <a:gd name="GluePoint3Y" fmla="*/ 26816 h 26816"/>
              <a:gd name="GluePoint4X" fmla="*/ 0 w 4897"/>
              <a:gd name="GluePoint4Y" fmla="*/ 0 h 26816"/>
              <a:gd name="GluePoint5X" fmla="*/ 4898 w 4897"/>
              <a:gd name="GluePoint5Y" fmla="*/ 0 h 26816"/>
            </a:gdLst>
            <a:ahLst/>
            <a:cxnLst/>
            <a:rect l="textAreaLeft" t="textAreaTop" r="textAreaRight" b="textAreaBottom"/>
            <a:pathLst>
              <a:path w="4897" h="26816">
                <a:moveTo>
                  <a:pt x="4898" y="0"/>
                </a:moveTo>
                <a:lnTo>
                  <a:pt x="4898" y="26816"/>
                </a:lnTo>
                <a:lnTo>
                  <a:pt x="0" y="26816"/>
                </a:lnTo>
                <a:lnTo>
                  <a:pt x="0" y="0"/>
                </a:lnTo>
                <a:lnTo>
                  <a:pt x="489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85" name="任意多边形: 形状 18"/>
          <p:cNvSpPr>
            <a:spLocks noGrp="1"/>
          </p:cNvSpPr>
          <p:nvPr/>
        </p:nvSpPr>
        <p:spPr>
          <a:xfrm>
            <a:off x="1022508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86" name="任意多边形: 形状 19"/>
          <p:cNvSpPr>
            <a:spLocks noGrp="1"/>
          </p:cNvSpPr>
          <p:nvPr/>
        </p:nvSpPr>
        <p:spPr>
          <a:xfrm>
            <a:off x="10261080" y="6695640"/>
            <a:ext cx="22680" cy="33120"/>
          </a:xfrm>
          <a:custGeom>
            <a:avLst/>
            <a:gdLst>
              <a:gd name="textAreaLeft" fmla="*/ 0 w 22680"/>
              <a:gd name="textAreaRight" fmla="*/ 23040 w 22680"/>
              <a:gd name="textAreaTop" fmla="*/ 0 h 33120"/>
              <a:gd name="textAreaBottom" fmla="*/ 33480 h 33120"/>
              <a:gd name="GluePoint1X" fmla="*/ 96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87" name="任意多边形: 形状 20"/>
          <p:cNvSpPr>
            <a:spLocks noGrp="1"/>
          </p:cNvSpPr>
          <p:nvPr/>
        </p:nvSpPr>
        <p:spPr>
          <a:xfrm>
            <a:off x="1028772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5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88" name="任意多边形: 形状 21"/>
          <p:cNvSpPr>
            <a:spLocks noGrp="1"/>
          </p:cNvSpPr>
          <p:nvPr/>
        </p:nvSpPr>
        <p:spPr>
          <a:xfrm>
            <a:off x="1031328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87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89" name="任意多边形: 形状 22"/>
          <p:cNvSpPr>
            <a:spLocks noGrp="1"/>
          </p:cNvSpPr>
          <p:nvPr/>
        </p:nvSpPr>
        <p:spPr>
          <a:xfrm>
            <a:off x="1032768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8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90" name="任意多边形: 形状 23"/>
          <p:cNvSpPr>
            <a:spLocks noGrp="1"/>
          </p:cNvSpPr>
          <p:nvPr/>
        </p:nvSpPr>
        <p:spPr>
          <a:xfrm>
            <a:off x="10353960" y="6696360"/>
            <a:ext cx="28800" cy="32400"/>
          </a:xfrm>
          <a:custGeom>
            <a:avLst/>
            <a:gdLst>
              <a:gd name="textAreaLeft" fmla="*/ 0 w 28800"/>
              <a:gd name="textAreaRight" fmla="*/ 29160 w 28800"/>
              <a:gd name="textAreaTop" fmla="*/ 0 h 32400"/>
              <a:gd name="textAreaBottom" fmla="*/ 32760 h 32400"/>
              <a:gd name="GluePoint1X" fmla="*/ 17444 w 17595"/>
              <a:gd name="GluePoint1Y" fmla="*/ 13544 h 19772"/>
              <a:gd name="GluePoint2X" fmla="*/ 17595 w 17595"/>
              <a:gd name="GluePoint2Y" fmla="*/ 19349 h 19772"/>
              <a:gd name="GluePoint3X" fmla="*/ 13302 w 17595"/>
              <a:gd name="GluePoint3Y" fmla="*/ 19349 h 19772"/>
              <a:gd name="GluePoint4X" fmla="*/ 13061 w 17595"/>
              <a:gd name="GluePoint4Y" fmla="*/ 16416 h 19772"/>
              <a:gd name="GluePoint5X" fmla="*/ 12940 w 17595"/>
              <a:gd name="GluePoint5Y" fmla="*/ 16416 h 19772"/>
              <a:gd name="GluePoint6X" fmla="*/ 6742 w 17595"/>
              <a:gd name="GluePoint6Y" fmla="*/ 19772 h 19772"/>
              <a:gd name="GluePoint7X" fmla="*/ 0 w 17595"/>
              <a:gd name="GluePoint7Y" fmla="*/ 11337 h 19772"/>
              <a:gd name="GluePoint8X" fmla="*/ 0 w 17595"/>
              <a:gd name="GluePoint8Y" fmla="*/ 0 h 19772"/>
              <a:gd name="GluePoint9X" fmla="*/ 4898 w 17595"/>
              <a:gd name="GluePoint9Y" fmla="*/ 0 h 19772"/>
              <a:gd name="GluePoint10X" fmla="*/ 4898 w 17595"/>
              <a:gd name="GluePoint10Y" fmla="*/ 10551 h 19772"/>
              <a:gd name="GluePoint11X" fmla="*/ 8526 w 17595"/>
              <a:gd name="GluePoint11Y" fmla="*/ 15842 h 19772"/>
              <a:gd name="GluePoint12X" fmla="*/ 12274 w 17595"/>
              <a:gd name="GluePoint12Y" fmla="*/ 13212 h 19772"/>
              <a:gd name="GluePoint13X" fmla="*/ 12547 w 17595"/>
              <a:gd name="GluePoint13Y" fmla="*/ 11700 h 19772"/>
              <a:gd name="GluePoint14X" fmla="*/ 12547 w 17595"/>
              <a:gd name="GluePoint14Y" fmla="*/ 0 h 19772"/>
              <a:gd name="GluePoint15X" fmla="*/ 17444 w 17595"/>
              <a:gd name="GluePoint15Y" fmla="*/ 0 h 19772"/>
              <a:gd name="GluePoint16X" fmla="*/ 17444 w 17595"/>
              <a:gd name="GluePoint16Y" fmla="*/ 13575 h 19772"/>
            </a:gdLst>
            <a:ahLst/>
            <a:cxnLst/>
            <a:rect l="textAreaLeft" t="textAreaTop" r="textAreaRight" b="textAreaBottom"/>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91" name="任意多边形: 形状 24"/>
          <p:cNvSpPr>
            <a:spLocks noGrp="1"/>
          </p:cNvSpPr>
          <p:nvPr/>
        </p:nvSpPr>
        <p:spPr>
          <a:xfrm>
            <a:off x="1038852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92" name="任意多边形: 形状 25"/>
          <p:cNvSpPr>
            <a:spLocks noGrp="1"/>
          </p:cNvSpPr>
          <p:nvPr/>
        </p:nvSpPr>
        <p:spPr>
          <a:xfrm>
            <a:off x="1041264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93" name="任意多边形: 形状 26"/>
          <p:cNvSpPr>
            <a:spLocks noGrp="1"/>
          </p:cNvSpPr>
          <p:nvPr/>
        </p:nvSpPr>
        <p:spPr>
          <a:xfrm>
            <a:off x="10460520" y="6695640"/>
            <a:ext cx="32400" cy="33480"/>
          </a:xfrm>
          <a:custGeom>
            <a:avLst/>
            <a:gdLst>
              <a:gd name="textAreaLeft" fmla="*/ 0 w 32400"/>
              <a:gd name="textAreaRight" fmla="*/ 32760 w 32400"/>
              <a:gd name="textAreaTop" fmla="*/ 0 h 33480"/>
              <a:gd name="textAreaBottom" fmla="*/ 33840 h 33480"/>
              <a:gd name="GluePoint1X" fmla="*/ 9765 w 19621"/>
              <a:gd name="GluePoint1Y" fmla="*/ 16688 h 20255"/>
              <a:gd name="GluePoint2X" fmla="*/ 498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674 w 19621"/>
              <a:gd name="GluePoint11Y" fmla="*/ 20256 h 20255"/>
              <a:gd name="GluePoint12X" fmla="*/ 9705 w 19621"/>
              <a:gd name="GluePoint12Y" fmla="*/ 20256 h 20255"/>
            </a:gdLst>
            <a:ahLst/>
            <a:cxnLst/>
            <a:rect l="textAreaLeft" t="textAreaTop" r="textAreaRight" b="textAreaBottom"/>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94" name="任意多边形: 形状 27"/>
          <p:cNvSpPr>
            <a:spLocks noGrp="1"/>
          </p:cNvSpPr>
          <p:nvPr/>
        </p:nvSpPr>
        <p:spPr>
          <a:xfrm>
            <a:off x="1049652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95" name="任意多边形: 形状 28"/>
          <p:cNvSpPr>
            <a:spLocks noGrp="1"/>
          </p:cNvSpPr>
          <p:nvPr/>
        </p:nvSpPr>
        <p:spPr>
          <a:xfrm>
            <a:off x="1053324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295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96" name="任意多边形: 形状 29"/>
          <p:cNvSpPr>
            <a:spLocks noGrp="1"/>
          </p:cNvSpPr>
          <p:nvPr/>
        </p:nvSpPr>
        <p:spPr>
          <a:xfrm>
            <a:off x="1056708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795 w 19621"/>
              <a:gd name="GluePoint3Y" fmla="*/ 3567 h 20255"/>
              <a:gd name="GluePoint4X" fmla="*/ 14512 w 19621"/>
              <a:gd name="GluePoint4Y" fmla="*/ 10098 h 20255"/>
              <a:gd name="GluePoint5X" fmla="*/ 9765 w 19621"/>
              <a:gd name="GluePoint5Y" fmla="*/ 16688 h 20255"/>
              <a:gd name="GluePoint6X" fmla="*/ 973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97" name="任意多边形: 形状 30"/>
          <p:cNvSpPr>
            <a:spLocks noGrp="1"/>
          </p:cNvSpPr>
          <p:nvPr/>
        </p:nvSpPr>
        <p:spPr>
          <a:xfrm>
            <a:off x="1060308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98" name="任意多边形: 形状 31"/>
          <p:cNvSpPr>
            <a:spLocks noGrp="1"/>
          </p:cNvSpPr>
          <p:nvPr/>
        </p:nvSpPr>
        <p:spPr>
          <a:xfrm>
            <a:off x="1062540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999" name="任意多边形: 形状 32"/>
          <p:cNvSpPr>
            <a:spLocks noGrp="1"/>
          </p:cNvSpPr>
          <p:nvPr/>
        </p:nvSpPr>
        <p:spPr>
          <a:xfrm>
            <a:off x="10648440" y="6696360"/>
            <a:ext cx="47520" cy="32040"/>
          </a:xfrm>
          <a:custGeom>
            <a:avLst/>
            <a:gdLst>
              <a:gd name="textAreaLeft" fmla="*/ 0 w 47520"/>
              <a:gd name="textAreaRight" fmla="*/ 47880 w 47520"/>
              <a:gd name="textAreaTop" fmla="*/ 0 h 32040"/>
              <a:gd name="textAreaBottom" fmla="*/ 32400 h 32040"/>
              <a:gd name="GluePoint1X" fmla="*/ 5019 w 28751"/>
              <a:gd name="GluePoint1Y" fmla="*/ 0 h 19409"/>
              <a:gd name="GluePoint2X" fmla="*/ 7044 w 28751"/>
              <a:gd name="GluePoint2Y" fmla="*/ 8798 h 19409"/>
              <a:gd name="GluePoint3X" fmla="*/ 8284 w 28751"/>
              <a:gd name="GluePoint3Y" fmla="*/ 15086 h 19409"/>
              <a:gd name="GluePoint4X" fmla="*/ 8374 w 28751"/>
              <a:gd name="GluePoint4Y" fmla="*/ 15086 h 19409"/>
              <a:gd name="GluePoint5X" fmla="*/ 9947 w 28751"/>
              <a:gd name="GluePoint5Y" fmla="*/ 8858 h 19409"/>
              <a:gd name="GluePoint6X" fmla="*/ 12486 w 28751"/>
              <a:gd name="GluePoint6Y" fmla="*/ 30 h 19409"/>
              <a:gd name="GluePoint7X" fmla="*/ 16447 w 28751"/>
              <a:gd name="GluePoint7Y" fmla="*/ 30 h 19409"/>
              <a:gd name="GluePoint8X" fmla="*/ 18865 w 28751"/>
              <a:gd name="GluePoint8Y" fmla="*/ 8616 h 19409"/>
              <a:gd name="GluePoint9X" fmla="*/ 20407 w 28751"/>
              <a:gd name="GluePoint9Y" fmla="*/ 15086 h 19409"/>
              <a:gd name="GluePoint10X" fmla="*/ 20498 w 28751"/>
              <a:gd name="GluePoint10Y" fmla="*/ 15086 h 19409"/>
              <a:gd name="GluePoint11X" fmla="*/ 21798 w 28751"/>
              <a:gd name="GluePoint11Y" fmla="*/ 8616 h 19409"/>
              <a:gd name="GluePoint12X" fmla="*/ 23944 w 28751"/>
              <a:gd name="GluePoint12Y" fmla="*/ 30 h 19409"/>
              <a:gd name="GluePoint13X" fmla="*/ 28751 w 28751"/>
              <a:gd name="GluePoint13Y" fmla="*/ 30 h 19409"/>
              <a:gd name="GluePoint14X" fmla="*/ 22675 w 28751"/>
              <a:gd name="GluePoint14Y" fmla="*/ 19409 h 19409"/>
              <a:gd name="GluePoint15X" fmla="*/ 18109 w 28751"/>
              <a:gd name="GluePoint15Y" fmla="*/ 19409 h 19409"/>
              <a:gd name="GluePoint16X" fmla="*/ 15781 w 28751"/>
              <a:gd name="GluePoint16Y" fmla="*/ 11519 h 19409"/>
              <a:gd name="GluePoint17X" fmla="*/ 14330 w 28751"/>
              <a:gd name="GluePoint17Y" fmla="*/ 5321 h 19409"/>
              <a:gd name="GluePoint18X" fmla="*/ 14240 w 28751"/>
              <a:gd name="GluePoint18Y" fmla="*/ 5321 h 19409"/>
              <a:gd name="GluePoint19X" fmla="*/ 12758 w 28751"/>
              <a:gd name="GluePoint19Y" fmla="*/ 11519 h 19409"/>
              <a:gd name="GluePoint20X" fmla="*/ 10279 w 28751"/>
              <a:gd name="GluePoint20Y" fmla="*/ 19409 h 19409"/>
              <a:gd name="GluePoint21X" fmla="*/ 5714 w 28751"/>
              <a:gd name="GluePoint21Y" fmla="*/ 19409 h 19409"/>
              <a:gd name="GluePoint22X" fmla="*/ 0 w 28751"/>
              <a:gd name="GluePoint22Y" fmla="*/ 30 h 19409"/>
              <a:gd name="GluePoint23X" fmla="*/ 4988 w 28751"/>
              <a:gd name="GluePoint23Y" fmla="*/ 30 h 19409"/>
            </a:gdLst>
            <a:ahLst/>
            <a:cxnLst/>
            <a:rect l="textAreaLeft" t="textAreaTop" r="textAreaRight" b="textAreaBottom"/>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600" rIns="90000" bIns="-12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00" name="任意多边形: 形状 33"/>
          <p:cNvSpPr>
            <a:spLocks noGrp="1"/>
          </p:cNvSpPr>
          <p:nvPr/>
        </p:nvSpPr>
        <p:spPr>
          <a:xfrm>
            <a:off x="1069884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88 w 16688"/>
              <a:gd name="GluePoint2Y" fmla="*/ 14058 h 20255"/>
              <a:gd name="GluePoint3X" fmla="*/ 7649 w 16688"/>
              <a:gd name="GluePoint3Y" fmla="*/ 16719 h 20255"/>
              <a:gd name="GluePoint4X" fmla="*/ 4867 w 16688"/>
              <a:gd name="GluePoint4Y" fmla="*/ 13937 h 20255"/>
              <a:gd name="GluePoint5X" fmla="*/ 11609 w 16688"/>
              <a:gd name="GluePoint5Y" fmla="*/ 10309 h 20255"/>
              <a:gd name="GluePoint6X" fmla="*/ 1160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01" name="任意多边形: 形状 34"/>
          <p:cNvSpPr>
            <a:spLocks noGrp="1"/>
          </p:cNvSpPr>
          <p:nvPr/>
        </p:nvSpPr>
        <p:spPr>
          <a:xfrm>
            <a:off x="10734480" y="6695640"/>
            <a:ext cx="18000" cy="32760"/>
          </a:xfrm>
          <a:custGeom>
            <a:avLst/>
            <a:gdLst>
              <a:gd name="textAreaLeft" fmla="*/ 0 w 18000"/>
              <a:gd name="textAreaRight" fmla="*/ 18360 w 18000"/>
              <a:gd name="textAreaTop" fmla="*/ 0 h 32760"/>
              <a:gd name="textAreaBottom" fmla="*/ 33120 h 32760"/>
              <a:gd name="GluePoint1X" fmla="*/ 151 w 11004"/>
              <a:gd name="GluePoint1Y" fmla="*/ 6651 h 19832"/>
              <a:gd name="GluePoint2X" fmla="*/ 0 w 11004"/>
              <a:gd name="GluePoint2Y" fmla="*/ 423 h 19832"/>
              <a:gd name="GluePoint3X" fmla="*/ 4233 w 11004"/>
              <a:gd name="GluePoint3Y" fmla="*/ 423 h 19832"/>
              <a:gd name="GluePoint4X" fmla="*/ 4414 w 11004"/>
              <a:gd name="GluePoint4Y" fmla="*/ 4112 h 19832"/>
              <a:gd name="GluePoint5X" fmla="*/ 4535 w 11004"/>
              <a:gd name="GluePoint5Y" fmla="*/ 4112 h 19832"/>
              <a:gd name="GluePoint6X" fmla="*/ 9856 w 11004"/>
              <a:gd name="GluePoint6Y" fmla="*/ 0 h 19832"/>
              <a:gd name="GluePoint7X" fmla="*/ 11005 w 11004"/>
              <a:gd name="GluePoint7Y" fmla="*/ 121 h 19832"/>
              <a:gd name="GluePoint8X" fmla="*/ 11005 w 11004"/>
              <a:gd name="GluePoint8Y" fmla="*/ 4716 h 19832"/>
              <a:gd name="GluePoint9X" fmla="*/ 9584 w 11004"/>
              <a:gd name="GluePoint9Y" fmla="*/ 4595 h 19832"/>
              <a:gd name="GluePoint10X" fmla="*/ 5200 w 11004"/>
              <a:gd name="GluePoint10Y" fmla="*/ 8314 h 19832"/>
              <a:gd name="GluePoint11X" fmla="*/ 5079 w 11004"/>
              <a:gd name="GluePoint11Y" fmla="*/ 9795 h 19832"/>
              <a:gd name="GluePoint12X" fmla="*/ 5079 w 11004"/>
              <a:gd name="GluePoint12Y" fmla="*/ 19833 h 19832"/>
              <a:gd name="GluePoint13X" fmla="*/ 181 w 11004"/>
              <a:gd name="GluePoint13Y" fmla="*/ 19833 h 19832"/>
              <a:gd name="GluePoint14X" fmla="*/ 181 w 11004"/>
              <a:gd name="GluePoint14Y" fmla="*/ 6681 h 19832"/>
            </a:gdLst>
            <a:ahLst/>
            <a:cxnLst/>
            <a:rect l="textAreaLeft" t="textAreaTop" r="textAreaRight" b="textAreaBottom"/>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880" rIns="90000" bIns="-11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02" name="任意多边形: 形状 35"/>
          <p:cNvSpPr>
            <a:spLocks noGrp="1"/>
          </p:cNvSpPr>
          <p:nvPr/>
        </p:nvSpPr>
        <p:spPr>
          <a:xfrm>
            <a:off x="10755720" y="6695640"/>
            <a:ext cx="29160" cy="33120"/>
          </a:xfrm>
          <a:custGeom>
            <a:avLst/>
            <a:gdLst>
              <a:gd name="textAreaLeft" fmla="*/ 0 w 29160"/>
              <a:gd name="textAreaRight" fmla="*/ 29520 w 29160"/>
              <a:gd name="textAreaTop" fmla="*/ 0 h 33120"/>
              <a:gd name="textAreaBottom" fmla="*/ 33480 h 33120"/>
              <a:gd name="GluePoint1X" fmla="*/ 4686 w 17807"/>
              <a:gd name="GluePoint1Y" fmla="*/ 8072 h 20225"/>
              <a:gd name="GluePoint2X" fmla="*/ 9161 w 17807"/>
              <a:gd name="GluePoint2Y" fmla="*/ 3356 h 20225"/>
              <a:gd name="GluePoint3X" fmla="*/ 13212 w 17807"/>
              <a:gd name="GluePoint3Y" fmla="*/ 8072 h 20225"/>
              <a:gd name="GluePoint4X" fmla="*/ 468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03" name="任意多边形: 形状 36"/>
          <p:cNvSpPr>
            <a:spLocks noGrp="1"/>
          </p:cNvSpPr>
          <p:nvPr/>
        </p:nvSpPr>
        <p:spPr>
          <a:xfrm>
            <a:off x="10803600" y="6683400"/>
            <a:ext cx="34200" cy="45720"/>
          </a:xfrm>
          <a:custGeom>
            <a:avLst/>
            <a:gdLst>
              <a:gd name="textAreaLeft" fmla="*/ 0 w 34200"/>
              <a:gd name="textAreaRight" fmla="*/ 34560 w 34200"/>
              <a:gd name="textAreaTop" fmla="*/ 0 h 45720"/>
              <a:gd name="textAreaBottom" fmla="*/ 46080 h 45720"/>
              <a:gd name="GluePoint1X" fmla="*/ 20649 w 20860"/>
              <a:gd name="GluePoint1Y" fmla="*/ 26454 h 27662"/>
              <a:gd name="GluePoint2X" fmla="*/ 13695 w 20860"/>
              <a:gd name="GluePoint2Y" fmla="*/ 27663 h 27662"/>
              <a:gd name="GluePoint3X" fmla="*/ 0 w 20860"/>
              <a:gd name="GluePoint3Y" fmla="*/ 14149 h 27662"/>
              <a:gd name="GluePoint4X" fmla="*/ 14361 w 20860"/>
              <a:gd name="GluePoint4Y" fmla="*/ 0 h 27662"/>
              <a:gd name="GluePoint5X" fmla="*/ 20861 w 20860"/>
              <a:gd name="GluePoint5Y" fmla="*/ 1179 h 27662"/>
              <a:gd name="GluePoint6X" fmla="*/ 19802 w 20860"/>
              <a:gd name="GluePoint6Y" fmla="*/ 5079 h 27662"/>
              <a:gd name="GluePoint7X" fmla="*/ 14572 w 20860"/>
              <a:gd name="GluePoint7Y" fmla="*/ 4021 h 27662"/>
              <a:gd name="GluePoint8X" fmla="*/ 5170 w 20860"/>
              <a:gd name="GluePoint8Y" fmla="*/ 13877 h 27662"/>
              <a:gd name="GluePoint9X" fmla="*/ 14512 w 20860"/>
              <a:gd name="GluePoint9Y" fmla="*/ 23521 h 27662"/>
              <a:gd name="GluePoint10X" fmla="*/ 19863 w 20860"/>
              <a:gd name="GluePoint10Y" fmla="*/ 22554 h 27662"/>
              <a:gd name="GluePoint11X" fmla="*/ 20679 w 20860"/>
              <a:gd name="GluePoint11Y" fmla="*/ 26423 h 27662"/>
            </a:gdLst>
            <a:ahLst/>
            <a:cxnLst/>
            <a:rect l="textAreaLeft" t="textAreaTop" r="textAreaRight" b="textAreaBottom"/>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04" name="任意多边形: 形状 37"/>
          <p:cNvSpPr>
            <a:spLocks noGrp="1"/>
          </p:cNvSpPr>
          <p:nvPr/>
        </p:nvSpPr>
        <p:spPr>
          <a:xfrm>
            <a:off x="10844640" y="6681600"/>
            <a:ext cx="28800" cy="46800"/>
          </a:xfrm>
          <a:custGeom>
            <a:avLst/>
            <a:gdLst>
              <a:gd name="textAreaLeft" fmla="*/ 0 w 28800"/>
              <a:gd name="textAreaRight" fmla="*/ 29160 w 28800"/>
              <a:gd name="textAreaTop" fmla="*/ 0 h 46800"/>
              <a:gd name="textAreaBottom" fmla="*/ 47160 h 46800"/>
              <a:gd name="GluePoint1X" fmla="*/ 0 w 17535"/>
              <a:gd name="GluePoint1Y" fmla="*/ 30 h 28297"/>
              <a:gd name="GluePoint2X" fmla="*/ 4898 w 17535"/>
              <a:gd name="GluePoint2Y" fmla="*/ 30 h 28297"/>
              <a:gd name="GluePoint3X" fmla="*/ 4898 w 17535"/>
              <a:gd name="GluePoint3Y" fmla="*/ 11549 h 28297"/>
              <a:gd name="GluePoint4X" fmla="*/ 4988 w 17535"/>
              <a:gd name="GluePoint4Y" fmla="*/ 11549 h 28297"/>
              <a:gd name="GluePoint5X" fmla="*/ 7407 w 17535"/>
              <a:gd name="GluePoint5Y" fmla="*/ 9342 h 28297"/>
              <a:gd name="GluePoint6X" fmla="*/ 10763 w 17535"/>
              <a:gd name="GluePoint6Y" fmla="*/ 8465 h 28297"/>
              <a:gd name="GluePoint7X" fmla="*/ 17535 w 17535"/>
              <a:gd name="GluePoint7Y" fmla="*/ 16870 h 28297"/>
              <a:gd name="GluePoint8X" fmla="*/ 17535 w 17535"/>
              <a:gd name="GluePoint8Y" fmla="*/ 28298 h 28297"/>
              <a:gd name="GluePoint9X" fmla="*/ 12637 w 17535"/>
              <a:gd name="GluePoint9Y" fmla="*/ 28298 h 28297"/>
              <a:gd name="GluePoint10X" fmla="*/ 12637 w 17535"/>
              <a:gd name="GluePoint10Y" fmla="*/ 17414 h 28297"/>
              <a:gd name="GluePoint11X" fmla="*/ 8919 w 17535"/>
              <a:gd name="GluePoint11Y" fmla="*/ 12456 h 28297"/>
              <a:gd name="GluePoint12X" fmla="*/ 5140 w 17535"/>
              <a:gd name="GluePoint12Y" fmla="*/ 15207 h 28297"/>
              <a:gd name="GluePoint13X" fmla="*/ 4928 w 17535"/>
              <a:gd name="GluePoint13Y" fmla="*/ 16688 h 28297"/>
              <a:gd name="GluePoint14X" fmla="*/ 4928 w 17535"/>
              <a:gd name="GluePoint14Y" fmla="*/ 28268 h 28297"/>
              <a:gd name="GluePoint15X" fmla="*/ 30 w 17535"/>
              <a:gd name="GluePoint15Y" fmla="*/ 28268 h 28297"/>
              <a:gd name="GluePoint16X" fmla="*/ 30 w 17535"/>
              <a:gd name="GluePoint16Y" fmla="*/ 0 h 28297"/>
            </a:gdLst>
            <a:ahLst/>
            <a:cxnLst/>
            <a:rect l="textAreaLeft" t="textAreaTop" r="textAreaRight" b="textAreaBottom"/>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160" rIns="90000" bIns="2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05" name="任意多边形: 形状 38"/>
          <p:cNvSpPr>
            <a:spLocks noGrp="1"/>
          </p:cNvSpPr>
          <p:nvPr/>
        </p:nvSpPr>
        <p:spPr>
          <a:xfrm>
            <a:off x="1088172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06" name="任意多边形: 形状 39"/>
          <p:cNvSpPr>
            <a:spLocks noGrp="1"/>
          </p:cNvSpPr>
          <p:nvPr/>
        </p:nvSpPr>
        <p:spPr>
          <a:xfrm>
            <a:off x="108990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109 w 17716"/>
              <a:gd name="GluePoint13Y" fmla="*/ 8405 h 19802"/>
              <a:gd name="GluePoint14X" fmla="*/ 5109 w 17716"/>
              <a:gd name="GluePoint14Y" fmla="*/ 19802 h 19802"/>
              <a:gd name="GluePoint15X" fmla="*/ 212 w 17716"/>
              <a:gd name="GluePoint15Y" fmla="*/ 19802 h 19802"/>
              <a:gd name="GluePoint16X" fmla="*/ 212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07" name="任意多边形: 形状 40"/>
          <p:cNvSpPr>
            <a:spLocks noGrp="1"/>
          </p:cNvSpPr>
          <p:nvPr/>
        </p:nvSpPr>
        <p:spPr>
          <a:xfrm>
            <a:off x="109350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61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08" name="任意多边形: 形状 41"/>
          <p:cNvSpPr>
            <a:spLocks noGrp="1"/>
          </p:cNvSpPr>
          <p:nvPr/>
        </p:nvSpPr>
        <p:spPr>
          <a:xfrm>
            <a:off x="10969200" y="6695640"/>
            <a:ext cx="22680" cy="33120"/>
          </a:xfrm>
          <a:custGeom>
            <a:avLst/>
            <a:gdLst>
              <a:gd name="textAreaLeft" fmla="*/ 0 w 22680"/>
              <a:gd name="textAreaRight" fmla="*/ 23040 w 22680"/>
              <a:gd name="textAreaTop" fmla="*/ 0 h 33120"/>
              <a:gd name="textAreaBottom" fmla="*/ 33480 h 33120"/>
              <a:gd name="GluePoint1X" fmla="*/ 998 w 13755"/>
              <a:gd name="GluePoint1Y" fmla="*/ 15298 h 20225"/>
              <a:gd name="GluePoint2X" fmla="*/ 5926 w 13755"/>
              <a:gd name="GluePoint2Y" fmla="*/ 16719 h 20225"/>
              <a:gd name="GluePoint3X" fmla="*/ 9040 w 13755"/>
              <a:gd name="GluePoint3Y" fmla="*/ 14542 h 20225"/>
              <a:gd name="GluePoint4X" fmla="*/ 5865 w 13755"/>
              <a:gd name="GluePoint4Y" fmla="*/ 11700 h 20225"/>
              <a:gd name="GluePoint5X" fmla="*/ 514 w 13755"/>
              <a:gd name="GluePoint5Y" fmla="*/ 6047 h 20225"/>
              <a:gd name="GluePoint6X" fmla="*/ 7860 w 13755"/>
              <a:gd name="GluePoint6Y" fmla="*/ 0 h 20225"/>
              <a:gd name="GluePoint7X" fmla="*/ 13000 w 13755"/>
              <a:gd name="GluePoint7Y" fmla="*/ 1149 h 20225"/>
              <a:gd name="GluePoint8X" fmla="*/ 12033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09" name="任意多边形: 形状 42"/>
          <p:cNvSpPr>
            <a:spLocks noGrp="1"/>
          </p:cNvSpPr>
          <p:nvPr/>
        </p:nvSpPr>
        <p:spPr>
          <a:xfrm>
            <a:off x="1099692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10" name="任意多边形: 形状 43"/>
          <p:cNvSpPr>
            <a:spLocks noGrp="1"/>
          </p:cNvSpPr>
          <p:nvPr/>
        </p:nvSpPr>
        <p:spPr>
          <a:xfrm>
            <a:off x="11043720" y="6684120"/>
            <a:ext cx="38880" cy="44280"/>
          </a:xfrm>
          <a:custGeom>
            <a:avLst/>
            <a:gdLst>
              <a:gd name="textAreaLeft" fmla="*/ 0 w 38880"/>
              <a:gd name="textAreaRight" fmla="*/ 39240 w 38880"/>
              <a:gd name="textAreaTop" fmla="*/ 0 h 44280"/>
              <a:gd name="textAreaBottom" fmla="*/ 44640 h 44280"/>
              <a:gd name="GluePoint1X" fmla="*/ 8163 w 23551"/>
              <a:gd name="GluePoint1Y" fmla="*/ 15509 h 26816"/>
              <a:gd name="GluePoint2X" fmla="*/ 10249 w 23551"/>
              <a:gd name="GluePoint2Y" fmla="*/ 8888 h 26816"/>
              <a:gd name="GluePoint3X" fmla="*/ 11519 w 23551"/>
              <a:gd name="GluePoint3Y" fmla="*/ 3870 h 26816"/>
              <a:gd name="GluePoint4X" fmla="*/ 11609 w 23551"/>
              <a:gd name="GluePoint4Y" fmla="*/ 3870 h 26816"/>
              <a:gd name="GluePoint5X" fmla="*/ 12970 w 23551"/>
              <a:gd name="GluePoint5Y" fmla="*/ 8919 h 26816"/>
              <a:gd name="GluePoint6X" fmla="*/ 15086 w 23551"/>
              <a:gd name="GluePoint6Y" fmla="*/ 15509 h 26816"/>
              <a:gd name="GluePoint7X" fmla="*/ 8163 w 23551"/>
              <a:gd name="GluePoint7Y" fmla="*/ 15509 h 26816"/>
              <a:gd name="GluePoint8X" fmla="*/ 15872 w 23551"/>
              <a:gd name="GluePoint8Y" fmla="*/ 19228 h 26816"/>
              <a:gd name="GluePoint9X" fmla="*/ 18291 w 23551"/>
              <a:gd name="GluePoint9Y" fmla="*/ 26816 h 26816"/>
              <a:gd name="GluePoint10X" fmla="*/ 23551 w 23551"/>
              <a:gd name="GluePoint10Y" fmla="*/ 26816 h 26816"/>
              <a:gd name="GluePoint11X" fmla="*/ 14844 w 23551"/>
              <a:gd name="GluePoint11Y" fmla="*/ 0 h 26816"/>
              <a:gd name="GluePoint12X" fmla="*/ 8616 w 23551"/>
              <a:gd name="GluePoint12Y" fmla="*/ 0 h 26816"/>
              <a:gd name="GluePoint13X" fmla="*/ 0 w 23551"/>
              <a:gd name="GluePoint13Y" fmla="*/ 26816 h 26816"/>
              <a:gd name="GluePoint14X" fmla="*/ 5079 w 23551"/>
              <a:gd name="GluePoint14Y" fmla="*/ 26816 h 26816"/>
              <a:gd name="GluePoint15X" fmla="*/ 7377 w 23551"/>
              <a:gd name="GluePoint15Y" fmla="*/ 19228 h 26816"/>
              <a:gd name="GluePoint16X" fmla="*/ 15902 w 23551"/>
              <a:gd name="GluePoint16Y" fmla="*/ 19228 h 26816"/>
            </a:gdLst>
            <a:ahLst/>
            <a:cxnLst/>
            <a:rect l="textAreaLeft" t="textAreaTop" r="textAreaRight" b="textAreaBottom"/>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11" name="任意多边形: 形状 44"/>
          <p:cNvSpPr>
            <a:spLocks noGrp="1"/>
          </p:cNvSpPr>
          <p:nvPr/>
        </p:nvSpPr>
        <p:spPr>
          <a:xfrm>
            <a:off x="1108584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884 w 15479"/>
              <a:gd name="GluePoint7Y" fmla="*/ 3809 h 20225"/>
              <a:gd name="GluePoint8X" fmla="*/ 4958 w 15479"/>
              <a:gd name="GluePoint8Y" fmla="*/ 10098 h 20225"/>
              <a:gd name="GluePoint9X" fmla="*/ 1091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12" name="任意多边形: 形状 45"/>
          <p:cNvSpPr>
            <a:spLocks noGrp="1"/>
          </p:cNvSpPr>
          <p:nvPr/>
        </p:nvSpPr>
        <p:spPr>
          <a:xfrm>
            <a:off x="1111536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58 w 16688"/>
              <a:gd name="GluePoint2Y" fmla="*/ 14058 h 20255"/>
              <a:gd name="GluePoint3X" fmla="*/ 7619 w 16688"/>
              <a:gd name="GluePoint3Y" fmla="*/ 16719 h 20255"/>
              <a:gd name="GluePoint4X" fmla="*/ 4807 w 16688"/>
              <a:gd name="GluePoint4Y" fmla="*/ 13937 h 20255"/>
              <a:gd name="GluePoint5X" fmla="*/ 11579 w 16688"/>
              <a:gd name="GluePoint5Y" fmla="*/ 10309 h 20255"/>
              <a:gd name="GluePoint6X" fmla="*/ 1157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13" name="任意多边形: 形状 46"/>
          <p:cNvSpPr>
            <a:spLocks noGrp="1"/>
          </p:cNvSpPr>
          <p:nvPr/>
        </p:nvSpPr>
        <p:spPr>
          <a:xfrm>
            <a:off x="11149200" y="6681600"/>
            <a:ext cx="31680" cy="47520"/>
          </a:xfrm>
          <a:custGeom>
            <a:avLst/>
            <a:gdLst>
              <a:gd name="textAreaLeft" fmla="*/ 0 w 31680"/>
              <a:gd name="textAreaRight" fmla="*/ 32040 w 31680"/>
              <a:gd name="textAreaTop" fmla="*/ 0 h 47520"/>
              <a:gd name="textAreaBottom" fmla="*/ 47880 h 47520"/>
              <a:gd name="GluePoint1X" fmla="*/ 14179 w 19228"/>
              <a:gd name="GluePoint1Y" fmla="*/ 19863 h 28690"/>
              <a:gd name="GluePoint2X" fmla="*/ 14028 w 19228"/>
              <a:gd name="GluePoint2Y" fmla="*/ 21284 h 28690"/>
              <a:gd name="GluePoint3X" fmla="*/ 9796 w 19228"/>
              <a:gd name="GluePoint3Y" fmla="*/ 24761 h 28690"/>
              <a:gd name="GluePoint4X" fmla="*/ 4958 w 19228"/>
              <a:gd name="GluePoint4Y" fmla="*/ 18593 h 28690"/>
              <a:gd name="GluePoint5X" fmla="*/ 9856 w 19228"/>
              <a:gd name="GluePoint5Y" fmla="*/ 12214 h 28690"/>
              <a:gd name="GluePoint6X" fmla="*/ 14058 w 19228"/>
              <a:gd name="GluePoint6Y" fmla="*/ 15661 h 28690"/>
              <a:gd name="GluePoint7X" fmla="*/ 14179 w 19228"/>
              <a:gd name="GluePoint7Y" fmla="*/ 16930 h 28690"/>
              <a:gd name="GluePoint8X" fmla="*/ 14179 w 19228"/>
              <a:gd name="GluePoint8Y" fmla="*/ 19833 h 28690"/>
              <a:gd name="GluePoint9X" fmla="*/ 14179 w 19228"/>
              <a:gd name="GluePoint9Y" fmla="*/ 0 h 28690"/>
              <a:gd name="GluePoint10X" fmla="*/ 14179 w 19228"/>
              <a:gd name="GluePoint10Y" fmla="*/ 10974 h 28690"/>
              <a:gd name="GluePoint11X" fmla="*/ 14089 w 19228"/>
              <a:gd name="GluePoint11Y" fmla="*/ 10974 h 28690"/>
              <a:gd name="GluePoint12X" fmla="*/ 8677 w 19228"/>
              <a:gd name="GluePoint12Y" fmla="*/ 8465 h 28690"/>
              <a:gd name="GluePoint13X" fmla="*/ 0 w 19228"/>
              <a:gd name="GluePoint13Y" fmla="*/ 18805 h 28690"/>
              <a:gd name="GluePoint14X" fmla="*/ 8284 w 19228"/>
              <a:gd name="GluePoint14Y" fmla="*/ 28691 h 28690"/>
              <a:gd name="GluePoint15X" fmla="*/ 14572 w 19228"/>
              <a:gd name="GluePoint15Y" fmla="*/ 25184 h 28690"/>
              <a:gd name="GluePoint16X" fmla="*/ 14663 w 19228"/>
              <a:gd name="GluePoint16Y" fmla="*/ 25184 h 28690"/>
              <a:gd name="GluePoint17X" fmla="*/ 14875 w 19228"/>
              <a:gd name="GluePoint17Y" fmla="*/ 28268 h 28690"/>
              <a:gd name="GluePoint18X" fmla="*/ 19228 w 19228"/>
              <a:gd name="GluePoint18Y" fmla="*/ 28268 h 28690"/>
              <a:gd name="GluePoint19X" fmla="*/ 19077 w 19228"/>
              <a:gd name="GluePoint19Y" fmla="*/ 22826 h 28690"/>
              <a:gd name="GluePoint20X" fmla="*/ 19077 w 19228"/>
              <a:gd name="GluePoint20Y" fmla="*/ 0 h 28690"/>
              <a:gd name="GluePoint21X" fmla="*/ 14179 w 19228"/>
              <a:gd name="GluePoint21Y" fmla="*/ 0 h 28690"/>
            </a:gdLst>
            <a:ahLst/>
            <a:cxnLst/>
            <a:rect l="textAreaLeft" t="textAreaTop" r="textAreaRight" b="textAreaBottom"/>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14" name="任意多边形: 形状 47"/>
          <p:cNvSpPr>
            <a:spLocks noGrp="1"/>
          </p:cNvSpPr>
          <p:nvPr/>
        </p:nvSpPr>
        <p:spPr>
          <a:xfrm>
            <a:off x="11187720" y="6695640"/>
            <a:ext cx="29160" cy="33120"/>
          </a:xfrm>
          <a:custGeom>
            <a:avLst/>
            <a:gdLst>
              <a:gd name="textAreaLeft" fmla="*/ 0 w 29160"/>
              <a:gd name="textAreaRight" fmla="*/ 29520 w 29160"/>
              <a:gd name="textAreaTop" fmla="*/ 0 h 33120"/>
              <a:gd name="textAreaBottom" fmla="*/ 33480 h 33120"/>
              <a:gd name="GluePoint1X" fmla="*/ 4686 w 17837"/>
              <a:gd name="GluePoint1Y" fmla="*/ 8072 h 20225"/>
              <a:gd name="GluePoint2X" fmla="*/ 9161 w 17837"/>
              <a:gd name="GluePoint2Y" fmla="*/ 3356 h 20225"/>
              <a:gd name="GluePoint3X" fmla="*/ 13212 w 17837"/>
              <a:gd name="GluePoint3Y" fmla="*/ 8072 h 20225"/>
              <a:gd name="GluePoint4X" fmla="*/ 4686 w 17837"/>
              <a:gd name="GluePoint4Y" fmla="*/ 8072 h 20225"/>
              <a:gd name="GluePoint5X" fmla="*/ 17656 w 17837"/>
              <a:gd name="GluePoint5Y" fmla="*/ 11488 h 20225"/>
              <a:gd name="GluePoint6X" fmla="*/ 17837 w 17837"/>
              <a:gd name="GluePoint6Y" fmla="*/ 9433 h 20225"/>
              <a:gd name="GluePoint7X" fmla="*/ 9493 w 17837"/>
              <a:gd name="GluePoint7Y" fmla="*/ 0 h 20225"/>
              <a:gd name="GluePoint8X" fmla="*/ 0 w 17837"/>
              <a:gd name="GluePoint8Y" fmla="*/ 10400 h 20225"/>
              <a:gd name="GluePoint9X" fmla="*/ 9977 w 17837"/>
              <a:gd name="GluePoint9Y" fmla="*/ 20226 h 20225"/>
              <a:gd name="GluePoint10X" fmla="*/ 16749 w 17837"/>
              <a:gd name="GluePoint10Y" fmla="*/ 18986 h 20225"/>
              <a:gd name="GluePoint11X" fmla="*/ 16023 w 17837"/>
              <a:gd name="GluePoint11Y" fmla="*/ 15600 h 20225"/>
              <a:gd name="GluePoint12X" fmla="*/ 10672 w 17837"/>
              <a:gd name="GluePoint12Y" fmla="*/ 16507 h 20225"/>
              <a:gd name="GluePoint13X" fmla="*/ 4686 w 17837"/>
              <a:gd name="GluePoint13Y" fmla="*/ 11458 h 20225"/>
              <a:gd name="GluePoint14X" fmla="*/ 17656 w 17837"/>
              <a:gd name="GluePoint14Y" fmla="*/ 11458 h 20225"/>
            </a:gdLst>
            <a:ahLst/>
            <a:cxnLst/>
            <a:rect l="textAreaLeft" t="textAreaTop" r="textAreaRight" b="textAreaBottom"/>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15" name="任意多边形: 形状 48"/>
          <p:cNvSpPr>
            <a:spLocks noGrp="1"/>
          </p:cNvSpPr>
          <p:nvPr/>
        </p:nvSpPr>
        <p:spPr>
          <a:xfrm>
            <a:off x="11223720" y="6695640"/>
            <a:ext cx="47520" cy="32400"/>
          </a:xfrm>
          <a:custGeom>
            <a:avLst/>
            <a:gdLst>
              <a:gd name="textAreaLeft" fmla="*/ 0 w 47520"/>
              <a:gd name="textAreaRight" fmla="*/ 47880 w 47520"/>
              <a:gd name="textAreaTop" fmla="*/ 0 h 32400"/>
              <a:gd name="textAreaBottom" fmla="*/ 32760 h 32400"/>
              <a:gd name="GluePoint1X" fmla="*/ 151 w 28721"/>
              <a:gd name="GluePoint1Y" fmla="*/ 6258 h 19802"/>
              <a:gd name="GluePoint2X" fmla="*/ 0 w 28721"/>
              <a:gd name="GluePoint2Y" fmla="*/ 484 h 19802"/>
              <a:gd name="GluePoint3X" fmla="*/ 4172 w 28721"/>
              <a:gd name="GluePoint3Y" fmla="*/ 484 h 19802"/>
              <a:gd name="GluePoint4X" fmla="*/ 4384 w 28721"/>
              <a:gd name="GluePoint4Y" fmla="*/ 3326 h 19802"/>
              <a:gd name="GluePoint5X" fmla="*/ 4505 w 28721"/>
              <a:gd name="GluePoint5Y" fmla="*/ 3326 h 19802"/>
              <a:gd name="GluePoint6X" fmla="*/ 10461 w 28721"/>
              <a:gd name="GluePoint6Y" fmla="*/ 30 h 19802"/>
              <a:gd name="GluePoint7X" fmla="*/ 15842 w 28721"/>
              <a:gd name="GluePoint7Y" fmla="*/ 3598 h 19802"/>
              <a:gd name="GluePoint8X" fmla="*/ 15933 w 28721"/>
              <a:gd name="GluePoint8Y" fmla="*/ 3598 h 19802"/>
              <a:gd name="GluePoint9X" fmla="*/ 18321 w 28721"/>
              <a:gd name="GluePoint9Y" fmla="*/ 1149 h 19802"/>
              <a:gd name="GluePoint10X" fmla="*/ 22251 w 28721"/>
              <a:gd name="GluePoint10Y" fmla="*/ 0 h 19802"/>
              <a:gd name="GluePoint11X" fmla="*/ 28721 w 28721"/>
              <a:gd name="GluePoint11Y" fmla="*/ 8405 h 19802"/>
              <a:gd name="GluePoint12X" fmla="*/ 28721 w 28721"/>
              <a:gd name="GluePoint12Y" fmla="*/ 19802 h 19802"/>
              <a:gd name="GluePoint13X" fmla="*/ 23944 w 28721"/>
              <a:gd name="GluePoint13Y" fmla="*/ 19802 h 19802"/>
              <a:gd name="GluePoint14X" fmla="*/ 23944 w 28721"/>
              <a:gd name="GluePoint14Y" fmla="*/ 9070 h 19802"/>
              <a:gd name="GluePoint15X" fmla="*/ 20498 w 28721"/>
              <a:gd name="GluePoint15Y" fmla="*/ 3960 h 19802"/>
              <a:gd name="GluePoint16X" fmla="*/ 17112 w 28721"/>
              <a:gd name="GluePoint16Y" fmla="*/ 6530 h 19802"/>
              <a:gd name="GluePoint17X" fmla="*/ 16870 w 28721"/>
              <a:gd name="GluePoint17Y" fmla="*/ 8163 h 19802"/>
              <a:gd name="GluePoint18X" fmla="*/ 16870 w 28721"/>
              <a:gd name="GluePoint18Y" fmla="*/ 19802 h 19802"/>
              <a:gd name="GluePoint19X" fmla="*/ 12093 w 28721"/>
              <a:gd name="GluePoint19Y" fmla="*/ 19802 h 19802"/>
              <a:gd name="GluePoint20X" fmla="*/ 12093 w 28721"/>
              <a:gd name="GluePoint20Y" fmla="*/ 8586 h 19802"/>
              <a:gd name="GluePoint21X" fmla="*/ 8767 w 28721"/>
              <a:gd name="GluePoint21Y" fmla="*/ 3960 h 19802"/>
              <a:gd name="GluePoint22X" fmla="*/ 5230 w 28721"/>
              <a:gd name="GluePoint22Y" fmla="*/ 6742 h 19802"/>
              <a:gd name="GluePoint23X" fmla="*/ 4988 w 28721"/>
              <a:gd name="GluePoint23Y" fmla="*/ 8344 h 19802"/>
              <a:gd name="GluePoint24X" fmla="*/ 4988 w 28721"/>
              <a:gd name="GluePoint24Y" fmla="*/ 19802 h 19802"/>
              <a:gd name="GluePoint25X" fmla="*/ 212 w 28721"/>
              <a:gd name="GluePoint25Y" fmla="*/ 19802 h 19802"/>
              <a:gd name="GluePoint26X" fmla="*/ 212 w 28721"/>
              <a:gd name="GluePoint26Y" fmla="*/ 6198 h 19802"/>
            </a:gdLst>
            <a:ahLst/>
            <a:cxnLst/>
            <a:rect l="textAreaLeft" t="textAreaTop" r="textAreaRight" b="textAreaBottom"/>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16" name="任意多边形: 形状 49"/>
          <p:cNvSpPr>
            <a:spLocks noGrp="1"/>
          </p:cNvSpPr>
          <p:nvPr/>
        </p:nvSpPr>
        <p:spPr>
          <a:xfrm>
            <a:off x="11275200" y="6696360"/>
            <a:ext cx="32040" cy="46440"/>
          </a:xfrm>
          <a:custGeom>
            <a:avLst/>
            <a:gdLst>
              <a:gd name="textAreaLeft" fmla="*/ 0 w 32040"/>
              <a:gd name="textAreaRight" fmla="*/ 32400 w 32040"/>
              <a:gd name="textAreaTop" fmla="*/ 0 h 46440"/>
              <a:gd name="textAreaBottom" fmla="*/ 46800 h 46440"/>
              <a:gd name="GluePoint1X" fmla="*/ 5381 w 19379"/>
              <a:gd name="GluePoint1Y" fmla="*/ 30 h 28146"/>
              <a:gd name="GluePoint2X" fmla="*/ 8858 w 19379"/>
              <a:gd name="GluePoint2Y" fmla="*/ 10400 h 28146"/>
              <a:gd name="GluePoint3X" fmla="*/ 9947 w 19379"/>
              <a:gd name="GluePoint3Y" fmla="*/ 14149 h 28146"/>
              <a:gd name="GluePoint4X" fmla="*/ 10068 w 19379"/>
              <a:gd name="GluePoint4Y" fmla="*/ 14149 h 28146"/>
              <a:gd name="GluePoint5X" fmla="*/ 11095 w 19379"/>
              <a:gd name="GluePoint5Y" fmla="*/ 10340 h 28146"/>
              <a:gd name="GluePoint6X" fmla="*/ 14149 w 19379"/>
              <a:gd name="GluePoint6Y" fmla="*/ 0 h 28146"/>
              <a:gd name="GluePoint7X" fmla="*/ 19379 w 19379"/>
              <a:gd name="GluePoint7Y" fmla="*/ 0 h 28146"/>
              <a:gd name="GluePoint8X" fmla="*/ 14542 w 19379"/>
              <a:gd name="GluePoint8Y" fmla="*/ 13212 h 28146"/>
              <a:gd name="GluePoint9X" fmla="*/ 7800 w 19379"/>
              <a:gd name="GluePoint9Y" fmla="*/ 25668 h 28146"/>
              <a:gd name="GluePoint10X" fmla="*/ 2660 w 19379"/>
              <a:gd name="GluePoint10Y" fmla="*/ 28147 h 28146"/>
              <a:gd name="GluePoint11X" fmla="*/ 1542 w 19379"/>
              <a:gd name="GluePoint11Y" fmla="*/ 24035 h 28146"/>
              <a:gd name="GluePoint12X" fmla="*/ 4384 w 19379"/>
              <a:gd name="GluePoint12Y" fmla="*/ 22705 h 28146"/>
              <a:gd name="GluePoint13X" fmla="*/ 7074 w 19379"/>
              <a:gd name="GluePoint13Y" fmla="*/ 19621 h 28146"/>
              <a:gd name="GluePoint14X" fmla="*/ 7377 w 19379"/>
              <a:gd name="GluePoint14Y" fmla="*/ 18775 h 28146"/>
              <a:gd name="GluePoint15X" fmla="*/ 7105 w 19379"/>
              <a:gd name="GluePoint15Y" fmla="*/ 17807 h 28146"/>
              <a:gd name="GluePoint16X" fmla="*/ 0 w 19379"/>
              <a:gd name="GluePoint16Y" fmla="*/ 30 h 28146"/>
              <a:gd name="GluePoint17X" fmla="*/ 5412 w 19379"/>
              <a:gd name="GluePoint17Y" fmla="*/ 30 h 28146"/>
            </a:gdLst>
            <a:ahLst/>
            <a:cxnLst/>
            <a:rect l="textAreaLeft" t="textAreaTop" r="textAreaRight" b="textAreaBottom"/>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17" name="任意多边形: 形状 50"/>
          <p:cNvSpPr>
            <a:spLocks noGrp="1"/>
          </p:cNvSpPr>
          <p:nvPr/>
        </p:nvSpPr>
        <p:spPr>
          <a:xfrm>
            <a:off x="1132380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18" name="任意多边形: 形状 51"/>
          <p:cNvSpPr>
            <a:spLocks noGrp="1"/>
          </p:cNvSpPr>
          <p:nvPr/>
        </p:nvSpPr>
        <p:spPr>
          <a:xfrm>
            <a:off x="1135944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19" name="任意多边形: 形状 52"/>
          <p:cNvSpPr>
            <a:spLocks noGrp="1"/>
          </p:cNvSpPr>
          <p:nvPr/>
        </p:nvSpPr>
        <p:spPr>
          <a:xfrm>
            <a:off x="1139616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326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20" name="任意多边形: 形状 53"/>
          <p:cNvSpPr>
            <a:spLocks noGrp="1"/>
          </p:cNvSpPr>
          <p:nvPr/>
        </p:nvSpPr>
        <p:spPr>
          <a:xfrm>
            <a:off x="1143000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914 w 15479"/>
              <a:gd name="GluePoint7Y" fmla="*/ 3809 h 20225"/>
              <a:gd name="GluePoint8X" fmla="*/ 4988 w 15479"/>
              <a:gd name="GluePoint8Y" fmla="*/ 10098 h 20225"/>
              <a:gd name="GluePoint9X" fmla="*/ 1094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21" name="任意多边形: 形状 54"/>
          <p:cNvSpPr>
            <a:spLocks noGrp="1"/>
          </p:cNvSpPr>
          <p:nvPr/>
        </p:nvSpPr>
        <p:spPr>
          <a:xfrm>
            <a:off x="11461320" y="6682320"/>
            <a:ext cx="9360" cy="46080"/>
          </a:xfrm>
          <a:custGeom>
            <a:avLst/>
            <a:gdLst>
              <a:gd name="textAreaLeft" fmla="*/ 0 w 9360"/>
              <a:gd name="textAreaRight" fmla="*/ 9720 w 9360"/>
              <a:gd name="textAreaTop" fmla="*/ 0 h 46080"/>
              <a:gd name="textAreaBottom" fmla="*/ 46440 h 46080"/>
              <a:gd name="GluePoint1X" fmla="*/ 454 w 5774"/>
              <a:gd name="GluePoint1Y" fmla="*/ 27935 h 27935"/>
              <a:gd name="GluePoint2X" fmla="*/ 454 w 5774"/>
              <a:gd name="GluePoint2Y" fmla="*/ 8556 h 27935"/>
              <a:gd name="GluePoint3X" fmla="*/ 5351 w 5774"/>
              <a:gd name="GluePoint3Y" fmla="*/ 8556 h 27935"/>
              <a:gd name="GluePoint4X" fmla="*/ 5351 w 5774"/>
              <a:gd name="GluePoint4Y" fmla="*/ 27935 h 27935"/>
              <a:gd name="GluePoint5X" fmla="*/ 454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12 w 5774"/>
              <a:gd name="GluePoint11Y" fmla="*/ 5593 h 27935"/>
            </a:gdLst>
            <a:ahLst/>
            <a:cxnLst/>
            <a:rect l="textAreaLeft" t="textAreaTop" r="textAreaRight" b="textAreaBottom"/>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22" name="任意多边形: 形状 55"/>
          <p:cNvSpPr>
            <a:spLocks noGrp="1"/>
          </p:cNvSpPr>
          <p:nvPr/>
        </p:nvSpPr>
        <p:spPr>
          <a:xfrm>
            <a:off x="114768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23" name="任意多边形: 形状 56"/>
          <p:cNvSpPr>
            <a:spLocks noGrp="1"/>
          </p:cNvSpPr>
          <p:nvPr/>
        </p:nvSpPr>
        <p:spPr>
          <a:xfrm>
            <a:off x="115128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24" name="任意多边形: 形状 57"/>
          <p:cNvSpPr>
            <a:spLocks noGrp="1"/>
          </p:cNvSpPr>
          <p:nvPr/>
        </p:nvSpPr>
        <p:spPr>
          <a:xfrm>
            <a:off x="11548800" y="6695640"/>
            <a:ext cx="25560" cy="33120"/>
          </a:xfrm>
          <a:custGeom>
            <a:avLst/>
            <a:gdLst>
              <a:gd name="textAreaLeft" fmla="*/ 0 w 25560"/>
              <a:gd name="textAreaRight" fmla="*/ 25920 w 25560"/>
              <a:gd name="textAreaTop" fmla="*/ 0 h 33120"/>
              <a:gd name="textAreaBottom" fmla="*/ 33480 h 33120"/>
              <a:gd name="GluePoint1X" fmla="*/ 15449 w 15509"/>
              <a:gd name="GluePoint1Y" fmla="*/ 19228 h 20225"/>
              <a:gd name="GluePoint2X" fmla="*/ 9977 w 15509"/>
              <a:gd name="GluePoint2Y" fmla="*/ 20226 h 20225"/>
              <a:gd name="GluePoint3X" fmla="*/ 0 w 15509"/>
              <a:gd name="GluePoint3Y" fmla="*/ 10309 h 20225"/>
              <a:gd name="GluePoint4X" fmla="*/ 10763 w 15509"/>
              <a:gd name="GluePoint4Y" fmla="*/ 0 h 20225"/>
              <a:gd name="GluePoint5X" fmla="*/ 15509 w 15509"/>
              <a:gd name="GluePoint5Y" fmla="*/ 877 h 20225"/>
              <a:gd name="GluePoint6X" fmla="*/ 14633 w 15509"/>
              <a:gd name="GluePoint6Y" fmla="*/ 4565 h 20225"/>
              <a:gd name="GluePoint7X" fmla="*/ 10944 w 15509"/>
              <a:gd name="GluePoint7Y" fmla="*/ 3809 h 20225"/>
              <a:gd name="GluePoint8X" fmla="*/ 5019 w 15509"/>
              <a:gd name="GluePoint8Y" fmla="*/ 10098 h 20225"/>
              <a:gd name="GluePoint9X" fmla="*/ 10975 w 15509"/>
              <a:gd name="GluePoint9Y" fmla="*/ 16356 h 20225"/>
              <a:gd name="GluePoint10X" fmla="*/ 14814 w 15509"/>
              <a:gd name="GluePoint10Y" fmla="*/ 15600 h 20225"/>
              <a:gd name="GluePoint11X" fmla="*/ 15479 w 15509"/>
              <a:gd name="GluePoint11Y" fmla="*/ 19228 h 20225"/>
            </a:gdLst>
            <a:ahLst/>
            <a:cxnLst/>
            <a:rect l="textAreaLeft" t="textAreaTop" r="textAreaRight" b="textAreaBottom"/>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25" name="任意多边形: 形状 58"/>
          <p:cNvSpPr>
            <a:spLocks noGrp="1"/>
          </p:cNvSpPr>
          <p:nvPr/>
        </p:nvSpPr>
        <p:spPr>
          <a:xfrm>
            <a:off x="1157796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2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26" name="任意多边形: 形状 59"/>
          <p:cNvSpPr>
            <a:spLocks noGrp="1"/>
          </p:cNvSpPr>
          <p:nvPr/>
        </p:nvSpPr>
        <p:spPr>
          <a:xfrm>
            <a:off x="11612160" y="6695640"/>
            <a:ext cx="22680" cy="33120"/>
          </a:xfrm>
          <a:custGeom>
            <a:avLst/>
            <a:gdLst>
              <a:gd name="textAreaLeft" fmla="*/ 0 w 22680"/>
              <a:gd name="textAreaRight" fmla="*/ 23040 w 22680"/>
              <a:gd name="textAreaTop" fmla="*/ 0 h 33120"/>
              <a:gd name="textAreaBottom" fmla="*/ 33480 h 33120"/>
              <a:gd name="GluePoint1X" fmla="*/ 93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027" name="TextBox 8"/>
          <p:cNvSpPr>
            <a:spLocks noGrp="1"/>
          </p:cNvSpPr>
          <p:nvPr/>
        </p:nvSpPr>
        <p:spPr>
          <a:xfrm>
            <a:off x="499680" y="6525720"/>
            <a:ext cx="1873800" cy="216360"/>
          </a:xfrm>
          <a:custGeom>
            <a:avLst/>
            <a:gdLst>
              <a:gd name="textAreaLeft" fmla="*/ 0 w 1873800"/>
              <a:gd name="textAreaRight" fmla="*/ 1874160 w 1873800"/>
              <a:gd name="textAreaTop" fmla="*/ 0 h 216360"/>
              <a:gd name="textAreaBottom" fmla="*/ 216720 h 216360"/>
            </a:gdLst>
            <a:ahLst/>
            <a:cxnLst/>
            <a:rect l="textAreaLeft" t="textAreaTop" r="textAreaRight" b="textAreaBottom"/>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lt1"/>
              </a:solidFill>
              <a:latin typeface="钟齐志莽行书"/>
              <a:ea typeface="钟齐志莽行书"/>
              <a:cs typeface="钟齐志莽行书"/>
            </a:endParaRPr>
          </a:p>
        </p:txBody>
      </p:sp>
      <p:sp>
        <p:nvSpPr>
          <p:cNvPr id="1028" name="PlaceHolder 2"/>
          <p:cNvSpPr>
            <a:spLocks noGrp="1"/>
          </p:cNvSpPr>
          <p:nvPr>
            <p:ph type="body" idx="10" hasCustomPrompt="1"/>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5"/>
              </a:spcBef>
              <a:buClr>
                <a:srgbClr val="000000"/>
              </a:buClr>
              <a:buSzPct val="45000"/>
              <a:buFont typeface="Wingdings" panose="05000000000000000000"/>
              <a:buChar char=""/>
              <a:defRPr sz="2800" b="0" u="none">
                <a:solidFill>
                  <a:schemeClr val="dk1"/>
                </a:solidFill>
                <a:latin typeface="微软雅黑"/>
                <a:ea typeface="微软雅黑"/>
                <a:cs typeface="微软雅黑"/>
              </a:defRPr>
            </a:lvl1pPr>
            <a:lvl2pPr algn="l">
              <a:lnSpc>
                <a:spcPct val="90000"/>
              </a:lnSpc>
              <a:spcBef>
                <a:spcPts val="1135"/>
              </a:spcBef>
              <a:buClr>
                <a:srgbClr val="000000"/>
              </a:buClr>
              <a:buSzPct val="75000"/>
              <a:buFont typeface="Symbol"/>
              <a:buChar char=""/>
              <a:defRPr sz="2000" b="0" u="none">
                <a:solidFill>
                  <a:schemeClr val="dk1"/>
                </a:solidFill>
                <a:latin typeface="微软雅黑"/>
                <a:ea typeface="微软雅黑"/>
                <a:cs typeface="微软雅黑"/>
              </a:defRPr>
            </a:lvl2pPr>
            <a:lvl3pPr algn="l">
              <a:lnSpc>
                <a:spcPct val="90000"/>
              </a:lnSpc>
              <a:spcBef>
                <a:spcPts val="850"/>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3pPr>
            <a:lvl4pPr algn="l">
              <a:lnSpc>
                <a:spcPct val="90000"/>
              </a:lnSpc>
              <a:spcBef>
                <a:spcPts val="565"/>
              </a:spcBef>
              <a:buClr>
                <a:srgbClr val="000000"/>
              </a:buClr>
              <a:buSzPct val="75000"/>
              <a:buFont typeface="Symbol"/>
              <a:buChar char=""/>
              <a:defRPr sz="1800" b="0" u="none">
                <a:solidFill>
                  <a:schemeClr val="dk1"/>
                </a:solidFill>
                <a:latin typeface="微软雅黑"/>
                <a:ea typeface="微软雅黑"/>
                <a:cs typeface="微软雅黑"/>
              </a:defRPr>
            </a:lvl4pPr>
            <a:lvl5pPr algn="l">
              <a:lnSpc>
                <a:spcPct val="90000"/>
              </a:lnSpc>
              <a:spcBef>
                <a:spcPts val="285"/>
              </a:spcBef>
              <a:buClr>
                <a:srgbClr val="000000"/>
              </a:buClr>
              <a:buSzPct val="45000"/>
              <a:buFont typeface="Wingdings" panose="05000000000000000000"/>
              <a:buChar char=""/>
              <a:defRPr sz="2000" b="0" u="none">
                <a:solidFill>
                  <a:schemeClr val="dk1"/>
                </a:solidFill>
                <a:latin typeface="微软雅黑"/>
                <a:ea typeface="微软雅黑"/>
                <a:cs typeface="微软雅黑"/>
              </a:defRPr>
            </a:lvl5pPr>
            <a:lvl6pPr algn="l">
              <a:lnSpc>
                <a:spcPct val="90000"/>
              </a:lnSpc>
              <a:spcBef>
                <a:spcPts val="285"/>
              </a:spcBef>
              <a:buClr>
                <a:srgbClr val="000000"/>
              </a:buClr>
              <a:buSzPct val="45000"/>
              <a:buFont typeface="Wingdings" panose="05000000000000000000"/>
              <a:buChar char=""/>
              <a:defRPr sz="2000" b="0" u="none">
                <a:solidFill>
                  <a:schemeClr val="dk1"/>
                </a:solidFill>
                <a:latin typeface="微软雅黑"/>
                <a:ea typeface="微软雅黑"/>
                <a:cs typeface="微软雅黑"/>
              </a:defRPr>
            </a:lvl6pPr>
            <a:lvl7pPr algn="l">
              <a:lnSpc>
                <a:spcPct val="90000"/>
              </a:lnSpc>
              <a:spcBef>
                <a:spcPts val="285"/>
              </a:spcBef>
              <a:buClr>
                <a:srgbClr val="000000"/>
              </a:buClr>
              <a:buSzPct val="45000"/>
              <a:buFont typeface="Wingdings" panose="05000000000000000000"/>
              <a:buChar char=""/>
              <a:defRPr sz="2000" b="0" u="none">
                <a:solidFill>
                  <a:schemeClr val="dk1"/>
                </a:solidFill>
                <a:latin typeface="微软雅黑"/>
                <a:ea typeface="微软雅黑"/>
                <a:cs typeface="微软雅黑"/>
              </a:defRPr>
            </a:lvl7pPr>
          </a:lstStyle>
          <a:p>
            <a:pPr marL="431800" indent="-323850" algn="l">
              <a:lnSpc>
                <a:spcPct val="90000"/>
              </a:lnSpc>
              <a:spcBef>
                <a:spcPts val="1415"/>
              </a:spcBef>
              <a:buClr>
                <a:srgbClr val="000000"/>
              </a:buClr>
              <a:buSzPct val="45000"/>
              <a:buFont typeface="Wingdings" panose="05000000000000000000"/>
              <a:buChar char=""/>
            </a:pPr>
            <a:r>
              <a:rPr sz="2800" b="0" u="none">
                <a:solidFill>
                  <a:schemeClr val="dk1"/>
                </a:solidFill>
                <a:latin typeface="微软雅黑"/>
                <a:ea typeface="微软雅黑"/>
                <a:cs typeface="微软雅黑"/>
              </a:rPr>
              <a:t>Click to edit the outline text format</a:t>
            </a:r>
            <a:endParaRPr sz="2800" b="0" u="none">
              <a:solidFill>
                <a:schemeClr val="dk1"/>
              </a:solidFill>
              <a:latin typeface="微软雅黑"/>
              <a:ea typeface="微软雅黑"/>
              <a:cs typeface="微软雅黑"/>
            </a:endParaRPr>
          </a:p>
          <a:p>
            <a:pPr marL="864235" lvl="1" indent="-323850" algn="l">
              <a:lnSpc>
                <a:spcPct val="90000"/>
              </a:lnSpc>
              <a:spcBef>
                <a:spcPts val="1135"/>
              </a:spcBef>
              <a:buClr>
                <a:srgbClr val="000000"/>
              </a:buClr>
              <a:buSzPct val="75000"/>
              <a:buFont typeface="Symbol"/>
              <a:buChar char=""/>
            </a:pPr>
            <a:r>
              <a:rPr sz="2000" b="0" u="none">
                <a:solidFill>
                  <a:schemeClr val="dk1"/>
                </a:solidFill>
                <a:latin typeface="微软雅黑"/>
                <a:ea typeface="微软雅黑"/>
                <a:cs typeface="微软雅黑"/>
              </a:rPr>
              <a:t>Second Outline Level</a:t>
            </a:r>
            <a:endParaRPr sz="2000" b="0" u="none">
              <a:solidFill>
                <a:schemeClr val="dk1"/>
              </a:solidFill>
              <a:latin typeface="微软雅黑"/>
              <a:ea typeface="微软雅黑"/>
              <a:cs typeface="微软雅黑"/>
            </a:endParaRPr>
          </a:p>
          <a:p>
            <a:pPr marL="1296035" lvl="2" indent="-288290" algn="l">
              <a:lnSpc>
                <a:spcPct val="90000"/>
              </a:lnSpc>
              <a:spcBef>
                <a:spcPts val="850"/>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727835" lvl="3" indent="-215900" algn="l">
              <a:lnSpc>
                <a:spcPct val="90000"/>
              </a:lnSpc>
              <a:spcBef>
                <a:spcPts val="565"/>
              </a:spcBef>
              <a:buClr>
                <a:srgbClr val="000000"/>
              </a:buClr>
              <a:buSzPct val="75000"/>
              <a:buFont typeface="Symbol"/>
              <a:buChar char=""/>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2160270" lvl="4" indent="-215900" algn="l">
              <a:lnSpc>
                <a:spcPct val="90000"/>
              </a:lnSpc>
              <a:spcBef>
                <a:spcPts val="285"/>
              </a:spcBef>
              <a:buClr>
                <a:srgbClr val="000000"/>
              </a:buClr>
              <a:buSzPct val="45000"/>
              <a:buFont typeface="Wingdings" panose="05000000000000000000"/>
              <a:buChar char=""/>
            </a:pPr>
            <a:r>
              <a:rPr sz="2000" b="0" u="none">
                <a:solidFill>
                  <a:schemeClr val="dk1"/>
                </a:solidFill>
                <a:latin typeface="微软雅黑"/>
                <a:ea typeface="微软雅黑"/>
                <a:cs typeface="微软雅黑"/>
              </a:rPr>
              <a:t>Fifth Outline Level</a:t>
            </a:r>
            <a:endParaRPr sz="2000" b="0" u="none">
              <a:solidFill>
                <a:schemeClr val="dk1"/>
              </a:solidFill>
              <a:latin typeface="微软雅黑"/>
              <a:ea typeface="微软雅黑"/>
              <a:cs typeface="微软雅黑"/>
            </a:endParaRPr>
          </a:p>
          <a:p>
            <a:pPr marL="2592070" lvl="5" indent="-215900" algn="l">
              <a:lnSpc>
                <a:spcPct val="90000"/>
              </a:lnSpc>
              <a:spcBef>
                <a:spcPts val="285"/>
              </a:spcBef>
              <a:buClr>
                <a:srgbClr val="000000"/>
              </a:buClr>
              <a:buSzPct val="45000"/>
              <a:buFont typeface="Wingdings" panose="05000000000000000000"/>
              <a:buChar char=""/>
            </a:pPr>
            <a:r>
              <a:rPr sz="2000" b="0" u="none">
                <a:solidFill>
                  <a:schemeClr val="dk1"/>
                </a:solidFill>
                <a:latin typeface="微软雅黑"/>
                <a:ea typeface="微软雅黑"/>
                <a:cs typeface="微软雅黑"/>
              </a:rPr>
              <a:t>Sixth Outline Level</a:t>
            </a:r>
            <a:endParaRPr sz="2000" b="0" u="none">
              <a:solidFill>
                <a:schemeClr val="dk1"/>
              </a:solidFill>
              <a:latin typeface="微软雅黑"/>
              <a:ea typeface="微软雅黑"/>
              <a:cs typeface="微软雅黑"/>
            </a:endParaRPr>
          </a:p>
          <a:p>
            <a:pPr marL="3023870" lvl="6" indent="-215900" algn="l">
              <a:lnSpc>
                <a:spcPct val="90000"/>
              </a:lnSpc>
              <a:spcBef>
                <a:spcPts val="285"/>
              </a:spcBef>
              <a:buClr>
                <a:srgbClr val="000000"/>
              </a:buClr>
              <a:buSzPct val="45000"/>
              <a:buFont typeface="Wingdings" panose="05000000000000000000"/>
              <a:buChar char=""/>
            </a:pPr>
            <a:r>
              <a:rPr sz="2000" b="0" u="none">
                <a:solidFill>
                  <a:schemeClr val="dk1"/>
                </a:solidFill>
                <a:latin typeface="微软雅黑"/>
                <a:ea typeface="微软雅黑"/>
                <a:cs typeface="微软雅黑"/>
              </a:rPr>
              <a:t>Seventh Outline Level</a:t>
            </a:r>
            <a:endParaRPr sz="2000" b="0" u="none">
              <a:solidFill>
                <a:schemeClr val="dk1"/>
              </a:solidFill>
              <a:latin typeface="微软雅黑"/>
              <a:ea typeface="微软雅黑"/>
              <a:cs typeface="微软雅黑"/>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内容页2">
    <p:bg>
      <p:bgPr>
        <a:solidFill>
          <a:srgbClr val="FFFFFF"/>
        </a:solidFill>
        <a:effectLst/>
      </p:bgPr>
    </p:bg>
    <p:spTree>
      <p:nvGrpSpPr>
        <p:cNvPr id="1" name=""/>
        <p:cNvGrpSpPr/>
        <p:nvPr/>
      </p:nvGrpSpPr>
      <p:grpSpPr/>
      <p:pic>
        <p:nvPicPr>
          <p:cNvPr id="1432"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333"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334"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35"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36"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37"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339"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40"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341"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342"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43"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44"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1444" name="图片 2"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347" name="Freeform 1031"/>
          <p:cNvSpPr>
            <a:spLocks noGrp="1"/>
          </p:cNvSpPr>
          <p:nvPr/>
        </p:nvSpPr>
        <p:spPr>
          <a:xfrm>
            <a:off x="511560" y="415080"/>
            <a:ext cx="295920" cy="387360"/>
          </a:xfrm>
          <a:custGeom>
            <a:avLst/>
            <a:gdLst>
              <a:gd name="textAreaLeft" fmla="*/ 0 w 295920"/>
              <a:gd name="textAreaRight" fmla="*/ 296280 w 295920"/>
              <a:gd name="textAreaTop" fmla="*/ 0 h 387360"/>
              <a:gd name="textAreaBottom" fmla="*/ 387720 h 387360"/>
              <a:gd name="GluePoint1X" fmla="*/ 162 w 539"/>
              <a:gd name="GluePoint1Y" fmla="*/ 705 h 705"/>
              <a:gd name="GluePoint2X" fmla="*/ 0 w 539"/>
              <a:gd name="GluePoint2Y" fmla="*/ 705 h 705"/>
              <a:gd name="GluePoint3X" fmla="*/ 375 w 539"/>
              <a:gd name="GluePoint3Y" fmla="*/ 0 h 705"/>
              <a:gd name="GluePoint4X" fmla="*/ 539 w 539"/>
              <a:gd name="GluePoint4Y" fmla="*/ 0 h 705"/>
              <a:gd name="GluePoint5X" fmla="*/ 162 w 539"/>
              <a:gd name="GluePoint5Y" fmla="*/ 705 h 705"/>
            </a:gdLst>
            <a:ahLst/>
            <a:cxnLst/>
            <a:rect l="textAreaLeft" t="textAreaTop" r="textAreaRight" b="textAreaBottom"/>
            <a:pathLst>
              <a:path w="539" h="705">
                <a:moveTo>
                  <a:pt x="162" y="705"/>
                </a:moveTo>
                <a:lnTo>
                  <a:pt x="0" y="705"/>
                </a:lnTo>
                <a:lnTo>
                  <a:pt x="375" y="0"/>
                </a:lnTo>
                <a:lnTo>
                  <a:pt x="539" y="0"/>
                </a:lnTo>
                <a:lnTo>
                  <a:pt x="162" y="705"/>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348" name="Freeform 1034"/>
          <p:cNvSpPr>
            <a:spLocks noGrp="1"/>
          </p:cNvSpPr>
          <p:nvPr/>
        </p:nvSpPr>
        <p:spPr>
          <a:xfrm>
            <a:off x="435600" y="456840"/>
            <a:ext cx="185400" cy="242640"/>
          </a:xfrm>
          <a:custGeom>
            <a:avLst/>
            <a:gdLst>
              <a:gd name="textAreaLeft" fmla="*/ 0 w 185400"/>
              <a:gd name="textAreaRight" fmla="*/ 185760 w 185400"/>
              <a:gd name="textAreaTop" fmla="*/ 0 h 242640"/>
              <a:gd name="textAreaBottom" fmla="*/ 243000 h 242640"/>
              <a:gd name="GluePoint1X" fmla="*/ 102 w 338"/>
              <a:gd name="GluePoint1Y" fmla="*/ 442 h 442"/>
              <a:gd name="GluePoint2X" fmla="*/ 0 w 338"/>
              <a:gd name="GluePoint2Y" fmla="*/ 442 h 442"/>
              <a:gd name="GluePoint3X" fmla="*/ 235 w 338"/>
              <a:gd name="GluePoint3Y" fmla="*/ 0 h 442"/>
              <a:gd name="GluePoint4X" fmla="*/ 338 w 338"/>
              <a:gd name="GluePoint4Y" fmla="*/ 0 h 442"/>
              <a:gd name="GluePoint5X" fmla="*/ 102 w 338"/>
              <a:gd name="GluePoint5Y" fmla="*/ 442 h 442"/>
            </a:gdLst>
            <a:ahLst/>
            <a:cxnLst/>
            <a:rect l="textAreaLeft" t="textAreaTop" r="textAreaRight" b="textAreaBottom"/>
            <a:pathLst>
              <a:path w="338" h="442">
                <a:moveTo>
                  <a:pt x="102" y="442"/>
                </a:moveTo>
                <a:lnTo>
                  <a:pt x="0" y="442"/>
                </a:lnTo>
                <a:lnTo>
                  <a:pt x="235" y="0"/>
                </a:lnTo>
                <a:lnTo>
                  <a:pt x="338" y="0"/>
                </a:lnTo>
                <a:lnTo>
                  <a:pt x="102" y="442"/>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349" name="Freeform 1032"/>
          <p:cNvSpPr>
            <a:spLocks noGrp="1"/>
          </p:cNvSpPr>
          <p:nvPr/>
        </p:nvSpPr>
        <p:spPr>
          <a:xfrm>
            <a:off x="696240" y="572400"/>
            <a:ext cx="185400" cy="243360"/>
          </a:xfrm>
          <a:custGeom>
            <a:avLst/>
            <a:gdLst>
              <a:gd name="textAreaLeft" fmla="*/ 0 w 185400"/>
              <a:gd name="textAreaRight" fmla="*/ 185760 w 185400"/>
              <a:gd name="textAreaTop" fmla="*/ 0 h 243360"/>
              <a:gd name="textAreaBottom" fmla="*/ 243720 h 243360"/>
              <a:gd name="GluePoint1X" fmla="*/ 102 w 338"/>
              <a:gd name="GluePoint1Y" fmla="*/ 443 h 443"/>
              <a:gd name="GluePoint2X" fmla="*/ 0 w 338"/>
              <a:gd name="GluePoint2Y" fmla="*/ 443 h 443"/>
              <a:gd name="GluePoint3X" fmla="*/ 235 w 338"/>
              <a:gd name="GluePoint3Y" fmla="*/ 0 h 443"/>
              <a:gd name="GluePoint4X" fmla="*/ 338 w 338"/>
              <a:gd name="GluePoint4Y" fmla="*/ 0 h 443"/>
              <a:gd name="GluePoint5X" fmla="*/ 102 w 338"/>
              <a:gd name="GluePoint5Y" fmla="*/ 443 h 443"/>
            </a:gdLst>
            <a:ahLst/>
            <a:cxnLst/>
            <a:rect l="textAreaLeft" t="textAreaTop" r="textAreaRight" b="textAreaBottom"/>
            <a:pathLst>
              <a:path w="338" h="443">
                <a:moveTo>
                  <a:pt x="102" y="443"/>
                </a:moveTo>
                <a:lnTo>
                  <a:pt x="0" y="443"/>
                </a:lnTo>
                <a:lnTo>
                  <a:pt x="235" y="0"/>
                </a:lnTo>
                <a:lnTo>
                  <a:pt x="338" y="0"/>
                </a:lnTo>
                <a:lnTo>
                  <a:pt x="102" y="443"/>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350" name="Freeform 1033"/>
          <p:cNvSpPr>
            <a:spLocks noGrp="1"/>
          </p:cNvSpPr>
          <p:nvPr/>
        </p:nvSpPr>
        <p:spPr>
          <a:xfrm>
            <a:off x="543960" y="318960"/>
            <a:ext cx="185400" cy="242640"/>
          </a:xfrm>
          <a:custGeom>
            <a:avLst/>
            <a:gdLst>
              <a:gd name="textAreaLeft" fmla="*/ 0 w 185400"/>
              <a:gd name="textAreaRight" fmla="*/ 185760 w 185400"/>
              <a:gd name="textAreaTop" fmla="*/ 0 h 242640"/>
              <a:gd name="textAreaBottom" fmla="*/ 243000 h 242640"/>
              <a:gd name="GluePoint1X" fmla="*/ 103 w 338"/>
              <a:gd name="GluePoint1Y" fmla="*/ 442 h 442"/>
              <a:gd name="GluePoint2X" fmla="*/ 0 w 338"/>
              <a:gd name="GluePoint2Y" fmla="*/ 442 h 442"/>
              <a:gd name="GluePoint3X" fmla="*/ 236 w 338"/>
              <a:gd name="GluePoint3Y" fmla="*/ 0 h 442"/>
              <a:gd name="GluePoint4X" fmla="*/ 338 w 338"/>
              <a:gd name="GluePoint4Y" fmla="*/ 0 h 442"/>
              <a:gd name="GluePoint5X" fmla="*/ 103 w 338"/>
              <a:gd name="GluePoint5Y" fmla="*/ 442 h 442"/>
            </a:gdLst>
            <a:ahLst/>
            <a:cxnLst/>
            <a:rect l="textAreaLeft" t="textAreaTop" r="textAreaRight" b="textAreaBottom"/>
            <a:pathLst>
              <a:path w="338" h="442">
                <a:moveTo>
                  <a:pt x="103" y="442"/>
                </a:moveTo>
                <a:lnTo>
                  <a:pt x="0" y="442"/>
                </a:lnTo>
                <a:lnTo>
                  <a:pt x="236" y="0"/>
                </a:lnTo>
                <a:lnTo>
                  <a:pt x="338" y="0"/>
                </a:lnTo>
                <a:lnTo>
                  <a:pt x="103" y="442"/>
                </a:lnTo>
                <a:close/>
              </a:path>
            </a:pathLst>
          </a:custGeom>
          <a:solidFill>
            <a:schemeClr val="accent1">
              <a:alpha val="73000"/>
            </a:schemeClr>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351" name="Freeform 1029"/>
          <p:cNvSpPr>
            <a:spLocks noGrp="1"/>
          </p:cNvSpPr>
          <p:nvPr/>
        </p:nvSpPr>
        <p:spPr>
          <a:xfrm>
            <a:off x="595440" y="327240"/>
            <a:ext cx="5800320" cy="440280"/>
          </a:xfrm>
          <a:prstGeom prst="parallelogram">
            <a:avLst>
              <a:gd name="adj" fmla="val 53329"/>
            </a:avLst>
          </a:prstGeom>
          <a:gradFill rotWithShape="0">
            <a:gsLst>
              <a:gs pos="0">
                <a:srgbClr val="ED6F00">
                  <a:alpha val="9000"/>
                </a:srgbClr>
              </a:gs>
              <a:gs pos="100000">
                <a:srgbClr val="ED6F00">
                  <a:alpha val="0"/>
                </a:srgbClr>
              </a:gs>
            </a:gsLst>
            <a:lin ang="2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352" name="Freeform 1030"/>
          <p:cNvSpPr>
            <a:spLocks noGrp="1"/>
          </p:cNvSpPr>
          <p:nvPr/>
        </p:nvSpPr>
        <p:spPr>
          <a:xfrm>
            <a:off x="585360" y="327240"/>
            <a:ext cx="336600" cy="440280"/>
          </a:xfrm>
          <a:custGeom>
            <a:avLst/>
            <a:gdLst>
              <a:gd name="textAreaLeft" fmla="*/ 0 w 336600"/>
              <a:gd name="textAreaRight" fmla="*/ 336960 w 336600"/>
              <a:gd name="textAreaTop" fmla="*/ 0 h 440280"/>
              <a:gd name="textAreaBottom" fmla="*/ 440640 h 440280"/>
              <a:gd name="GluePoint1X" fmla="*/ 161 w 539"/>
              <a:gd name="GluePoint1Y" fmla="*/ 705 h 705"/>
              <a:gd name="GluePoint2X" fmla="*/ 0 w 539"/>
              <a:gd name="GluePoint2Y" fmla="*/ 705 h 705"/>
              <a:gd name="GluePoint3X" fmla="*/ 377 w 539"/>
              <a:gd name="GluePoint3Y" fmla="*/ 0 h 705"/>
              <a:gd name="GluePoint4X" fmla="*/ 539 w 539"/>
              <a:gd name="GluePoint4Y" fmla="*/ 0 h 705"/>
              <a:gd name="GluePoint5X" fmla="*/ 161 w 539"/>
              <a:gd name="GluePoint5Y" fmla="*/ 705 h 705"/>
            </a:gdLst>
            <a:ahLst/>
            <a:cxnLst/>
            <a:rect l="textAreaLeft" t="textAreaTop" r="textAreaRight" b="textAreaBottom"/>
            <a:pathLst>
              <a:path w="539" h="705">
                <a:moveTo>
                  <a:pt x="161" y="705"/>
                </a:moveTo>
                <a:lnTo>
                  <a:pt x="0" y="705"/>
                </a:lnTo>
                <a:lnTo>
                  <a:pt x="377" y="0"/>
                </a:lnTo>
                <a:lnTo>
                  <a:pt x="539" y="0"/>
                </a:lnTo>
                <a:lnTo>
                  <a:pt x="161" y="705"/>
                </a:lnTo>
                <a:close/>
              </a:path>
            </a:pathLst>
          </a:custGeom>
          <a:gradFill rotWithShape="0">
            <a:gsLst>
              <a:gs pos="26000">
                <a:srgbClr val="ED6F00"/>
              </a:gs>
              <a:gs pos="100000">
                <a:srgbClr val="FFA85B"/>
              </a:gs>
            </a:gsLst>
            <a:lin ang="162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353" name="PlaceHolder 1"/>
          <p:cNvSpPr>
            <a:spLocks noGrp="1"/>
          </p:cNvSpPr>
          <p:nvPr>
            <p:ph type="title"/>
          </p:nvPr>
        </p:nvSpPr>
        <p:spPr>
          <a:xfrm>
            <a:off x="1003680" y="364320"/>
            <a:ext cx="6845040" cy="369000"/>
          </a:xfrm>
          <a:prstGeom prst="rect">
            <a:avLst/>
          </a:prstGeom>
          <a:noFill/>
          <a:ln w="0">
            <a:noFill/>
          </a:ln>
        </p:spPr>
        <p:txBody>
          <a:bodyPr lIns="90000" tIns="45000" rIns="90000" bIns="45000" anchor="t">
            <a:normAutofit fontScale="85000" lnSpcReduction="9999"/>
          </a:bodyPr>
          <a:lstStyle>
            <a:lvl1pPr indent="0" algn="l" defTabSz="914400">
              <a:lnSpc>
                <a:spcPct val="100000"/>
              </a:lnSpc>
              <a:buNone/>
              <a:tabLst>
                <a:tab pos="0" algn="l"/>
              </a:tabLst>
              <a:defRPr sz="2400" b="1" u="none" spc="99">
                <a:solidFill>
                  <a:schemeClr val="accent1"/>
                </a:solidFill>
                <a:latin typeface="思源黑体 CN Bold"/>
                <a:ea typeface="思源黑体 CN Bold"/>
                <a:cs typeface="思源黑体 CN Bold"/>
              </a:defRPr>
            </a:lvl1pPr>
          </a:lstStyle>
          <a:p>
            <a:pPr indent="0" algn="l" defTabSz="914400">
              <a:lnSpc>
                <a:spcPct val="100000"/>
              </a:lnSpc>
              <a:buNone/>
              <a:tabLst>
                <a:tab pos="0" algn="l"/>
              </a:tabLst>
            </a:pPr>
            <a:r>
              <a:rPr sz="2400" b="1" u="none" spc="99">
                <a:solidFill>
                  <a:schemeClr val="accent1"/>
                </a:solidFill>
                <a:latin typeface="思源黑体 CN Bold"/>
                <a:ea typeface="思源黑体 CN Bold"/>
                <a:cs typeface="思源黑体 CN Bold"/>
              </a:rPr>
              <a:t>单击此处编辑母版标题样式</a:t>
            </a:r>
            <a:endParaRPr sz="2400" b="1" u="none" spc="99">
              <a:solidFill>
                <a:schemeClr val="accent1"/>
              </a:solidFill>
              <a:latin typeface="思源黑体 CN Bold"/>
              <a:ea typeface="思源黑体 CN Bold"/>
              <a:cs typeface="思源黑体 CN Bold"/>
            </a:endParaRPr>
          </a:p>
        </p:txBody>
      </p:sp>
      <p:sp>
        <p:nvSpPr>
          <p:cNvPr id="1354" name="任意多边形: 形状 9"/>
          <p:cNvSpPr>
            <a:spLocks noGrp="1"/>
          </p:cNvSpPr>
          <p:nvPr/>
        </p:nvSpPr>
        <p:spPr>
          <a:xfrm>
            <a:off x="0" y="6427800"/>
            <a:ext cx="12191760" cy="429840"/>
          </a:xfrm>
          <a:custGeom>
            <a:avLst/>
            <a:gdLst>
              <a:gd name="textAreaLeft" fmla="*/ 0 w 12191760"/>
              <a:gd name="textAreaRight" fmla="*/ 12192120 w 12191760"/>
              <a:gd name="textAreaTop" fmla="*/ 0 h 429840"/>
              <a:gd name="textAreaBottom" fmla="*/ 430200 h 429840"/>
              <a:gd name="GluePoint1X" fmla="*/ 0 w 12192000"/>
              <a:gd name="GluePoint1Y" fmla="*/ 0 h 381000"/>
              <a:gd name="GluePoint2X" fmla="*/ 12192000 w 12192000"/>
              <a:gd name="GluePoint2Y" fmla="*/ 0 h 381000"/>
              <a:gd name="GluePoint3X" fmla="*/ 12192000 w 12192000"/>
              <a:gd name="GluePoint3Y" fmla="*/ 381000 h 381000"/>
              <a:gd name="GluePoint4X" fmla="*/ 0 w 12192000"/>
              <a:gd name="GluePoint4Y" fmla="*/ 381000 h 381000"/>
            </a:gdLst>
            <a:ahLst/>
            <a:cxnLst/>
            <a:rect l="textAreaLeft" t="textAreaTop" r="textAreaRight" b="textAreaBottom"/>
            <a:pathLst>
              <a:path w="12192000" h="381000">
                <a:moveTo>
                  <a:pt x="0" y="0"/>
                </a:moveTo>
                <a:lnTo>
                  <a:pt x="12192000" y="0"/>
                </a:lnTo>
                <a:lnTo>
                  <a:pt x="12192000" y="381000"/>
                </a:lnTo>
                <a:lnTo>
                  <a:pt x="0" y="381000"/>
                </a:lnTo>
                <a:close/>
              </a:path>
            </a:pathLst>
          </a:custGeom>
          <a:solidFill>
            <a:srgbClr val="ED6F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1357" name="任意多边形: 形状 33"/>
          <p:cNvSpPr>
            <a:spLocks noGrp="1"/>
          </p:cNvSpPr>
          <p:nvPr/>
        </p:nvSpPr>
        <p:spPr>
          <a:xfrm>
            <a:off x="10206000" y="6556680"/>
            <a:ext cx="88200" cy="100800"/>
          </a:xfrm>
          <a:custGeom>
            <a:avLst/>
            <a:gdLst>
              <a:gd name="textAreaLeft" fmla="*/ 0 w 88200"/>
              <a:gd name="textAreaRight" fmla="*/ 88560 w 88200"/>
              <a:gd name="textAreaTop" fmla="*/ 0 h 100800"/>
              <a:gd name="textAreaBottom" fmla="*/ 101160 h 100800"/>
              <a:gd name="GluePoint1X" fmla="*/ 21465 w 53300"/>
              <a:gd name="GluePoint1Y" fmla="*/ 19954 h 60737"/>
              <a:gd name="GluePoint2X" fmla="*/ 21465 w 53300"/>
              <a:gd name="GluePoint2Y" fmla="*/ 31321 h 60737"/>
              <a:gd name="GluePoint3X" fmla="*/ 8798 w 53300"/>
              <a:gd name="GluePoint3Y" fmla="*/ 31321 h 60737"/>
              <a:gd name="GluePoint4X" fmla="*/ 8798 w 53300"/>
              <a:gd name="GluePoint4Y" fmla="*/ 19954 h 60737"/>
              <a:gd name="GluePoint5X" fmla="*/ 21465 w 53300"/>
              <a:gd name="GluePoint5Y" fmla="*/ 19954 h 60737"/>
              <a:gd name="GluePoint6X" fmla="*/ 8798 w 53300"/>
              <a:gd name="GluePoint6Y" fmla="*/ 42961 h 60737"/>
              <a:gd name="GluePoint7X" fmla="*/ 8798 w 53300"/>
              <a:gd name="GluePoint7Y" fmla="*/ 38305 h 60737"/>
              <a:gd name="GluePoint8X" fmla="*/ 21465 w 53300"/>
              <a:gd name="GluePoint8Y" fmla="*/ 38305 h 60737"/>
              <a:gd name="GluePoint9X" fmla="*/ 21465 w 53300"/>
              <a:gd name="GluePoint9Y" fmla="*/ 60738 h 60737"/>
              <a:gd name="GluePoint10X" fmla="*/ 30777 w 53300"/>
              <a:gd name="GluePoint10Y" fmla="*/ 60738 h 60737"/>
              <a:gd name="GluePoint11X" fmla="*/ 30777 w 53300"/>
              <a:gd name="GluePoint11Y" fmla="*/ 38305 h 60737"/>
              <a:gd name="GluePoint12X" fmla="*/ 43717 w 53300"/>
              <a:gd name="GluePoint12Y" fmla="*/ 38305 h 60737"/>
              <a:gd name="GluePoint13X" fmla="*/ 43717 w 53300"/>
              <a:gd name="GluePoint13Y" fmla="*/ 42175 h 60737"/>
              <a:gd name="GluePoint14X" fmla="*/ 53300 w 53300"/>
              <a:gd name="GluePoint14Y" fmla="*/ 42175 h 60737"/>
              <a:gd name="GluePoint15X" fmla="*/ 53300 w 53300"/>
              <a:gd name="GluePoint15Y" fmla="*/ 12698 h 60737"/>
              <a:gd name="GluePoint16X" fmla="*/ 30807 w 53300"/>
              <a:gd name="GluePoint16Y" fmla="*/ 12698 h 60737"/>
              <a:gd name="GluePoint17X" fmla="*/ 30807 w 53300"/>
              <a:gd name="GluePoint17Y" fmla="*/ 6228 h 60737"/>
              <a:gd name="GluePoint18X" fmla="*/ 31684 w 53300"/>
              <a:gd name="GluePoint18Y" fmla="*/ 1270 h 60737"/>
              <a:gd name="GluePoint19X" fmla="*/ 31865 w 53300"/>
              <a:gd name="GluePoint19Y" fmla="*/ 514 h 60737"/>
              <a:gd name="GluePoint20X" fmla="*/ 30112 w 53300"/>
              <a:gd name="GluePoint20Y" fmla="*/ 60 h 60737"/>
              <a:gd name="GluePoint21X" fmla="*/ 27330 w 53300"/>
              <a:gd name="GluePoint21Y" fmla="*/ 0 h 60737"/>
              <a:gd name="GluePoint22X" fmla="*/ 21223 w 53300"/>
              <a:gd name="GluePoint22Y" fmla="*/ 0 h 60737"/>
              <a:gd name="GluePoint23X" fmla="*/ 21223 w 53300"/>
              <a:gd name="GluePoint23Y" fmla="*/ 12668 h 60737"/>
              <a:gd name="GluePoint24X" fmla="*/ 0 w 53300"/>
              <a:gd name="GluePoint24Y" fmla="*/ 12668 h 60737"/>
              <a:gd name="GluePoint25X" fmla="*/ 0 w 53300"/>
              <a:gd name="GluePoint25Y" fmla="*/ 42930 h 60737"/>
              <a:gd name="GluePoint26X" fmla="*/ 8798 w 53300"/>
              <a:gd name="GluePoint26Y" fmla="*/ 42930 h 60737"/>
              <a:gd name="GluePoint27X" fmla="*/ 30777 w 53300"/>
              <a:gd name="GluePoint27Y" fmla="*/ 31321 h 60737"/>
              <a:gd name="GluePoint28X" fmla="*/ 30777 w 53300"/>
              <a:gd name="GluePoint28Y" fmla="*/ 19954 h 60737"/>
              <a:gd name="GluePoint29X" fmla="*/ 43717 w 53300"/>
              <a:gd name="GluePoint29Y" fmla="*/ 19954 h 60737"/>
              <a:gd name="GluePoint30X" fmla="*/ 43717 w 53300"/>
              <a:gd name="GluePoint30Y" fmla="*/ 31321 h 60737"/>
              <a:gd name="GluePoint31X" fmla="*/ 30777 w 53300"/>
              <a:gd name="GluePoint31Y" fmla="*/ 31321 h 60737"/>
            </a:gdLst>
            <a:ahLst/>
            <a:cxnLst/>
            <a:rect l="textAreaLeft" t="textAreaTop" r="textAreaRight" b="textAreaBottom"/>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58" name="任意多边形: 形状 34"/>
          <p:cNvSpPr>
            <a:spLocks noGrp="1"/>
          </p:cNvSpPr>
          <p:nvPr/>
        </p:nvSpPr>
        <p:spPr>
          <a:xfrm>
            <a:off x="10353240" y="6559560"/>
            <a:ext cx="89640" cy="97560"/>
          </a:xfrm>
          <a:custGeom>
            <a:avLst/>
            <a:gdLst>
              <a:gd name="textAreaLeft" fmla="*/ 0 w 89640"/>
              <a:gd name="textAreaRight" fmla="*/ 90000 w 89640"/>
              <a:gd name="textAreaTop" fmla="*/ 0 h 97560"/>
              <a:gd name="textAreaBottom" fmla="*/ 97920 h 97560"/>
              <a:gd name="GluePoint1X" fmla="*/ 45531 w 54056"/>
              <a:gd name="GluePoint1Y" fmla="*/ 48614 h 58923"/>
              <a:gd name="GluePoint2X" fmla="*/ 8284 w 54056"/>
              <a:gd name="GluePoint2Y" fmla="*/ 48614 h 58923"/>
              <a:gd name="GluePoint3X" fmla="*/ 8284 w 54056"/>
              <a:gd name="GluePoint3Y" fmla="*/ 6984 h 58923"/>
              <a:gd name="GluePoint4X" fmla="*/ 45531 w 54056"/>
              <a:gd name="GluePoint4Y" fmla="*/ 6984 h 58923"/>
              <a:gd name="GluePoint5X" fmla="*/ 45531 w 54056"/>
              <a:gd name="GluePoint5Y" fmla="*/ 48614 h 58923"/>
              <a:gd name="GluePoint6X" fmla="*/ 8284 w 54056"/>
              <a:gd name="GluePoint6Y" fmla="*/ 58893 h 58923"/>
              <a:gd name="GluePoint7X" fmla="*/ 8284 w 54056"/>
              <a:gd name="GluePoint7Y" fmla="*/ 55538 h 58923"/>
              <a:gd name="GluePoint8X" fmla="*/ 45531 w 54056"/>
              <a:gd name="GluePoint8Y" fmla="*/ 55538 h 58923"/>
              <a:gd name="GluePoint9X" fmla="*/ 45531 w 54056"/>
              <a:gd name="GluePoint9Y" fmla="*/ 58379 h 58923"/>
              <a:gd name="GluePoint10X" fmla="*/ 54056 w 54056"/>
              <a:gd name="GluePoint10Y" fmla="*/ 58379 h 58923"/>
              <a:gd name="GluePoint11X" fmla="*/ 54056 w 54056"/>
              <a:gd name="GluePoint11Y" fmla="*/ 0 h 58923"/>
              <a:gd name="GluePoint12X" fmla="*/ 0 w 54056"/>
              <a:gd name="GluePoint12Y" fmla="*/ 0 h 58923"/>
              <a:gd name="GluePoint13X" fmla="*/ 0 w 54056"/>
              <a:gd name="GluePoint13Y" fmla="*/ 58924 h 58923"/>
              <a:gd name="GluePoint14X" fmla="*/ 8284 w 54056"/>
              <a:gd name="GluePoint14Y" fmla="*/ 58924 h 58923"/>
              <a:gd name="GluePoint15X" fmla="*/ 11640 w 54056"/>
              <a:gd name="GluePoint15Y" fmla="*/ 29477 h 58923"/>
              <a:gd name="GluePoint16X" fmla="*/ 22251 w 54056"/>
              <a:gd name="GluePoint16Y" fmla="*/ 29477 h 58923"/>
              <a:gd name="GluePoint17X" fmla="*/ 22251 w 54056"/>
              <a:gd name="GluePoint17Y" fmla="*/ 38003 h 58923"/>
              <a:gd name="GluePoint18X" fmla="*/ 10098 w 54056"/>
              <a:gd name="GluePoint18Y" fmla="*/ 38003 h 58923"/>
              <a:gd name="GluePoint19X" fmla="*/ 10098 w 54056"/>
              <a:gd name="GluePoint19Y" fmla="*/ 44714 h 58923"/>
              <a:gd name="GluePoint20X" fmla="*/ 43717 w 54056"/>
              <a:gd name="GluePoint20Y" fmla="*/ 44714 h 58923"/>
              <a:gd name="GluePoint21X" fmla="*/ 43717 w 54056"/>
              <a:gd name="GluePoint21Y" fmla="*/ 38003 h 58923"/>
              <a:gd name="GluePoint22X" fmla="*/ 38819 w 54056"/>
              <a:gd name="GluePoint22Y" fmla="*/ 38003 h 58923"/>
              <a:gd name="GluePoint23X" fmla="*/ 42689 w 54056"/>
              <a:gd name="GluePoint23Y" fmla="*/ 35403 h 58923"/>
              <a:gd name="GluePoint24X" fmla="*/ 39061 w 54056"/>
              <a:gd name="GluePoint24Y" fmla="*/ 29447 h 58923"/>
              <a:gd name="GluePoint25X" fmla="*/ 42144 w 54056"/>
              <a:gd name="GluePoint25Y" fmla="*/ 29447 h 58923"/>
              <a:gd name="GluePoint26X" fmla="*/ 42144 w 54056"/>
              <a:gd name="GluePoint26Y" fmla="*/ 22977 h 58923"/>
              <a:gd name="GluePoint27X" fmla="*/ 30505 w 54056"/>
              <a:gd name="GluePoint27Y" fmla="*/ 22977 h 58923"/>
              <a:gd name="GluePoint28X" fmla="*/ 30505 w 54056"/>
              <a:gd name="GluePoint28Y" fmla="*/ 17293 h 58923"/>
              <a:gd name="GluePoint29X" fmla="*/ 43172 w 54056"/>
              <a:gd name="GluePoint29Y" fmla="*/ 17293 h 58923"/>
              <a:gd name="GluePoint30X" fmla="*/ 43172 w 54056"/>
              <a:gd name="GluePoint30Y" fmla="*/ 10823 h 58923"/>
              <a:gd name="GluePoint31X" fmla="*/ 10581 w 54056"/>
              <a:gd name="GluePoint31Y" fmla="*/ 10823 h 58923"/>
              <a:gd name="GluePoint32X" fmla="*/ 10581 w 54056"/>
              <a:gd name="GluePoint32Y" fmla="*/ 17293 h 58923"/>
              <a:gd name="GluePoint33X" fmla="*/ 22221 w 54056"/>
              <a:gd name="GluePoint33Y" fmla="*/ 17293 h 58923"/>
              <a:gd name="GluePoint34X" fmla="*/ 22221 w 54056"/>
              <a:gd name="GluePoint34Y" fmla="*/ 22977 h 58923"/>
              <a:gd name="GluePoint35X" fmla="*/ 11609 w 54056"/>
              <a:gd name="GluePoint35Y" fmla="*/ 22977 h 58923"/>
              <a:gd name="GluePoint36X" fmla="*/ 11609 w 54056"/>
              <a:gd name="GluePoint36Y" fmla="*/ 29447 h 58923"/>
              <a:gd name="GluePoint37X" fmla="*/ 35705 w 54056"/>
              <a:gd name="GluePoint37Y" fmla="*/ 38003 h 58923"/>
              <a:gd name="GluePoint38X" fmla="*/ 30535 w 54056"/>
              <a:gd name="GluePoint38Y" fmla="*/ 38003 h 58923"/>
              <a:gd name="GluePoint39X" fmla="*/ 30535 w 54056"/>
              <a:gd name="GluePoint39Y" fmla="*/ 29477 h 58923"/>
              <a:gd name="GluePoint40X" fmla="*/ 35705 w 54056"/>
              <a:gd name="GluePoint40Y" fmla="*/ 29477 h 58923"/>
              <a:gd name="GluePoint41X" fmla="*/ 31835 w 54056"/>
              <a:gd name="GluePoint41Y" fmla="*/ 32077 h 58923"/>
              <a:gd name="GluePoint42X" fmla="*/ 35705 w 54056"/>
              <a:gd name="GluePoint42Y" fmla="*/ 38033 h 58923"/>
            </a:gdLst>
            <a:ahLst/>
            <a:cxnLst/>
            <a:rect l="textAreaLeft" t="textAreaTop" r="textAreaRight" b="textAreaBottom"/>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59" name="任意多边形: 形状 35"/>
          <p:cNvSpPr>
            <a:spLocks noGrp="1"/>
          </p:cNvSpPr>
          <p:nvPr/>
        </p:nvSpPr>
        <p:spPr>
          <a:xfrm>
            <a:off x="10494720" y="6557400"/>
            <a:ext cx="102240" cy="99360"/>
          </a:xfrm>
          <a:custGeom>
            <a:avLst/>
            <a:gdLst>
              <a:gd name="textAreaLeft" fmla="*/ 0 w 102240"/>
              <a:gd name="textAreaRight" fmla="*/ 102600 w 102240"/>
              <a:gd name="textAreaTop" fmla="*/ 0 h 99360"/>
              <a:gd name="textAreaBottom" fmla="*/ 99720 h 99360"/>
              <a:gd name="GluePoint1X" fmla="*/ 45017 w 61584"/>
              <a:gd name="GluePoint1Y" fmla="*/ 13998 h 59981"/>
              <a:gd name="GluePoint2X" fmla="*/ 39061 w 61584"/>
              <a:gd name="GluePoint2Y" fmla="*/ 18654 h 59981"/>
              <a:gd name="GluePoint3X" fmla="*/ 37640 w 61584"/>
              <a:gd name="GluePoint3Y" fmla="*/ 16779 h 59981"/>
              <a:gd name="GluePoint4X" fmla="*/ 31019 w 61584"/>
              <a:gd name="GluePoint4Y" fmla="*/ 8314 h 59981"/>
              <a:gd name="GluePoint5X" fmla="*/ 37489 w 61584"/>
              <a:gd name="GluePoint5Y" fmla="*/ 3658 h 59981"/>
              <a:gd name="GluePoint6X" fmla="*/ 44986 w 61584"/>
              <a:gd name="GluePoint6Y" fmla="*/ 13998 h 59981"/>
              <a:gd name="GluePoint7X" fmla="*/ 45803 w 61584"/>
              <a:gd name="GluePoint7Y" fmla="*/ 30 h 59981"/>
              <a:gd name="GluePoint8X" fmla="*/ 51244 w 61584"/>
              <a:gd name="GluePoint8Y" fmla="*/ 30 h 59981"/>
              <a:gd name="GluePoint9X" fmla="*/ 54600 w 61584"/>
              <a:gd name="GluePoint9Y" fmla="*/ 1058 h 59981"/>
              <a:gd name="GluePoint10X" fmla="*/ 54510 w 61584"/>
              <a:gd name="GluePoint10Y" fmla="*/ 1814 h 59981"/>
              <a:gd name="GluePoint11X" fmla="*/ 54086 w 61584"/>
              <a:gd name="GluePoint11Y" fmla="*/ 5986 h 59981"/>
              <a:gd name="GluePoint12X" fmla="*/ 54086 w 61584"/>
              <a:gd name="GluePoint12Y" fmla="*/ 34949 h 59981"/>
              <a:gd name="GluePoint13X" fmla="*/ 61070 w 61584"/>
              <a:gd name="GluePoint13Y" fmla="*/ 33921 h 59981"/>
              <a:gd name="GluePoint14X" fmla="*/ 61584 w 61584"/>
              <a:gd name="GluePoint14Y" fmla="*/ 40633 h 59981"/>
              <a:gd name="GluePoint15X" fmla="*/ 54086 w 61584"/>
              <a:gd name="GluePoint15Y" fmla="*/ 41933 h 59981"/>
              <a:gd name="GluePoint16X" fmla="*/ 54086 w 61584"/>
              <a:gd name="GluePoint16Y" fmla="*/ 59982 h 59981"/>
              <a:gd name="GluePoint17X" fmla="*/ 45803 w 61584"/>
              <a:gd name="GluePoint17Y" fmla="*/ 59982 h 59981"/>
              <a:gd name="GluePoint18X" fmla="*/ 45803 w 61584"/>
              <a:gd name="GluePoint18Y" fmla="*/ 43233 h 59981"/>
              <a:gd name="GluePoint19X" fmla="*/ 26937 w 61584"/>
              <a:gd name="GluePoint19Y" fmla="*/ 46075 h 59981"/>
              <a:gd name="GluePoint20X" fmla="*/ 26151 w 61584"/>
              <a:gd name="GluePoint20Y" fmla="*/ 40391 h 59981"/>
              <a:gd name="GluePoint21X" fmla="*/ 25123 w 61584"/>
              <a:gd name="GluePoint21Y" fmla="*/ 41177 h 59981"/>
              <a:gd name="GluePoint22X" fmla="*/ 24337 w 61584"/>
              <a:gd name="GluePoint22Y" fmla="*/ 40179 h 59981"/>
              <a:gd name="GluePoint23X" fmla="*/ 20195 w 61584"/>
              <a:gd name="GluePoint23Y" fmla="*/ 34707 h 59981"/>
              <a:gd name="GluePoint24X" fmla="*/ 20195 w 61584"/>
              <a:gd name="GluePoint24Y" fmla="*/ 59468 h 59981"/>
              <a:gd name="GluePoint25X" fmla="*/ 12426 w 61584"/>
              <a:gd name="GluePoint25Y" fmla="*/ 59468 h 59981"/>
              <a:gd name="GluePoint26X" fmla="*/ 12426 w 61584"/>
              <a:gd name="GluePoint26Y" fmla="*/ 37277 h 59981"/>
              <a:gd name="GluePoint27X" fmla="*/ 10642 w 61584"/>
              <a:gd name="GluePoint27Y" fmla="*/ 40512 h 59981"/>
              <a:gd name="GluePoint28X" fmla="*/ 5170 w 61584"/>
              <a:gd name="GluePoint28Y" fmla="*/ 49703 h 59981"/>
              <a:gd name="GluePoint29X" fmla="*/ 877 w 61584"/>
              <a:gd name="GluePoint29Y" fmla="*/ 44261 h 59981"/>
              <a:gd name="GluePoint30X" fmla="*/ 0 w 61584"/>
              <a:gd name="GluePoint30Y" fmla="*/ 43233 h 59981"/>
              <a:gd name="GluePoint31X" fmla="*/ 11126 w 61584"/>
              <a:gd name="GluePoint31Y" fmla="*/ 23823 h 59981"/>
              <a:gd name="GluePoint32X" fmla="*/ 1542 w 61584"/>
              <a:gd name="GluePoint32Y" fmla="*/ 23823 h 59981"/>
              <a:gd name="GluePoint33X" fmla="*/ 1542 w 61584"/>
              <a:gd name="GluePoint33Y" fmla="*/ 17112 h 59981"/>
              <a:gd name="GluePoint34X" fmla="*/ 12395 w 61584"/>
              <a:gd name="GluePoint34Y" fmla="*/ 17112 h 59981"/>
              <a:gd name="GluePoint35X" fmla="*/ 12395 w 61584"/>
              <a:gd name="GluePoint35Y" fmla="*/ 9856 h 59981"/>
              <a:gd name="GluePoint36X" fmla="*/ 4112 w 61584"/>
              <a:gd name="GluePoint36Y" fmla="*/ 10642 h 59981"/>
              <a:gd name="GluePoint37X" fmla="*/ 1270 w 61584"/>
              <a:gd name="GluePoint37Y" fmla="*/ 4172 h 59981"/>
              <a:gd name="GluePoint38X" fmla="*/ 25335 w 61584"/>
              <a:gd name="GluePoint38Y" fmla="*/ 544 h 59981"/>
              <a:gd name="GluePoint39X" fmla="*/ 26998 w 61584"/>
              <a:gd name="GluePoint39Y" fmla="*/ 3658 h 59981"/>
              <a:gd name="GluePoint40X" fmla="*/ 28691 w 61584"/>
              <a:gd name="GluePoint40Y" fmla="*/ 6772 h 59981"/>
              <a:gd name="GluePoint41X" fmla="*/ 28993 w 61584"/>
              <a:gd name="GluePoint41Y" fmla="*/ 7800 h 59981"/>
              <a:gd name="GluePoint42X" fmla="*/ 28691 w 61584"/>
              <a:gd name="GluePoint42Y" fmla="*/ 8314 h 59981"/>
              <a:gd name="GluePoint43X" fmla="*/ 20165 w 61584"/>
              <a:gd name="GluePoint43Y" fmla="*/ 9100 h 59981"/>
              <a:gd name="GluePoint44X" fmla="*/ 20165 w 61584"/>
              <a:gd name="GluePoint44Y" fmla="*/ 17112 h 59981"/>
              <a:gd name="GluePoint45X" fmla="*/ 28963 w 61584"/>
              <a:gd name="GluePoint45Y" fmla="*/ 17112 h 59981"/>
              <a:gd name="GluePoint46X" fmla="*/ 28963 w 61584"/>
              <a:gd name="GluePoint46Y" fmla="*/ 23823 h 59981"/>
              <a:gd name="GluePoint47X" fmla="*/ 20165 w 61584"/>
              <a:gd name="GluePoint47Y" fmla="*/ 23823 h 59981"/>
              <a:gd name="GluePoint48X" fmla="*/ 20165 w 61584"/>
              <a:gd name="GluePoint48Y" fmla="*/ 29779 h 59981"/>
              <a:gd name="GluePoint49X" fmla="*/ 23793 w 61584"/>
              <a:gd name="GluePoint49Y" fmla="*/ 27179 h 59981"/>
              <a:gd name="GluePoint50X" fmla="*/ 31291 w 61584"/>
              <a:gd name="GluePoint50Y" fmla="*/ 36491 h 59981"/>
              <a:gd name="GluePoint51X" fmla="*/ 28449 w 61584"/>
              <a:gd name="GluePoint51Y" fmla="*/ 38819 h 59981"/>
              <a:gd name="GluePoint52X" fmla="*/ 45772 w 61584"/>
              <a:gd name="GluePoint52Y" fmla="*/ 36219 h 59981"/>
              <a:gd name="GluePoint53X" fmla="*/ 45772 w 61584"/>
              <a:gd name="GluePoint53Y" fmla="*/ 0 h 59981"/>
              <a:gd name="GluePoint54X" fmla="*/ 43203 w 61584"/>
              <a:gd name="GluePoint54Y" fmla="*/ 31563 h 59981"/>
              <a:gd name="GluePoint55X" fmla="*/ 36219 w 61584"/>
              <a:gd name="GluePoint55Y" fmla="*/ 34919 h 59981"/>
              <a:gd name="GluePoint56X" fmla="*/ 29749 w 61584"/>
              <a:gd name="GluePoint56Y" fmla="*/ 23521 h 59981"/>
              <a:gd name="GluePoint57X" fmla="*/ 36733 w 61584"/>
              <a:gd name="GluePoint57Y" fmla="*/ 19379 h 59981"/>
              <a:gd name="GluePoint58X" fmla="*/ 43203 w 61584"/>
              <a:gd name="GluePoint58Y" fmla="*/ 31533 h 59981"/>
            </a:gdLst>
            <a:ahLst/>
            <a:cxnLst/>
            <a:rect l="textAreaLeft" t="textAreaTop" r="textAreaRight" b="textAreaBottom"/>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60" name="任意多边形: 形状 36"/>
          <p:cNvSpPr>
            <a:spLocks noGrp="1"/>
          </p:cNvSpPr>
          <p:nvPr/>
        </p:nvSpPr>
        <p:spPr>
          <a:xfrm>
            <a:off x="10646280" y="6555960"/>
            <a:ext cx="95040" cy="101880"/>
          </a:xfrm>
          <a:custGeom>
            <a:avLst/>
            <a:gdLst>
              <a:gd name="textAreaLeft" fmla="*/ 0 w 95040"/>
              <a:gd name="textAreaRight" fmla="*/ 95400 w 95040"/>
              <a:gd name="textAreaTop" fmla="*/ 0 h 101880"/>
              <a:gd name="textAreaBottom" fmla="*/ 102240 h 101880"/>
              <a:gd name="GluePoint1X" fmla="*/ 25637 w 57442"/>
              <a:gd name="GluePoint1Y" fmla="*/ 12154 h 61463"/>
              <a:gd name="GluePoint2X" fmla="*/ 22554 w 57442"/>
              <a:gd name="GluePoint2Y" fmla="*/ 1814 h 61463"/>
              <a:gd name="GluePoint3X" fmla="*/ 24458 w 57442"/>
              <a:gd name="GluePoint3Y" fmla="*/ 1512 h 61463"/>
              <a:gd name="GluePoint4X" fmla="*/ 32137 w 57442"/>
              <a:gd name="GluePoint4Y" fmla="*/ 514 h 61463"/>
              <a:gd name="GluePoint5X" fmla="*/ 32561 w 57442"/>
              <a:gd name="GluePoint5Y" fmla="*/ 2267 h 61463"/>
              <a:gd name="GluePoint6X" fmla="*/ 34193 w 57442"/>
              <a:gd name="GluePoint6Y" fmla="*/ 10854 h 61463"/>
              <a:gd name="GluePoint7X" fmla="*/ 25668 w 57442"/>
              <a:gd name="GluePoint7Y" fmla="*/ 12154 h 61463"/>
              <a:gd name="GluePoint8X" fmla="*/ 15812 w 57442"/>
              <a:gd name="GluePoint8Y" fmla="*/ 14481 h 61463"/>
              <a:gd name="GluePoint9X" fmla="*/ 34707 w 57442"/>
              <a:gd name="GluePoint9Y" fmla="*/ 14481 h 61463"/>
              <a:gd name="GluePoint10X" fmla="*/ 42991 w 57442"/>
              <a:gd name="GluePoint10Y" fmla="*/ 0 h 61463"/>
              <a:gd name="GluePoint11X" fmla="*/ 52817 w 57442"/>
              <a:gd name="GluePoint11Y" fmla="*/ 3870 h 61463"/>
              <a:gd name="GluePoint12X" fmla="*/ 51486 w 57442"/>
              <a:gd name="GluePoint12Y" fmla="*/ 5502 h 61463"/>
              <a:gd name="GluePoint13X" fmla="*/ 49975 w 57442"/>
              <a:gd name="GluePoint13Y" fmla="*/ 6984 h 61463"/>
              <a:gd name="GluePoint14X" fmla="*/ 47707 w 57442"/>
              <a:gd name="GluePoint14Y" fmla="*/ 9765 h 61463"/>
              <a:gd name="GluePoint15X" fmla="*/ 44019 w 57442"/>
              <a:gd name="GluePoint15Y" fmla="*/ 14209 h 61463"/>
              <a:gd name="GluePoint16X" fmla="*/ 56686 w 57442"/>
              <a:gd name="GluePoint16Y" fmla="*/ 14209 h 61463"/>
              <a:gd name="GluePoint17X" fmla="*/ 56686 w 57442"/>
              <a:gd name="GluePoint17Y" fmla="*/ 28177 h 61463"/>
              <a:gd name="GluePoint18X" fmla="*/ 47889 w 57442"/>
              <a:gd name="GluePoint18Y" fmla="*/ 28177 h 61463"/>
              <a:gd name="GluePoint19X" fmla="*/ 47889 w 57442"/>
              <a:gd name="GluePoint19Y" fmla="*/ 21465 h 61463"/>
              <a:gd name="GluePoint20X" fmla="*/ 8828 w 57442"/>
              <a:gd name="GluePoint20Y" fmla="*/ 21465 h 61463"/>
              <a:gd name="GluePoint21X" fmla="*/ 8828 w 57442"/>
              <a:gd name="GluePoint21Y" fmla="*/ 28177 h 61463"/>
              <a:gd name="GluePoint22X" fmla="*/ 544 w 57442"/>
              <a:gd name="GluePoint22Y" fmla="*/ 28177 h 61463"/>
              <a:gd name="GluePoint23X" fmla="*/ 544 w 57442"/>
              <a:gd name="GluePoint23Y" fmla="*/ 14451 h 61463"/>
              <a:gd name="GluePoint24X" fmla="*/ 13212 w 57442"/>
              <a:gd name="GluePoint24Y" fmla="*/ 14451 h 61463"/>
              <a:gd name="GluePoint25X" fmla="*/ 6500 w 57442"/>
              <a:gd name="GluePoint25Y" fmla="*/ 5926 h 61463"/>
              <a:gd name="GluePoint26X" fmla="*/ 15056 w 57442"/>
              <a:gd name="GluePoint26Y" fmla="*/ 1784 h 61463"/>
              <a:gd name="GluePoint27X" fmla="*/ 21526 w 57442"/>
              <a:gd name="GluePoint27Y" fmla="*/ 11095 h 61463"/>
              <a:gd name="GluePoint28X" fmla="*/ 17082 w 57442"/>
              <a:gd name="GluePoint28Y" fmla="*/ 13756 h 61463"/>
              <a:gd name="GluePoint29X" fmla="*/ 15812 w 57442"/>
              <a:gd name="GluePoint29Y" fmla="*/ 14481 h 61463"/>
              <a:gd name="GluePoint30X" fmla="*/ 31079 w 57442"/>
              <a:gd name="GluePoint30Y" fmla="*/ 32863 h 61463"/>
              <a:gd name="GluePoint31X" fmla="*/ 10642 w 57442"/>
              <a:gd name="GluePoint31Y" fmla="*/ 32863 h 61463"/>
              <a:gd name="GluePoint32X" fmla="*/ 10642 w 57442"/>
              <a:gd name="GluePoint32Y" fmla="*/ 25879 h 61463"/>
              <a:gd name="GluePoint33X" fmla="*/ 46075 w 57442"/>
              <a:gd name="GluePoint33Y" fmla="*/ 25879 h 61463"/>
              <a:gd name="GluePoint34X" fmla="*/ 34435 w 57442"/>
              <a:gd name="GluePoint34Y" fmla="*/ 38547 h 61463"/>
              <a:gd name="GluePoint35X" fmla="*/ 34435 w 57442"/>
              <a:gd name="GluePoint35Y" fmla="*/ 39061 h 61463"/>
              <a:gd name="GluePoint36X" fmla="*/ 57442 w 57442"/>
              <a:gd name="GluePoint36Y" fmla="*/ 39061 h 61463"/>
              <a:gd name="GluePoint37X" fmla="*/ 57442 w 57442"/>
              <a:gd name="GluePoint37Y" fmla="*/ 46286 h 61463"/>
              <a:gd name="GluePoint38X" fmla="*/ 34163 w 57442"/>
              <a:gd name="GluePoint38Y" fmla="*/ 46286 h 61463"/>
              <a:gd name="GluePoint39X" fmla="*/ 34163 w 57442"/>
              <a:gd name="GluePoint39Y" fmla="*/ 54751 h 61463"/>
              <a:gd name="GluePoint40X" fmla="*/ 31896 w 57442"/>
              <a:gd name="GluePoint40Y" fmla="*/ 60072 h 61463"/>
              <a:gd name="GluePoint41X" fmla="*/ 20195 w 57442"/>
              <a:gd name="GluePoint41Y" fmla="*/ 61463 h 61463"/>
              <a:gd name="GluePoint42X" fmla="*/ 17595 w 57442"/>
              <a:gd name="GluePoint42Y" fmla="*/ 52998 h 61463"/>
              <a:gd name="GluePoint43X" fmla="*/ 18744 w 57442"/>
              <a:gd name="GluePoint43Y" fmla="*/ 52847 h 61463"/>
              <a:gd name="GluePoint44X" fmla="*/ 25335 w 57442"/>
              <a:gd name="GluePoint44Y" fmla="*/ 50156 h 61463"/>
              <a:gd name="GluePoint45X" fmla="*/ 25335 w 57442"/>
              <a:gd name="GluePoint45Y" fmla="*/ 46286 h 61463"/>
              <a:gd name="GluePoint46X" fmla="*/ 0 w 57442"/>
              <a:gd name="GluePoint46Y" fmla="*/ 46286 h 61463"/>
              <a:gd name="GluePoint47X" fmla="*/ 0 w 57442"/>
              <a:gd name="GluePoint47Y" fmla="*/ 39061 h 61463"/>
              <a:gd name="GluePoint48X" fmla="*/ 25335 w 57442"/>
              <a:gd name="GluePoint48Y" fmla="*/ 39061 h 61463"/>
              <a:gd name="GluePoint49X" fmla="*/ 25335 w 57442"/>
              <a:gd name="GluePoint49Y" fmla="*/ 36975 h 61463"/>
              <a:gd name="GluePoint50X" fmla="*/ 26484 w 57442"/>
              <a:gd name="GluePoint50Y" fmla="*/ 35342 h 61463"/>
              <a:gd name="GluePoint51X" fmla="*/ 31049 w 57442"/>
              <a:gd name="GluePoint51Y" fmla="*/ 32863 h 61463"/>
            </a:gdLst>
            <a:ahLst/>
            <a:cxnLst/>
            <a:rect l="textAreaLeft" t="textAreaTop" r="textAreaRight" b="textAreaBottom"/>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61" name="任意多边形: 形状 37"/>
          <p:cNvSpPr>
            <a:spLocks noGrp="1"/>
          </p:cNvSpPr>
          <p:nvPr/>
        </p:nvSpPr>
        <p:spPr>
          <a:xfrm>
            <a:off x="10792800" y="6556320"/>
            <a:ext cx="97920" cy="100080"/>
          </a:xfrm>
          <a:custGeom>
            <a:avLst/>
            <a:gdLst>
              <a:gd name="textAreaLeft" fmla="*/ 0 w 97920"/>
              <a:gd name="textAreaRight" fmla="*/ 98280 w 97920"/>
              <a:gd name="textAreaTop" fmla="*/ 0 h 100080"/>
              <a:gd name="textAreaBottom" fmla="*/ 100440 h 100080"/>
              <a:gd name="GluePoint1X" fmla="*/ 7770 w 58984"/>
              <a:gd name="GluePoint1Y" fmla="*/ 25093 h 60465"/>
              <a:gd name="GluePoint2X" fmla="*/ 12668 w 58984"/>
              <a:gd name="GluePoint2Y" fmla="*/ 34919 h 60465"/>
              <a:gd name="GluePoint3X" fmla="*/ 7498 w 58984"/>
              <a:gd name="GluePoint3Y" fmla="*/ 40089 h 60465"/>
              <a:gd name="GluePoint4X" fmla="*/ 7498 w 58984"/>
              <a:gd name="GluePoint4Y" fmla="*/ 9584 h 60465"/>
              <a:gd name="GluePoint5X" fmla="*/ 11367 w 58984"/>
              <a:gd name="GluePoint5Y" fmla="*/ 9584 h 60465"/>
              <a:gd name="GluePoint6X" fmla="*/ 7740 w 58984"/>
              <a:gd name="GluePoint6Y" fmla="*/ 25093 h 60465"/>
              <a:gd name="GluePoint7X" fmla="*/ 20195 w 58984"/>
              <a:gd name="GluePoint7Y" fmla="*/ 20195 h 60465"/>
              <a:gd name="GluePoint8X" fmla="*/ 24065 w 58984"/>
              <a:gd name="GluePoint8Y" fmla="*/ 20195 h 60465"/>
              <a:gd name="GluePoint9X" fmla="*/ 24065 w 58984"/>
              <a:gd name="GluePoint9Y" fmla="*/ 25365 h 60465"/>
              <a:gd name="GluePoint10X" fmla="*/ 51728 w 58984"/>
              <a:gd name="GluePoint10Y" fmla="*/ 25365 h 60465"/>
              <a:gd name="GluePoint11X" fmla="*/ 51728 w 58984"/>
              <a:gd name="GluePoint11Y" fmla="*/ 20195 h 60465"/>
              <a:gd name="GluePoint12X" fmla="*/ 55870 w 58984"/>
              <a:gd name="GluePoint12Y" fmla="*/ 20195 h 60465"/>
              <a:gd name="GluePoint13X" fmla="*/ 55870 w 58984"/>
              <a:gd name="GluePoint13Y" fmla="*/ 7256 h 60465"/>
              <a:gd name="GluePoint14X" fmla="*/ 42689 w 58984"/>
              <a:gd name="GluePoint14Y" fmla="*/ 7256 h 60465"/>
              <a:gd name="GluePoint15X" fmla="*/ 40633 w 58984"/>
              <a:gd name="GluePoint15Y" fmla="*/ 0 h 60465"/>
              <a:gd name="GluePoint16X" fmla="*/ 32107 w 58984"/>
              <a:gd name="GluePoint16Y" fmla="*/ 786 h 60465"/>
              <a:gd name="GluePoint17X" fmla="*/ 32682 w 58984"/>
              <a:gd name="GluePoint17Y" fmla="*/ 2540 h 60465"/>
              <a:gd name="GluePoint18X" fmla="*/ 34405 w 58984"/>
              <a:gd name="GluePoint18Y" fmla="*/ 7256 h 60465"/>
              <a:gd name="GluePoint19X" fmla="*/ 20195 w 58984"/>
              <a:gd name="GluePoint19Y" fmla="*/ 7256 h 60465"/>
              <a:gd name="GluePoint20X" fmla="*/ 20195 w 58984"/>
              <a:gd name="GluePoint20Y" fmla="*/ 20195 h 60465"/>
              <a:gd name="GluePoint21X" fmla="*/ 0 w 58984"/>
              <a:gd name="GluePoint21Y" fmla="*/ 60465 h 60465"/>
              <a:gd name="GluePoint22X" fmla="*/ 7498 w 58984"/>
              <a:gd name="GluePoint22Y" fmla="*/ 60465 h 60465"/>
              <a:gd name="GluePoint23X" fmla="*/ 7498 w 58984"/>
              <a:gd name="GluePoint23Y" fmla="*/ 41903 h 60465"/>
              <a:gd name="GluePoint24X" fmla="*/ 9312 w 58984"/>
              <a:gd name="GluePoint24Y" fmla="*/ 47586 h 60465"/>
              <a:gd name="GluePoint25X" fmla="*/ 19409 w 58984"/>
              <a:gd name="GluePoint25Y" fmla="*/ 36975 h 60465"/>
              <a:gd name="GluePoint26X" fmla="*/ 28207 w 58984"/>
              <a:gd name="GluePoint26Y" fmla="*/ 36975 h 60465"/>
              <a:gd name="GluePoint27X" fmla="*/ 12940 w 58984"/>
              <a:gd name="GluePoint27Y" fmla="*/ 53965 h 60465"/>
              <a:gd name="GluePoint28X" fmla="*/ 18351 w 58984"/>
              <a:gd name="GluePoint28Y" fmla="*/ 60435 h 60465"/>
              <a:gd name="GluePoint29X" fmla="*/ 32228 w 58984"/>
              <a:gd name="GluePoint29Y" fmla="*/ 51124 h 60465"/>
              <a:gd name="GluePoint30X" fmla="*/ 35433 w 58984"/>
              <a:gd name="GluePoint30Y" fmla="*/ 36975 h 60465"/>
              <a:gd name="GluePoint31X" fmla="*/ 37761 w 58984"/>
              <a:gd name="GluePoint31Y" fmla="*/ 36975 h 60465"/>
              <a:gd name="GluePoint32X" fmla="*/ 37761 w 58984"/>
              <a:gd name="GluePoint32Y" fmla="*/ 55265 h 60465"/>
              <a:gd name="GluePoint33X" fmla="*/ 42930 w 58984"/>
              <a:gd name="GluePoint33Y" fmla="*/ 59407 h 60465"/>
              <a:gd name="GluePoint34X" fmla="*/ 50942 w 58984"/>
              <a:gd name="GluePoint34Y" fmla="*/ 59407 h 60465"/>
              <a:gd name="GluePoint35X" fmla="*/ 56868 w 58984"/>
              <a:gd name="GluePoint35Y" fmla="*/ 57261 h 60465"/>
              <a:gd name="GluePoint36X" fmla="*/ 58984 w 58984"/>
              <a:gd name="GluePoint36Y" fmla="*/ 48856 h 60465"/>
              <a:gd name="GluePoint37X" fmla="*/ 51728 w 58984"/>
              <a:gd name="GluePoint37Y" fmla="*/ 46014 h 60465"/>
              <a:gd name="GluePoint38X" fmla="*/ 49400 w 58984"/>
              <a:gd name="GluePoint38Y" fmla="*/ 52484 h 60465"/>
              <a:gd name="GluePoint39X" fmla="*/ 46830 w 58984"/>
              <a:gd name="GluePoint39Y" fmla="*/ 52484 h 60465"/>
              <a:gd name="GluePoint40X" fmla="*/ 45531 w 58984"/>
              <a:gd name="GluePoint40Y" fmla="*/ 50670 h 60465"/>
              <a:gd name="GluePoint41X" fmla="*/ 45531 w 58984"/>
              <a:gd name="GluePoint41Y" fmla="*/ 36975 h 60465"/>
              <a:gd name="GluePoint42X" fmla="*/ 56928 w 58984"/>
              <a:gd name="GluePoint42Y" fmla="*/ 36975 h 60465"/>
              <a:gd name="GluePoint43X" fmla="*/ 56928 w 58984"/>
              <a:gd name="GluePoint43Y" fmla="*/ 29991 h 60465"/>
              <a:gd name="GluePoint44X" fmla="*/ 19440 w 58984"/>
              <a:gd name="GluePoint44Y" fmla="*/ 29991 h 60465"/>
              <a:gd name="GluePoint45X" fmla="*/ 19440 w 58984"/>
              <a:gd name="GluePoint45Y" fmla="*/ 35161 h 60465"/>
              <a:gd name="GluePoint46X" fmla="*/ 15298 w 58984"/>
              <a:gd name="GluePoint46Y" fmla="*/ 23763 h 60465"/>
              <a:gd name="GluePoint47X" fmla="*/ 16507 w 58984"/>
              <a:gd name="GluePoint47Y" fmla="*/ 17323 h 60465"/>
              <a:gd name="GluePoint48X" fmla="*/ 19168 w 58984"/>
              <a:gd name="GluePoint48Y" fmla="*/ 3054 h 60465"/>
              <a:gd name="GluePoint49X" fmla="*/ 30 w 58984"/>
              <a:gd name="GluePoint49Y" fmla="*/ 3054 h 60465"/>
              <a:gd name="GluePoint50X" fmla="*/ 30 w 58984"/>
              <a:gd name="GluePoint50Y" fmla="*/ 60405 h 60465"/>
              <a:gd name="GluePoint51X" fmla="*/ 27935 w 58984"/>
              <a:gd name="GluePoint51Y" fmla="*/ 18895 h 60465"/>
              <a:gd name="GluePoint52X" fmla="*/ 27935 w 58984"/>
              <a:gd name="GluePoint52Y" fmla="*/ 13726 h 60465"/>
              <a:gd name="GluePoint53X" fmla="*/ 47344 w 58984"/>
              <a:gd name="GluePoint53Y" fmla="*/ 13726 h 60465"/>
              <a:gd name="GluePoint54X" fmla="*/ 47344 w 58984"/>
              <a:gd name="GluePoint54Y" fmla="*/ 18895 h 60465"/>
              <a:gd name="GluePoint55X" fmla="*/ 27935 w 58984"/>
              <a:gd name="GluePoint55Y" fmla="*/ 18895 h 60465"/>
            </a:gdLst>
            <a:ahLst/>
            <a:cxnLst/>
            <a:rect l="textAreaLeft" t="textAreaTop" r="textAreaRight" b="textAreaBottom"/>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62" name="任意多边形: 形状 38"/>
          <p:cNvSpPr>
            <a:spLocks noGrp="1"/>
          </p:cNvSpPr>
          <p:nvPr/>
        </p:nvSpPr>
        <p:spPr>
          <a:xfrm>
            <a:off x="10939320" y="6556320"/>
            <a:ext cx="100440" cy="101520"/>
          </a:xfrm>
          <a:custGeom>
            <a:avLst/>
            <a:gdLst>
              <a:gd name="textAreaLeft" fmla="*/ 0 w 100440"/>
              <a:gd name="textAreaRight" fmla="*/ 100800 w 100440"/>
              <a:gd name="textAreaTop" fmla="*/ 0 h 101520"/>
              <a:gd name="textAreaBottom" fmla="*/ 101880 h 101520"/>
              <a:gd name="GluePoint1X" fmla="*/ 242 w 60525"/>
              <a:gd name="GluePoint1Y" fmla="*/ 14754 h 61221"/>
              <a:gd name="GluePoint2X" fmla="*/ 242 w 60525"/>
              <a:gd name="GluePoint2Y" fmla="*/ 8284 h 61221"/>
              <a:gd name="GluePoint3X" fmla="*/ 8767 w 60525"/>
              <a:gd name="GluePoint3Y" fmla="*/ 8284 h 61221"/>
              <a:gd name="GluePoint4X" fmla="*/ 9040 w 60525"/>
              <a:gd name="GluePoint4Y" fmla="*/ 7407 h 61221"/>
              <a:gd name="GluePoint5X" fmla="*/ 11126 w 60525"/>
              <a:gd name="GluePoint5Y" fmla="*/ 0 h 61221"/>
              <a:gd name="GluePoint6X" fmla="*/ 19651 w 60525"/>
              <a:gd name="GluePoint6Y" fmla="*/ 2600 h 61221"/>
              <a:gd name="GluePoint7X" fmla="*/ 16809 w 60525"/>
              <a:gd name="GluePoint7Y" fmla="*/ 8284 h 61221"/>
              <a:gd name="GluePoint8X" fmla="*/ 28207 w 60525"/>
              <a:gd name="GluePoint8Y" fmla="*/ 8284 h 61221"/>
              <a:gd name="GluePoint9X" fmla="*/ 28207 w 60525"/>
              <a:gd name="GluePoint9Y" fmla="*/ 14754 h 61221"/>
              <a:gd name="GluePoint10X" fmla="*/ 14512 w 60525"/>
              <a:gd name="GluePoint10Y" fmla="*/ 14754 h 61221"/>
              <a:gd name="GluePoint11X" fmla="*/ 13061 w 60525"/>
              <a:gd name="GluePoint11Y" fmla="*/ 18382 h 61221"/>
              <a:gd name="GluePoint12X" fmla="*/ 9614 w 60525"/>
              <a:gd name="GluePoint12Y" fmla="*/ 27179 h 61221"/>
              <a:gd name="GluePoint13X" fmla="*/ 13756 w 60525"/>
              <a:gd name="GluePoint13Y" fmla="*/ 27179 h 61221"/>
              <a:gd name="GluePoint14X" fmla="*/ 13756 w 60525"/>
              <a:gd name="GluePoint14Y" fmla="*/ 17868 h 61221"/>
              <a:gd name="GluePoint15X" fmla="*/ 15298 w 60525"/>
              <a:gd name="GluePoint15Y" fmla="*/ 17868 h 61221"/>
              <a:gd name="GluePoint16X" fmla="*/ 19984 w 60525"/>
              <a:gd name="GluePoint16Y" fmla="*/ 18019 h 61221"/>
              <a:gd name="GluePoint17X" fmla="*/ 21495 w 60525"/>
              <a:gd name="GluePoint17Y" fmla="*/ 18623 h 61221"/>
              <a:gd name="GluePoint18X" fmla="*/ 21405 w 60525"/>
              <a:gd name="GluePoint18Y" fmla="*/ 19833 h 61221"/>
              <a:gd name="GluePoint19X" fmla="*/ 20981 w 60525"/>
              <a:gd name="GluePoint19Y" fmla="*/ 24065 h 61221"/>
              <a:gd name="GluePoint20X" fmla="*/ 20981 w 60525"/>
              <a:gd name="GluePoint20Y" fmla="*/ 27179 h 61221"/>
              <a:gd name="GluePoint21X" fmla="*/ 28479 w 60525"/>
              <a:gd name="GluePoint21Y" fmla="*/ 27179 h 61221"/>
              <a:gd name="GluePoint22X" fmla="*/ 28479 w 60525"/>
              <a:gd name="GluePoint22Y" fmla="*/ 33649 h 61221"/>
              <a:gd name="GluePoint23X" fmla="*/ 20981 w 60525"/>
              <a:gd name="GluePoint23Y" fmla="*/ 33649 h 61221"/>
              <a:gd name="GluePoint24X" fmla="*/ 20981 w 60525"/>
              <a:gd name="GluePoint24Y" fmla="*/ 39091 h 61221"/>
              <a:gd name="GluePoint25X" fmla="*/ 30535 w 60525"/>
              <a:gd name="GluePoint25Y" fmla="*/ 38063 h 61221"/>
              <a:gd name="GluePoint26X" fmla="*/ 30535 w 60525"/>
              <a:gd name="GluePoint26Y" fmla="*/ 44775 h 61221"/>
              <a:gd name="GluePoint27X" fmla="*/ 20981 w 60525"/>
              <a:gd name="GluePoint27Y" fmla="*/ 45803 h 61221"/>
              <a:gd name="GluePoint28X" fmla="*/ 20981 w 60525"/>
              <a:gd name="GluePoint28Y" fmla="*/ 59952 h 61221"/>
              <a:gd name="GluePoint29X" fmla="*/ 13726 w 60525"/>
              <a:gd name="GluePoint29Y" fmla="*/ 59952 h 61221"/>
              <a:gd name="GluePoint30X" fmla="*/ 13726 w 60525"/>
              <a:gd name="GluePoint30Y" fmla="*/ 47072 h 61221"/>
              <a:gd name="GluePoint31X" fmla="*/ 1814 w 60525"/>
              <a:gd name="GluePoint31Y" fmla="*/ 49672 h 61221"/>
              <a:gd name="GluePoint32X" fmla="*/ 0 w 60525"/>
              <a:gd name="GluePoint32Y" fmla="*/ 40875 h 61221"/>
              <a:gd name="GluePoint33X" fmla="*/ 13695 w 60525"/>
              <a:gd name="GluePoint33Y" fmla="*/ 39847 h 61221"/>
              <a:gd name="GluePoint34X" fmla="*/ 13695 w 60525"/>
              <a:gd name="GluePoint34Y" fmla="*/ 33921 h 61221"/>
              <a:gd name="GluePoint35X" fmla="*/ 13030 w 60525"/>
              <a:gd name="GluePoint35Y" fmla="*/ 33921 h 61221"/>
              <a:gd name="GluePoint36X" fmla="*/ 2600 w 60525"/>
              <a:gd name="GluePoint36Y" fmla="*/ 34919 h 61221"/>
              <a:gd name="GluePoint37X" fmla="*/ 514 w 60525"/>
              <a:gd name="GluePoint37Y" fmla="*/ 27421 h 61221"/>
              <a:gd name="GluePoint38X" fmla="*/ 1330 w 60525"/>
              <a:gd name="GluePoint38Y" fmla="*/ 26544 h 61221"/>
              <a:gd name="GluePoint39X" fmla="*/ 2086 w 60525"/>
              <a:gd name="GluePoint39Y" fmla="*/ 25879 h 61221"/>
              <a:gd name="GluePoint40X" fmla="*/ 5442 w 60525"/>
              <a:gd name="GluePoint40Y" fmla="*/ 18654 h 61221"/>
              <a:gd name="GluePoint41X" fmla="*/ 6742 w 60525"/>
              <a:gd name="GluePoint41Y" fmla="*/ 14754 h 61221"/>
              <a:gd name="GluePoint42X" fmla="*/ 272 w 60525"/>
              <a:gd name="GluePoint42Y" fmla="*/ 14754 h 61221"/>
              <a:gd name="GluePoint43X" fmla="*/ 37217 w 60525"/>
              <a:gd name="GluePoint43Y" fmla="*/ 28449 h 61221"/>
              <a:gd name="GluePoint44X" fmla="*/ 37217 w 60525"/>
              <a:gd name="GluePoint44Y" fmla="*/ 20437 h 61221"/>
              <a:gd name="GluePoint45X" fmla="*/ 41630 w 60525"/>
              <a:gd name="GluePoint45Y" fmla="*/ 20437 h 61221"/>
              <a:gd name="GluePoint46X" fmla="*/ 46286 w 60525"/>
              <a:gd name="GluePoint46Y" fmla="*/ 21737 h 61221"/>
              <a:gd name="GluePoint47X" fmla="*/ 46165 w 60525"/>
              <a:gd name="GluePoint47Y" fmla="*/ 22584 h 61221"/>
              <a:gd name="GluePoint48X" fmla="*/ 45772 w 60525"/>
              <a:gd name="GluePoint48Y" fmla="*/ 26907 h 61221"/>
              <a:gd name="GluePoint49X" fmla="*/ 45772 w 60525"/>
              <a:gd name="GluePoint49Y" fmla="*/ 28449 h 61221"/>
              <a:gd name="GluePoint50X" fmla="*/ 60526 w 60525"/>
              <a:gd name="GluePoint50Y" fmla="*/ 53300 h 61221"/>
              <a:gd name="GluePoint51X" fmla="*/ 53542 w 60525"/>
              <a:gd name="GluePoint51Y" fmla="*/ 60465 h 61221"/>
              <a:gd name="GluePoint52X" fmla="*/ 42417 w 60525"/>
              <a:gd name="GluePoint52Y" fmla="*/ 44744 h 61221"/>
              <a:gd name="GluePoint53X" fmla="*/ 29749 w 60525"/>
              <a:gd name="GluePoint53Y" fmla="*/ 61221 h 61221"/>
              <a:gd name="GluePoint54X" fmla="*/ 22765 w 60525"/>
              <a:gd name="GluePoint54Y" fmla="*/ 55538 h 61221"/>
              <a:gd name="GluePoint55X" fmla="*/ 37247 w 60525"/>
              <a:gd name="GluePoint55Y" fmla="*/ 28419 h 61221"/>
              <a:gd name="GluePoint56X" fmla="*/ 38758 w 60525"/>
              <a:gd name="GluePoint56Y" fmla="*/ 10884 h 61221"/>
              <a:gd name="GluePoint57X" fmla="*/ 59710 w 60525"/>
              <a:gd name="GluePoint57Y" fmla="*/ 10884 h 61221"/>
              <a:gd name="GluePoint58X" fmla="*/ 56596 w 60525"/>
              <a:gd name="GluePoint58Y" fmla="*/ 24851 h 61221"/>
              <a:gd name="GluePoint59X" fmla="*/ 48312 w 60525"/>
              <a:gd name="GluePoint59Y" fmla="*/ 24337 h 61221"/>
              <a:gd name="GluePoint60X" fmla="*/ 49854 w 60525"/>
              <a:gd name="GluePoint60Y" fmla="*/ 18140 h 61221"/>
              <a:gd name="GluePoint61X" fmla="*/ 36128 w 60525"/>
              <a:gd name="GluePoint61Y" fmla="*/ 18140 h 61221"/>
              <a:gd name="GluePoint62X" fmla="*/ 32258 w 60525"/>
              <a:gd name="GluePoint62Y" fmla="*/ 25879 h 61221"/>
              <a:gd name="GluePoint63X" fmla="*/ 24488 w 60525"/>
              <a:gd name="GluePoint63Y" fmla="*/ 23037 h 61221"/>
              <a:gd name="GluePoint64X" fmla="*/ 33286 w 60525"/>
              <a:gd name="GluePoint64Y" fmla="*/ 30 h 61221"/>
              <a:gd name="GluePoint65X" fmla="*/ 39877 w 60525"/>
              <a:gd name="GluePoint65Y" fmla="*/ 1905 h 61221"/>
              <a:gd name="GluePoint66X" fmla="*/ 43112 w 60525"/>
              <a:gd name="GluePoint66Y" fmla="*/ 2872 h 61221"/>
              <a:gd name="GluePoint67X" fmla="*/ 38698 w 60525"/>
              <a:gd name="GluePoint67Y" fmla="*/ 10884 h 61221"/>
            </a:gdLst>
            <a:ahLst/>
            <a:cxnLst/>
            <a:rect l="textAreaLeft" t="textAreaTop" r="textAreaRight" b="textAreaBottom"/>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63" name="任意多边形: 形状 39"/>
          <p:cNvSpPr>
            <a:spLocks noGrp="1"/>
          </p:cNvSpPr>
          <p:nvPr/>
        </p:nvSpPr>
        <p:spPr>
          <a:xfrm>
            <a:off x="11086200" y="6557040"/>
            <a:ext cx="101880" cy="100080"/>
          </a:xfrm>
          <a:custGeom>
            <a:avLst/>
            <a:gdLst>
              <a:gd name="textAreaLeft" fmla="*/ 0 w 101880"/>
              <a:gd name="textAreaRight" fmla="*/ 102240 w 101880"/>
              <a:gd name="textAreaTop" fmla="*/ 0 h 100080"/>
              <a:gd name="textAreaBottom" fmla="*/ 100440 h 100080"/>
              <a:gd name="GluePoint1X" fmla="*/ 17868 w 61553"/>
              <a:gd name="GluePoint1Y" fmla="*/ 16007 h 60479"/>
              <a:gd name="GluePoint2X" fmla="*/ 17868 w 61553"/>
              <a:gd name="GluePoint2Y" fmla="*/ 59663 h 60479"/>
              <a:gd name="GluePoint3X" fmla="*/ 9856 w 61553"/>
              <a:gd name="GluePoint3Y" fmla="*/ 59663 h 60479"/>
              <a:gd name="GluePoint4X" fmla="*/ 9856 w 61553"/>
              <a:gd name="GluePoint4Y" fmla="*/ 30761 h 60479"/>
              <a:gd name="GluePoint5X" fmla="*/ 5714 w 61553"/>
              <a:gd name="GluePoint5Y" fmla="*/ 36202 h 60479"/>
              <a:gd name="GluePoint6X" fmla="*/ 5654 w 61553"/>
              <a:gd name="GluePoint6Y" fmla="*/ 36323 h 60479"/>
              <a:gd name="GluePoint7X" fmla="*/ 5442 w 61553"/>
              <a:gd name="GluePoint7Y" fmla="*/ 36202 h 60479"/>
              <a:gd name="GluePoint8X" fmla="*/ 0 w 61553"/>
              <a:gd name="GluePoint8Y" fmla="*/ 31305 h 60479"/>
              <a:gd name="GluePoint9X" fmla="*/ 0 w 61553"/>
              <a:gd name="GluePoint9Y" fmla="*/ 31063 h 60479"/>
              <a:gd name="GluePoint10X" fmla="*/ 12668 w 61553"/>
              <a:gd name="GluePoint10Y" fmla="*/ 14 h 60479"/>
              <a:gd name="GluePoint11X" fmla="*/ 21465 w 61553"/>
              <a:gd name="GluePoint11Y" fmla="*/ 2100 h 60479"/>
              <a:gd name="GluePoint12X" fmla="*/ 22251 w 61553"/>
              <a:gd name="GluePoint12Y" fmla="*/ 3400 h 60479"/>
              <a:gd name="GluePoint13X" fmla="*/ 21647 w 61553"/>
              <a:gd name="GluePoint13Y" fmla="*/ 5123 h 60479"/>
              <a:gd name="GluePoint14X" fmla="*/ 17868 w 61553"/>
              <a:gd name="GluePoint14Y" fmla="*/ 16098 h 60479"/>
              <a:gd name="GluePoint15X" fmla="*/ 32077 w 61553"/>
              <a:gd name="GluePoint15Y" fmla="*/ 13437 h 60479"/>
              <a:gd name="GluePoint16X" fmla="*/ 37247 w 61553"/>
              <a:gd name="GluePoint16Y" fmla="*/ 13437 h 60479"/>
              <a:gd name="GluePoint17X" fmla="*/ 37247 w 61553"/>
              <a:gd name="GluePoint17Y" fmla="*/ 226 h 60479"/>
              <a:gd name="GluePoint18X" fmla="*/ 40089 w 61553"/>
              <a:gd name="GluePoint18Y" fmla="*/ 226 h 60479"/>
              <a:gd name="GluePoint19X" fmla="*/ 44956 w 61553"/>
              <a:gd name="GluePoint19Y" fmla="*/ 407 h 60479"/>
              <a:gd name="GluePoint20X" fmla="*/ 46317 w 61553"/>
              <a:gd name="GluePoint20Y" fmla="*/ 1253 h 60479"/>
              <a:gd name="GluePoint21X" fmla="*/ 46135 w 61553"/>
              <a:gd name="GluePoint21Y" fmla="*/ 2977 h 60479"/>
              <a:gd name="GluePoint22X" fmla="*/ 45531 w 61553"/>
              <a:gd name="GluePoint22Y" fmla="*/ 5667 h 60479"/>
              <a:gd name="GluePoint23X" fmla="*/ 45531 w 61553"/>
              <a:gd name="GluePoint23Y" fmla="*/ 13437 h 60479"/>
              <a:gd name="GluePoint24X" fmla="*/ 58198 w 61553"/>
              <a:gd name="GluePoint24Y" fmla="*/ 13437 h 60479"/>
              <a:gd name="GluePoint25X" fmla="*/ 58198 w 61553"/>
              <a:gd name="GluePoint25Y" fmla="*/ 20421 h 60479"/>
              <a:gd name="GluePoint26X" fmla="*/ 45531 w 61553"/>
              <a:gd name="GluePoint26Y" fmla="*/ 20421 h 60479"/>
              <a:gd name="GluePoint27X" fmla="*/ 45531 w 61553"/>
              <a:gd name="GluePoint27Y" fmla="*/ 31819 h 60479"/>
              <a:gd name="GluePoint28X" fmla="*/ 61554 w 61553"/>
              <a:gd name="GluePoint28Y" fmla="*/ 31819 h 60479"/>
              <a:gd name="GluePoint29X" fmla="*/ 61554 w 61553"/>
              <a:gd name="GluePoint29Y" fmla="*/ 39075 h 60479"/>
              <a:gd name="GluePoint30X" fmla="*/ 45531 w 61553"/>
              <a:gd name="GluePoint30Y" fmla="*/ 39075 h 60479"/>
              <a:gd name="GluePoint31X" fmla="*/ 45531 w 61553"/>
              <a:gd name="GluePoint31Y" fmla="*/ 60479 h 60479"/>
              <a:gd name="GluePoint32X" fmla="*/ 37519 w 61553"/>
              <a:gd name="GluePoint32Y" fmla="*/ 60479 h 60479"/>
              <a:gd name="GluePoint33X" fmla="*/ 37519 w 61553"/>
              <a:gd name="GluePoint33Y" fmla="*/ 39075 h 60479"/>
              <a:gd name="GluePoint34X" fmla="*/ 19923 w 61553"/>
              <a:gd name="GluePoint34Y" fmla="*/ 39075 h 60479"/>
              <a:gd name="GluePoint35X" fmla="*/ 19923 w 61553"/>
              <a:gd name="GluePoint35Y" fmla="*/ 31819 h 60479"/>
              <a:gd name="GluePoint36X" fmla="*/ 37519 w 61553"/>
              <a:gd name="GluePoint36Y" fmla="*/ 31819 h 60479"/>
              <a:gd name="GluePoint37X" fmla="*/ 37519 w 61553"/>
              <a:gd name="GluePoint37Y" fmla="*/ 20421 h 60479"/>
              <a:gd name="GluePoint38X" fmla="*/ 30293 w 61553"/>
              <a:gd name="GluePoint38Y" fmla="*/ 20421 h 60479"/>
              <a:gd name="GluePoint39X" fmla="*/ 26423 w 61553"/>
              <a:gd name="GluePoint39Y" fmla="*/ 29733 h 60479"/>
              <a:gd name="GluePoint40X" fmla="*/ 19682 w 61553"/>
              <a:gd name="GluePoint40Y" fmla="*/ 27163 h 60479"/>
              <a:gd name="GluePoint41X" fmla="*/ 25879 w 61553"/>
              <a:gd name="GluePoint41Y" fmla="*/ 5426 h 60479"/>
              <a:gd name="GluePoint42X" fmla="*/ 33105 w 61553"/>
              <a:gd name="GluePoint42Y" fmla="*/ 6967 h 60479"/>
              <a:gd name="GluePoint43X" fmla="*/ 33861 w 61553"/>
              <a:gd name="GluePoint43Y" fmla="*/ 7270 h 60479"/>
              <a:gd name="GluePoint44X" fmla="*/ 33649 w 61553"/>
              <a:gd name="GluePoint44Y" fmla="*/ 8267 h 60479"/>
              <a:gd name="GluePoint45X" fmla="*/ 32954 w 61553"/>
              <a:gd name="GluePoint45Y" fmla="*/ 10565 h 60479"/>
              <a:gd name="GluePoint46X" fmla="*/ 32077 w 61553"/>
              <a:gd name="GluePoint46Y" fmla="*/ 13437 h 60479"/>
            </a:gdLst>
            <a:ahLst/>
            <a:cxnLst/>
            <a:rect l="textAreaLeft" t="textAreaTop" r="textAreaRight" b="textAreaBottom"/>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64" name="任意多边形: 形状 40"/>
          <p:cNvSpPr>
            <a:spLocks noGrp="1"/>
          </p:cNvSpPr>
          <p:nvPr/>
        </p:nvSpPr>
        <p:spPr>
          <a:xfrm>
            <a:off x="11233800" y="6560640"/>
            <a:ext cx="102960" cy="96480"/>
          </a:xfrm>
          <a:custGeom>
            <a:avLst/>
            <a:gdLst>
              <a:gd name="textAreaLeft" fmla="*/ 0 w 102960"/>
              <a:gd name="textAreaRight" fmla="*/ 103320 w 102960"/>
              <a:gd name="textAreaTop" fmla="*/ 0 h 96480"/>
              <a:gd name="textAreaBottom" fmla="*/ 96840 h 96480"/>
              <a:gd name="GluePoint1X" fmla="*/ 41389 w 62067"/>
              <a:gd name="GluePoint1Y" fmla="*/ 23037 h 58137"/>
              <a:gd name="GluePoint2X" fmla="*/ 41389 w 62067"/>
              <a:gd name="GluePoint2Y" fmla="*/ 6742 h 58137"/>
              <a:gd name="GluePoint3X" fmla="*/ 46558 w 62067"/>
              <a:gd name="GluePoint3Y" fmla="*/ 6742 h 58137"/>
              <a:gd name="GluePoint4X" fmla="*/ 46558 w 62067"/>
              <a:gd name="GluePoint4Y" fmla="*/ 23037 h 58137"/>
              <a:gd name="GluePoint5X" fmla="*/ 41389 w 62067"/>
              <a:gd name="GluePoint5Y" fmla="*/ 23037 h 58137"/>
              <a:gd name="GluePoint6X" fmla="*/ 1300 w 62067"/>
              <a:gd name="GluePoint6Y" fmla="*/ 8526 h 58137"/>
              <a:gd name="GluePoint7X" fmla="*/ 9312 w 62067"/>
              <a:gd name="GluePoint7Y" fmla="*/ 8526 h 58137"/>
              <a:gd name="GluePoint8X" fmla="*/ 0 w 62067"/>
              <a:gd name="GluePoint8Y" fmla="*/ 30505 h 58137"/>
              <a:gd name="GluePoint9X" fmla="*/ 2419 w 62067"/>
              <a:gd name="GluePoint9Y" fmla="*/ 34133 h 58137"/>
              <a:gd name="GluePoint10X" fmla="*/ 4656 w 62067"/>
              <a:gd name="GluePoint10Y" fmla="*/ 37489 h 58137"/>
              <a:gd name="GluePoint11X" fmla="*/ 6984 w 62067"/>
              <a:gd name="GluePoint11Y" fmla="*/ 34889 h 58137"/>
              <a:gd name="GluePoint12X" fmla="*/ 6984 w 62067"/>
              <a:gd name="GluePoint12Y" fmla="*/ 51396 h 58137"/>
              <a:gd name="GluePoint13X" fmla="*/ 14240 w 62067"/>
              <a:gd name="GluePoint13Y" fmla="*/ 51396 h 58137"/>
              <a:gd name="GluePoint14X" fmla="*/ 14240 w 62067"/>
              <a:gd name="GluePoint14Y" fmla="*/ 45500 h 58137"/>
              <a:gd name="GluePoint15X" fmla="*/ 19137 w 62067"/>
              <a:gd name="GluePoint15Y" fmla="*/ 45500 h 58137"/>
              <a:gd name="GluePoint16X" fmla="*/ 19137 w 62067"/>
              <a:gd name="GluePoint16Y" fmla="*/ 47586 h 58137"/>
              <a:gd name="GluePoint17X" fmla="*/ 26877 w 62067"/>
              <a:gd name="GluePoint17Y" fmla="*/ 47586 h 58137"/>
              <a:gd name="GluePoint18X" fmla="*/ 26877 w 62067"/>
              <a:gd name="GluePoint18Y" fmla="*/ 29991 h 58137"/>
              <a:gd name="GluePoint19X" fmla="*/ 33347 w 62067"/>
              <a:gd name="GluePoint19Y" fmla="*/ 29991 h 58137"/>
              <a:gd name="GluePoint20X" fmla="*/ 33347 w 62067"/>
              <a:gd name="GluePoint20Y" fmla="*/ 31533 h 58137"/>
              <a:gd name="GluePoint21X" fmla="*/ 22221 w 62067"/>
              <a:gd name="GluePoint21Y" fmla="*/ 52696 h 58137"/>
              <a:gd name="GluePoint22X" fmla="*/ 29961 w 62067"/>
              <a:gd name="GluePoint22Y" fmla="*/ 58138 h 58137"/>
              <a:gd name="GluePoint23X" fmla="*/ 41086 w 62067"/>
              <a:gd name="GluePoint23Y" fmla="*/ 31049 h 58137"/>
              <a:gd name="GluePoint24X" fmla="*/ 41086 w 62067"/>
              <a:gd name="GluePoint24Y" fmla="*/ 30021 h 58137"/>
              <a:gd name="GluePoint25X" fmla="*/ 46528 w 62067"/>
              <a:gd name="GluePoint25Y" fmla="*/ 30021 h 58137"/>
              <a:gd name="GluePoint26X" fmla="*/ 46528 w 62067"/>
              <a:gd name="GluePoint26Y" fmla="*/ 57896 h 58137"/>
              <a:gd name="GluePoint27X" fmla="*/ 54812 w 62067"/>
              <a:gd name="GluePoint27Y" fmla="*/ 57896 h 58137"/>
              <a:gd name="GluePoint28X" fmla="*/ 54812 w 62067"/>
              <a:gd name="GluePoint28Y" fmla="*/ 30021 h 58137"/>
              <a:gd name="GluePoint29X" fmla="*/ 62068 w 62067"/>
              <a:gd name="GluePoint29Y" fmla="*/ 30021 h 58137"/>
              <a:gd name="GluePoint30X" fmla="*/ 62068 w 62067"/>
              <a:gd name="GluePoint30Y" fmla="*/ 22765 h 58137"/>
              <a:gd name="GluePoint31X" fmla="*/ 54812 w 62067"/>
              <a:gd name="GluePoint31Y" fmla="*/ 22765 h 58137"/>
              <a:gd name="GluePoint32X" fmla="*/ 54812 w 62067"/>
              <a:gd name="GluePoint32Y" fmla="*/ 6984 h 58137"/>
              <a:gd name="GluePoint33X" fmla="*/ 59740 w 62067"/>
              <a:gd name="GluePoint33Y" fmla="*/ 6984 h 58137"/>
              <a:gd name="GluePoint34X" fmla="*/ 59740 w 62067"/>
              <a:gd name="GluePoint34Y" fmla="*/ 0 h 58137"/>
              <a:gd name="GluePoint35X" fmla="*/ 27663 w 62067"/>
              <a:gd name="GluePoint35Y" fmla="*/ 0 h 58137"/>
              <a:gd name="GluePoint36X" fmla="*/ 27663 w 62067"/>
              <a:gd name="GluePoint36Y" fmla="*/ 1542 h 58137"/>
              <a:gd name="GluePoint37X" fmla="*/ 1270 w 62067"/>
              <a:gd name="GluePoint37Y" fmla="*/ 1542 h 58137"/>
              <a:gd name="GluePoint38X" fmla="*/ 1270 w 62067"/>
              <a:gd name="GluePoint38Y" fmla="*/ 8526 h 58137"/>
              <a:gd name="GluePoint39X" fmla="*/ 17081 w 62067"/>
              <a:gd name="GluePoint39Y" fmla="*/ 10914 h 58137"/>
              <a:gd name="GluePoint40X" fmla="*/ 17595 w 62067"/>
              <a:gd name="GluePoint40Y" fmla="*/ 8526 h 58137"/>
              <a:gd name="GluePoint41X" fmla="*/ 28207 w 62067"/>
              <a:gd name="GluePoint41Y" fmla="*/ 8526 h 58137"/>
              <a:gd name="GluePoint42X" fmla="*/ 28207 w 62067"/>
              <a:gd name="GluePoint42Y" fmla="*/ 6984 h 58137"/>
              <a:gd name="GluePoint43X" fmla="*/ 33377 w 62067"/>
              <a:gd name="GluePoint43Y" fmla="*/ 6984 h 58137"/>
              <a:gd name="GluePoint44X" fmla="*/ 33377 w 62067"/>
              <a:gd name="GluePoint44Y" fmla="*/ 23007 h 58137"/>
              <a:gd name="GluePoint45X" fmla="*/ 26907 w 62067"/>
              <a:gd name="GluePoint45Y" fmla="*/ 23007 h 58137"/>
              <a:gd name="GluePoint46X" fmla="*/ 26907 w 62067"/>
              <a:gd name="GluePoint46Y" fmla="*/ 18351 h 58137"/>
              <a:gd name="GluePoint47X" fmla="*/ 15026 w 62067"/>
              <a:gd name="GluePoint47Y" fmla="*/ 18351 h 58137"/>
              <a:gd name="GluePoint48X" fmla="*/ 17081 w 62067"/>
              <a:gd name="GluePoint48Y" fmla="*/ 10914 h 58137"/>
              <a:gd name="GluePoint49X" fmla="*/ 19168 w 62067"/>
              <a:gd name="GluePoint49Y" fmla="*/ 25093 h 58137"/>
              <a:gd name="GluePoint50X" fmla="*/ 19168 w 62067"/>
              <a:gd name="GluePoint50Y" fmla="*/ 39333 h 58137"/>
              <a:gd name="GluePoint51X" fmla="*/ 14270 w 62067"/>
              <a:gd name="GluePoint51Y" fmla="*/ 39333 h 58137"/>
              <a:gd name="GluePoint52X" fmla="*/ 14270 w 62067"/>
              <a:gd name="GluePoint52Y" fmla="*/ 25093 h 58137"/>
              <a:gd name="GluePoint53X" fmla="*/ 19168 w 62067"/>
              <a:gd name="GluePoint53Y" fmla="*/ 25093 h 58137"/>
            </a:gdLst>
            <a:ahLst/>
            <a:cxnLst/>
            <a:rect l="textAreaLeft" t="textAreaTop" r="textAreaRight" b="textAreaBottom"/>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65" name="任意多边形: 形状 41"/>
          <p:cNvSpPr>
            <a:spLocks noGrp="1"/>
          </p:cNvSpPr>
          <p:nvPr/>
        </p:nvSpPr>
        <p:spPr>
          <a:xfrm>
            <a:off x="11384280" y="6557040"/>
            <a:ext cx="97560" cy="100440"/>
          </a:xfrm>
          <a:custGeom>
            <a:avLst/>
            <a:gdLst>
              <a:gd name="textAreaLeft" fmla="*/ 0 w 97560"/>
              <a:gd name="textAreaRight" fmla="*/ 97920 w 97560"/>
              <a:gd name="textAreaTop" fmla="*/ 0 h 100440"/>
              <a:gd name="textAreaBottom" fmla="*/ 100800 h 100440"/>
              <a:gd name="GluePoint1X" fmla="*/ 33347 w 58953"/>
              <a:gd name="GluePoint1Y" fmla="*/ 6845 h 60598"/>
              <a:gd name="GluePoint2X" fmla="*/ 55084 w 58953"/>
              <a:gd name="GluePoint2Y" fmla="*/ 6845 h 60598"/>
              <a:gd name="GluePoint3X" fmla="*/ 55084 w 58953"/>
              <a:gd name="GluePoint3Y" fmla="*/ 19271 h 60598"/>
              <a:gd name="GluePoint4X" fmla="*/ 46800 w 58953"/>
              <a:gd name="GluePoint4Y" fmla="*/ 19271 h 60598"/>
              <a:gd name="GluePoint5X" fmla="*/ 46800 w 58953"/>
              <a:gd name="GluePoint5Y" fmla="*/ 13829 h 60598"/>
              <a:gd name="GluePoint6X" fmla="*/ 10340 w 58953"/>
              <a:gd name="GluePoint6Y" fmla="*/ 13829 h 60598"/>
              <a:gd name="GluePoint7X" fmla="*/ 10340 w 58953"/>
              <a:gd name="GluePoint7Y" fmla="*/ 19785 h 60598"/>
              <a:gd name="GluePoint8X" fmla="*/ 2328 w 58953"/>
              <a:gd name="GluePoint8Y" fmla="*/ 19785 h 60598"/>
              <a:gd name="GluePoint9X" fmla="*/ 2328 w 58953"/>
              <a:gd name="GluePoint9Y" fmla="*/ 6845 h 60598"/>
              <a:gd name="GluePoint10X" fmla="*/ 24579 w 58953"/>
              <a:gd name="GluePoint10Y" fmla="*/ 6845 h 60598"/>
              <a:gd name="GluePoint11X" fmla="*/ 22765 w 58953"/>
              <a:gd name="GluePoint11Y" fmla="*/ 375 h 60598"/>
              <a:gd name="GluePoint12X" fmla="*/ 27814 w 58953"/>
              <a:gd name="GluePoint12Y" fmla="*/ 43 h 60598"/>
              <a:gd name="GluePoint13X" fmla="*/ 31472 w 58953"/>
              <a:gd name="GluePoint13Y" fmla="*/ 13 h 60598"/>
              <a:gd name="GluePoint14X" fmla="*/ 32863 w 58953"/>
              <a:gd name="GluePoint14Y" fmla="*/ 103 h 60598"/>
              <a:gd name="GluePoint15X" fmla="*/ 33044 w 58953"/>
              <a:gd name="GluePoint15Y" fmla="*/ 2220 h 60598"/>
              <a:gd name="GluePoint16X" fmla="*/ 33347 w 58953"/>
              <a:gd name="GluePoint16Y" fmla="*/ 6845 h 60598"/>
              <a:gd name="GluePoint17X" fmla="*/ 8284 w 58953"/>
              <a:gd name="GluePoint17Y" fmla="*/ 31666 h 60598"/>
              <a:gd name="GluePoint18X" fmla="*/ 2086 w 58953"/>
              <a:gd name="GluePoint18Y" fmla="*/ 26496 h 60598"/>
              <a:gd name="GluePoint19X" fmla="*/ 19168 w 58953"/>
              <a:gd name="GluePoint19Y" fmla="*/ 14343 h 60598"/>
              <a:gd name="GluePoint20X" fmla="*/ 26393 w 58953"/>
              <a:gd name="GluePoint20Y" fmla="*/ 18757 h 60598"/>
              <a:gd name="GluePoint21X" fmla="*/ 25879 w 58953"/>
              <a:gd name="GluePoint21Y" fmla="*/ 20208 h 60598"/>
              <a:gd name="GluePoint22X" fmla="*/ 25365 w 58953"/>
              <a:gd name="GluePoint22Y" fmla="*/ 20571 h 60598"/>
              <a:gd name="GluePoint23X" fmla="*/ 8284 w 58953"/>
              <a:gd name="GluePoint23Y" fmla="*/ 31696 h 60598"/>
              <a:gd name="GluePoint24X" fmla="*/ 54056 w 58953"/>
              <a:gd name="GluePoint24Y" fmla="*/ 26496 h 60598"/>
              <a:gd name="GluePoint25X" fmla="*/ 47858 w 58953"/>
              <a:gd name="GluePoint25Y" fmla="*/ 32694 h 60598"/>
              <a:gd name="GluePoint26X" fmla="*/ 32379 w 58953"/>
              <a:gd name="GluePoint26Y" fmla="*/ 21629 h 60598"/>
              <a:gd name="GluePoint27X" fmla="*/ 30263 w 58953"/>
              <a:gd name="GluePoint27Y" fmla="*/ 20268 h 60598"/>
              <a:gd name="GluePoint28X" fmla="*/ 36219 w 58953"/>
              <a:gd name="GluePoint28Y" fmla="*/ 15099 h 60598"/>
              <a:gd name="GluePoint29X" fmla="*/ 54056 w 58953"/>
              <a:gd name="GluePoint29Y" fmla="*/ 26466 h 60598"/>
              <a:gd name="GluePoint30X" fmla="*/ 29749 w 58953"/>
              <a:gd name="GluePoint30Y" fmla="*/ 31908 h 60598"/>
              <a:gd name="GluePoint31X" fmla="*/ 43444 w 58953"/>
              <a:gd name="GluePoint31Y" fmla="*/ 31908 h 60598"/>
              <a:gd name="GluePoint32X" fmla="*/ 43444 w 58953"/>
              <a:gd name="GluePoint32Y" fmla="*/ 49262 h 60598"/>
              <a:gd name="GluePoint33X" fmla="*/ 43717 w 58953"/>
              <a:gd name="GluePoint33Y" fmla="*/ 51166 h 60598"/>
              <a:gd name="GluePoint34X" fmla="*/ 44744 w 58953"/>
              <a:gd name="GluePoint34Y" fmla="*/ 51590 h 60598"/>
              <a:gd name="GluePoint35X" fmla="*/ 47344 w 58953"/>
              <a:gd name="GluePoint35Y" fmla="*/ 51590 h 60598"/>
              <a:gd name="GluePoint36X" fmla="*/ 49763 w 58953"/>
              <a:gd name="GluePoint36Y" fmla="*/ 50592 h 60598"/>
              <a:gd name="GluePoint37X" fmla="*/ 50428 w 58953"/>
              <a:gd name="GluePoint37Y" fmla="*/ 45120 h 60598"/>
              <a:gd name="GluePoint38X" fmla="*/ 58954 w 58953"/>
              <a:gd name="GluePoint38Y" fmla="*/ 47720 h 60598"/>
              <a:gd name="GluePoint39X" fmla="*/ 57170 w 58953"/>
              <a:gd name="GluePoint39Y" fmla="*/ 56971 h 60598"/>
              <a:gd name="GluePoint40X" fmla="*/ 51456 w 58953"/>
              <a:gd name="GluePoint40Y" fmla="*/ 59027 h 60598"/>
              <a:gd name="GluePoint41X" fmla="*/ 42144 w 58953"/>
              <a:gd name="GluePoint41Y" fmla="*/ 59027 h 60598"/>
              <a:gd name="GluePoint42X" fmla="*/ 36310 w 58953"/>
              <a:gd name="GluePoint42Y" fmla="*/ 58120 h 60598"/>
              <a:gd name="GluePoint43X" fmla="*/ 35372 w 58953"/>
              <a:gd name="GluePoint43Y" fmla="*/ 56820 h 60598"/>
              <a:gd name="GluePoint44X" fmla="*/ 35161 w 58953"/>
              <a:gd name="GluePoint44Y" fmla="*/ 54371 h 60598"/>
              <a:gd name="GluePoint45X" fmla="*/ 35161 w 58953"/>
              <a:gd name="GluePoint45Y" fmla="*/ 38922 h 60598"/>
              <a:gd name="GluePoint46X" fmla="*/ 28449 w 58953"/>
              <a:gd name="GluePoint46Y" fmla="*/ 38922 h 60598"/>
              <a:gd name="GluePoint47X" fmla="*/ 5412 w 58953"/>
              <a:gd name="GluePoint47Y" fmla="*/ 60599 h 60598"/>
              <a:gd name="GluePoint48X" fmla="*/ 0 w 58953"/>
              <a:gd name="GluePoint48Y" fmla="*/ 52890 h 60598"/>
              <a:gd name="GluePoint49X" fmla="*/ 19651 w 58953"/>
              <a:gd name="GluePoint49Y" fmla="*/ 39194 h 60598"/>
              <a:gd name="GluePoint50X" fmla="*/ 5170 w 58953"/>
              <a:gd name="GluePoint50Y" fmla="*/ 39194 h 60598"/>
              <a:gd name="GluePoint51X" fmla="*/ 5170 w 58953"/>
              <a:gd name="GluePoint51Y" fmla="*/ 32210 h 60598"/>
              <a:gd name="GluePoint52X" fmla="*/ 20951 w 58953"/>
              <a:gd name="GluePoint52Y" fmla="*/ 32210 h 60598"/>
              <a:gd name="GluePoint53X" fmla="*/ 21344 w 58953"/>
              <a:gd name="GluePoint53Y" fmla="*/ 28068 h 60598"/>
              <a:gd name="GluePoint54X" fmla="*/ 21737 w 58953"/>
              <a:gd name="GluePoint54Y" fmla="*/ 23927 h 60598"/>
              <a:gd name="GluePoint55X" fmla="*/ 31563 w 58953"/>
              <a:gd name="GluePoint55Y" fmla="*/ 24713 h 60598"/>
              <a:gd name="GluePoint56X" fmla="*/ 31140 w 58953"/>
              <a:gd name="GluePoint56Y" fmla="*/ 26375 h 60598"/>
              <a:gd name="GluePoint57X" fmla="*/ 29749 w 58953"/>
              <a:gd name="GluePoint57Y" fmla="*/ 31969 h 60598"/>
            </a:gdLst>
            <a:ahLst/>
            <a:cxnLst/>
            <a:rect l="textAreaLeft" t="textAreaTop" r="textAreaRight" b="textAreaBottom"/>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66" name="任意多边形: 形状 42"/>
          <p:cNvSpPr>
            <a:spLocks noGrp="1"/>
          </p:cNvSpPr>
          <p:nvPr/>
        </p:nvSpPr>
        <p:spPr>
          <a:xfrm>
            <a:off x="11530440" y="6557040"/>
            <a:ext cx="100800" cy="99720"/>
          </a:xfrm>
          <a:custGeom>
            <a:avLst/>
            <a:gdLst>
              <a:gd name="textAreaLeft" fmla="*/ 0 w 100800"/>
              <a:gd name="textAreaRight" fmla="*/ 101160 w 100800"/>
              <a:gd name="textAreaTop" fmla="*/ 0 h 99720"/>
              <a:gd name="textAreaBottom" fmla="*/ 100080 h 99720"/>
              <a:gd name="GluePoint1X" fmla="*/ 20165 w 60798"/>
              <a:gd name="GluePoint1Y" fmla="*/ 23793 h 60193"/>
              <a:gd name="GluePoint2X" fmla="*/ 20165 w 60798"/>
              <a:gd name="GluePoint2Y" fmla="*/ 33105 h 60193"/>
              <a:gd name="GluePoint3X" fmla="*/ 13181 w 60798"/>
              <a:gd name="GluePoint3Y" fmla="*/ 33105 h 60193"/>
              <a:gd name="GluePoint4X" fmla="*/ 13181 w 60798"/>
              <a:gd name="GluePoint4Y" fmla="*/ 23793 h 60193"/>
              <a:gd name="GluePoint5X" fmla="*/ 20165 w 60798"/>
              <a:gd name="GluePoint5Y" fmla="*/ 23793 h 60193"/>
              <a:gd name="GluePoint6X" fmla="*/ 30505 w 60798"/>
              <a:gd name="GluePoint6Y" fmla="*/ 8526 h 60193"/>
              <a:gd name="GluePoint7X" fmla="*/ 26756 w 60798"/>
              <a:gd name="GluePoint7Y" fmla="*/ 1935 h 60193"/>
              <a:gd name="GluePoint8X" fmla="*/ 25607 w 60798"/>
              <a:gd name="GluePoint8Y" fmla="*/ 0 h 60193"/>
              <a:gd name="GluePoint9X" fmla="*/ 5170 w 60798"/>
              <a:gd name="GluePoint9Y" fmla="*/ 4656 h 60193"/>
              <a:gd name="GluePoint10X" fmla="*/ 5170 w 60798"/>
              <a:gd name="GluePoint10Y" fmla="*/ 35433 h 60193"/>
              <a:gd name="GluePoint11X" fmla="*/ 4112 w 60798"/>
              <a:gd name="GluePoint11Y" fmla="*/ 45047 h 60193"/>
              <a:gd name="GluePoint12X" fmla="*/ 0 w 60798"/>
              <a:gd name="GluePoint12Y" fmla="*/ 55296 h 60193"/>
              <a:gd name="GluePoint13X" fmla="*/ 6470 w 60798"/>
              <a:gd name="GluePoint13Y" fmla="*/ 60193 h 60193"/>
              <a:gd name="GluePoint14X" fmla="*/ 12940 w 60798"/>
              <a:gd name="GluePoint14Y" fmla="*/ 39575 h 60193"/>
              <a:gd name="GluePoint15X" fmla="*/ 20195 w 60798"/>
              <a:gd name="GluePoint15Y" fmla="*/ 39575 h 60193"/>
              <a:gd name="GluePoint16X" fmla="*/ 20195 w 60798"/>
              <a:gd name="GluePoint16Y" fmla="*/ 41903 h 60193"/>
              <a:gd name="GluePoint17X" fmla="*/ 28479 w 60798"/>
              <a:gd name="GluePoint17Y" fmla="*/ 41903 h 60193"/>
              <a:gd name="GluePoint18X" fmla="*/ 28479 w 60798"/>
              <a:gd name="GluePoint18Y" fmla="*/ 16809 h 60193"/>
              <a:gd name="GluePoint19X" fmla="*/ 13212 w 60798"/>
              <a:gd name="GluePoint19Y" fmla="*/ 16809 h 60193"/>
              <a:gd name="GluePoint20X" fmla="*/ 13212 w 60798"/>
              <a:gd name="GluePoint20Y" fmla="*/ 10612 h 60193"/>
              <a:gd name="GluePoint21X" fmla="*/ 30535 w 60798"/>
              <a:gd name="GluePoint21Y" fmla="*/ 8526 h 60193"/>
              <a:gd name="GluePoint22X" fmla="*/ 52877 w 60798"/>
              <a:gd name="GluePoint22Y" fmla="*/ 9705 h 60193"/>
              <a:gd name="GluePoint23X" fmla="*/ 60254 w 60798"/>
              <a:gd name="GluePoint23Y" fmla="*/ 9312 h 60193"/>
              <a:gd name="GluePoint24X" fmla="*/ 55084 w 60798"/>
              <a:gd name="GluePoint24Y" fmla="*/ 514 h 60193"/>
              <a:gd name="GluePoint25X" fmla="*/ 32319 w 60798"/>
              <a:gd name="GluePoint25Y" fmla="*/ 4142 h 60193"/>
              <a:gd name="GluePoint26X" fmla="*/ 32319 w 60798"/>
              <a:gd name="GluePoint26Y" fmla="*/ 28963 h 60193"/>
              <a:gd name="GluePoint27X" fmla="*/ 29719 w 60798"/>
              <a:gd name="GluePoint27Y" fmla="*/ 43898 h 60193"/>
              <a:gd name="GluePoint28X" fmla="*/ 20437 w 60798"/>
              <a:gd name="GluePoint28Y" fmla="*/ 55296 h 60193"/>
              <a:gd name="GluePoint29X" fmla="*/ 28721 w 60798"/>
              <a:gd name="GluePoint29Y" fmla="*/ 59710 h 60193"/>
              <a:gd name="GluePoint30X" fmla="*/ 40361 w 60798"/>
              <a:gd name="GluePoint30Y" fmla="*/ 33135 h 60193"/>
              <a:gd name="GluePoint31X" fmla="*/ 40361 w 60798"/>
              <a:gd name="GluePoint31Y" fmla="*/ 26665 h 60193"/>
              <a:gd name="GluePoint32X" fmla="*/ 45803 w 60798"/>
              <a:gd name="GluePoint32Y" fmla="*/ 26665 h 60193"/>
              <a:gd name="GluePoint33X" fmla="*/ 45803 w 60798"/>
              <a:gd name="GluePoint33Y" fmla="*/ 59710 h 60193"/>
              <a:gd name="GluePoint34X" fmla="*/ 54328 w 60798"/>
              <a:gd name="GluePoint34Y" fmla="*/ 59710 h 60193"/>
              <a:gd name="GluePoint35X" fmla="*/ 54328 w 60798"/>
              <a:gd name="GluePoint35Y" fmla="*/ 26665 h 60193"/>
              <a:gd name="GluePoint36X" fmla="*/ 60798 w 60798"/>
              <a:gd name="GluePoint36Y" fmla="*/ 26665 h 60193"/>
              <a:gd name="GluePoint37X" fmla="*/ 60798 w 60798"/>
              <a:gd name="GluePoint37Y" fmla="*/ 19440 h 60193"/>
              <a:gd name="GluePoint38X" fmla="*/ 40603 w 60798"/>
              <a:gd name="GluePoint38Y" fmla="*/ 19440 h 60193"/>
              <a:gd name="GluePoint39X" fmla="*/ 40603 w 60798"/>
              <a:gd name="GluePoint39Y" fmla="*/ 10400 h 60193"/>
              <a:gd name="GluePoint40X" fmla="*/ 52907 w 60798"/>
              <a:gd name="GluePoint40Y" fmla="*/ 9765 h 60193"/>
            </a:gdLst>
            <a:ahLst/>
            <a:cxnLst/>
            <a:rect l="textAreaLeft" t="textAreaTop" r="textAreaRight" b="textAreaBottom"/>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68" name="任意多边形: 形状 44"/>
          <p:cNvSpPr>
            <a:spLocks noGrp="1"/>
          </p:cNvSpPr>
          <p:nvPr/>
        </p:nvSpPr>
        <p:spPr>
          <a:xfrm>
            <a:off x="10208160" y="6684120"/>
            <a:ext cx="7920" cy="44280"/>
          </a:xfrm>
          <a:custGeom>
            <a:avLst/>
            <a:gdLst>
              <a:gd name="textAreaLeft" fmla="*/ 0 w 7920"/>
              <a:gd name="textAreaRight" fmla="*/ 8280 w 7920"/>
              <a:gd name="textAreaTop" fmla="*/ 0 h 44280"/>
              <a:gd name="textAreaBottom" fmla="*/ 44640 h 44280"/>
              <a:gd name="GluePoint1X" fmla="*/ 4898 w 4897"/>
              <a:gd name="GluePoint1Y" fmla="*/ 0 h 26816"/>
              <a:gd name="GluePoint2X" fmla="*/ 4898 w 4897"/>
              <a:gd name="GluePoint2Y" fmla="*/ 26816 h 26816"/>
              <a:gd name="GluePoint3X" fmla="*/ 0 w 4897"/>
              <a:gd name="GluePoint3Y" fmla="*/ 26816 h 26816"/>
              <a:gd name="GluePoint4X" fmla="*/ 0 w 4897"/>
              <a:gd name="GluePoint4Y" fmla="*/ 0 h 26816"/>
              <a:gd name="GluePoint5X" fmla="*/ 4898 w 4897"/>
              <a:gd name="GluePoint5Y" fmla="*/ 0 h 26816"/>
            </a:gdLst>
            <a:ahLst/>
            <a:cxnLst/>
            <a:rect l="textAreaLeft" t="textAreaTop" r="textAreaRight" b="textAreaBottom"/>
            <a:pathLst>
              <a:path w="4897" h="26816">
                <a:moveTo>
                  <a:pt x="4898" y="0"/>
                </a:moveTo>
                <a:lnTo>
                  <a:pt x="4898" y="26816"/>
                </a:lnTo>
                <a:lnTo>
                  <a:pt x="0" y="26816"/>
                </a:lnTo>
                <a:lnTo>
                  <a:pt x="0" y="0"/>
                </a:lnTo>
                <a:lnTo>
                  <a:pt x="489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69" name="任意多边形: 形状 45"/>
          <p:cNvSpPr>
            <a:spLocks noGrp="1"/>
          </p:cNvSpPr>
          <p:nvPr/>
        </p:nvSpPr>
        <p:spPr>
          <a:xfrm>
            <a:off x="1022508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70" name="任意多边形: 形状 46"/>
          <p:cNvSpPr>
            <a:spLocks noGrp="1"/>
          </p:cNvSpPr>
          <p:nvPr/>
        </p:nvSpPr>
        <p:spPr>
          <a:xfrm>
            <a:off x="10261080" y="6695640"/>
            <a:ext cx="22680" cy="33120"/>
          </a:xfrm>
          <a:custGeom>
            <a:avLst/>
            <a:gdLst>
              <a:gd name="textAreaLeft" fmla="*/ 0 w 22680"/>
              <a:gd name="textAreaRight" fmla="*/ 23040 w 22680"/>
              <a:gd name="textAreaTop" fmla="*/ 0 h 33120"/>
              <a:gd name="textAreaBottom" fmla="*/ 33480 h 33120"/>
              <a:gd name="GluePoint1X" fmla="*/ 96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71" name="任意多边形: 形状 47"/>
          <p:cNvSpPr>
            <a:spLocks noGrp="1"/>
          </p:cNvSpPr>
          <p:nvPr/>
        </p:nvSpPr>
        <p:spPr>
          <a:xfrm>
            <a:off x="1028772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5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72" name="任意多边形: 形状 48"/>
          <p:cNvSpPr>
            <a:spLocks noGrp="1"/>
          </p:cNvSpPr>
          <p:nvPr/>
        </p:nvSpPr>
        <p:spPr>
          <a:xfrm>
            <a:off x="1031328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87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73" name="任意多边形: 形状 49"/>
          <p:cNvSpPr>
            <a:spLocks noGrp="1"/>
          </p:cNvSpPr>
          <p:nvPr/>
        </p:nvSpPr>
        <p:spPr>
          <a:xfrm>
            <a:off x="1032768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8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74" name="任意多边形: 形状 50"/>
          <p:cNvSpPr>
            <a:spLocks noGrp="1"/>
          </p:cNvSpPr>
          <p:nvPr/>
        </p:nvSpPr>
        <p:spPr>
          <a:xfrm>
            <a:off x="10353960" y="6696360"/>
            <a:ext cx="28800" cy="32400"/>
          </a:xfrm>
          <a:custGeom>
            <a:avLst/>
            <a:gdLst>
              <a:gd name="textAreaLeft" fmla="*/ 0 w 28800"/>
              <a:gd name="textAreaRight" fmla="*/ 29160 w 28800"/>
              <a:gd name="textAreaTop" fmla="*/ 0 h 32400"/>
              <a:gd name="textAreaBottom" fmla="*/ 32760 h 32400"/>
              <a:gd name="GluePoint1X" fmla="*/ 17444 w 17595"/>
              <a:gd name="GluePoint1Y" fmla="*/ 13544 h 19772"/>
              <a:gd name="GluePoint2X" fmla="*/ 17595 w 17595"/>
              <a:gd name="GluePoint2Y" fmla="*/ 19349 h 19772"/>
              <a:gd name="GluePoint3X" fmla="*/ 13302 w 17595"/>
              <a:gd name="GluePoint3Y" fmla="*/ 19349 h 19772"/>
              <a:gd name="GluePoint4X" fmla="*/ 13061 w 17595"/>
              <a:gd name="GluePoint4Y" fmla="*/ 16416 h 19772"/>
              <a:gd name="GluePoint5X" fmla="*/ 12940 w 17595"/>
              <a:gd name="GluePoint5Y" fmla="*/ 16416 h 19772"/>
              <a:gd name="GluePoint6X" fmla="*/ 6742 w 17595"/>
              <a:gd name="GluePoint6Y" fmla="*/ 19772 h 19772"/>
              <a:gd name="GluePoint7X" fmla="*/ 0 w 17595"/>
              <a:gd name="GluePoint7Y" fmla="*/ 11337 h 19772"/>
              <a:gd name="GluePoint8X" fmla="*/ 0 w 17595"/>
              <a:gd name="GluePoint8Y" fmla="*/ 0 h 19772"/>
              <a:gd name="GluePoint9X" fmla="*/ 4898 w 17595"/>
              <a:gd name="GluePoint9Y" fmla="*/ 0 h 19772"/>
              <a:gd name="GluePoint10X" fmla="*/ 4898 w 17595"/>
              <a:gd name="GluePoint10Y" fmla="*/ 10551 h 19772"/>
              <a:gd name="GluePoint11X" fmla="*/ 8526 w 17595"/>
              <a:gd name="GluePoint11Y" fmla="*/ 15842 h 19772"/>
              <a:gd name="GluePoint12X" fmla="*/ 12274 w 17595"/>
              <a:gd name="GluePoint12Y" fmla="*/ 13212 h 19772"/>
              <a:gd name="GluePoint13X" fmla="*/ 12547 w 17595"/>
              <a:gd name="GluePoint13Y" fmla="*/ 11700 h 19772"/>
              <a:gd name="GluePoint14X" fmla="*/ 12547 w 17595"/>
              <a:gd name="GluePoint14Y" fmla="*/ 0 h 19772"/>
              <a:gd name="GluePoint15X" fmla="*/ 17444 w 17595"/>
              <a:gd name="GluePoint15Y" fmla="*/ 0 h 19772"/>
              <a:gd name="GluePoint16X" fmla="*/ 17444 w 17595"/>
              <a:gd name="GluePoint16Y" fmla="*/ 13575 h 19772"/>
            </a:gdLst>
            <a:ahLst/>
            <a:cxnLst/>
            <a:rect l="textAreaLeft" t="textAreaTop" r="textAreaRight" b="textAreaBottom"/>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75" name="任意多边形: 形状 51"/>
          <p:cNvSpPr>
            <a:spLocks noGrp="1"/>
          </p:cNvSpPr>
          <p:nvPr/>
        </p:nvSpPr>
        <p:spPr>
          <a:xfrm>
            <a:off x="1038852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76" name="任意多边形: 形状 52"/>
          <p:cNvSpPr>
            <a:spLocks noGrp="1"/>
          </p:cNvSpPr>
          <p:nvPr/>
        </p:nvSpPr>
        <p:spPr>
          <a:xfrm>
            <a:off x="1041264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77" name="任意多边形: 形状 53"/>
          <p:cNvSpPr>
            <a:spLocks noGrp="1"/>
          </p:cNvSpPr>
          <p:nvPr/>
        </p:nvSpPr>
        <p:spPr>
          <a:xfrm>
            <a:off x="10460520" y="6695640"/>
            <a:ext cx="32400" cy="33480"/>
          </a:xfrm>
          <a:custGeom>
            <a:avLst/>
            <a:gdLst>
              <a:gd name="textAreaLeft" fmla="*/ 0 w 32400"/>
              <a:gd name="textAreaRight" fmla="*/ 32760 w 32400"/>
              <a:gd name="textAreaTop" fmla="*/ 0 h 33480"/>
              <a:gd name="textAreaBottom" fmla="*/ 33840 h 33480"/>
              <a:gd name="GluePoint1X" fmla="*/ 9765 w 19621"/>
              <a:gd name="GluePoint1Y" fmla="*/ 16688 h 20255"/>
              <a:gd name="GluePoint2X" fmla="*/ 498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674 w 19621"/>
              <a:gd name="GluePoint11Y" fmla="*/ 20256 h 20255"/>
              <a:gd name="GluePoint12X" fmla="*/ 9705 w 19621"/>
              <a:gd name="GluePoint12Y" fmla="*/ 20256 h 20255"/>
            </a:gdLst>
            <a:ahLst/>
            <a:cxnLst/>
            <a:rect l="textAreaLeft" t="textAreaTop" r="textAreaRight" b="textAreaBottom"/>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78" name="任意多边形: 形状 54"/>
          <p:cNvSpPr>
            <a:spLocks noGrp="1"/>
          </p:cNvSpPr>
          <p:nvPr/>
        </p:nvSpPr>
        <p:spPr>
          <a:xfrm>
            <a:off x="1049652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79" name="任意多边形: 形状 55"/>
          <p:cNvSpPr>
            <a:spLocks noGrp="1"/>
          </p:cNvSpPr>
          <p:nvPr/>
        </p:nvSpPr>
        <p:spPr>
          <a:xfrm>
            <a:off x="1053324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295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80" name="任意多边形: 形状 56"/>
          <p:cNvSpPr>
            <a:spLocks noGrp="1"/>
          </p:cNvSpPr>
          <p:nvPr/>
        </p:nvSpPr>
        <p:spPr>
          <a:xfrm>
            <a:off x="1056708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795 w 19621"/>
              <a:gd name="GluePoint3Y" fmla="*/ 3567 h 20255"/>
              <a:gd name="GluePoint4X" fmla="*/ 14512 w 19621"/>
              <a:gd name="GluePoint4Y" fmla="*/ 10098 h 20255"/>
              <a:gd name="GluePoint5X" fmla="*/ 9765 w 19621"/>
              <a:gd name="GluePoint5Y" fmla="*/ 16688 h 20255"/>
              <a:gd name="GluePoint6X" fmla="*/ 973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81" name="任意多边形: 形状 57"/>
          <p:cNvSpPr>
            <a:spLocks noGrp="1"/>
          </p:cNvSpPr>
          <p:nvPr/>
        </p:nvSpPr>
        <p:spPr>
          <a:xfrm>
            <a:off x="1060308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82" name="任意多边形: 形状 58"/>
          <p:cNvSpPr>
            <a:spLocks noGrp="1"/>
          </p:cNvSpPr>
          <p:nvPr/>
        </p:nvSpPr>
        <p:spPr>
          <a:xfrm>
            <a:off x="1062540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83" name="任意多边形: 形状 59"/>
          <p:cNvSpPr>
            <a:spLocks noGrp="1"/>
          </p:cNvSpPr>
          <p:nvPr/>
        </p:nvSpPr>
        <p:spPr>
          <a:xfrm>
            <a:off x="10648440" y="6696360"/>
            <a:ext cx="47520" cy="32040"/>
          </a:xfrm>
          <a:custGeom>
            <a:avLst/>
            <a:gdLst>
              <a:gd name="textAreaLeft" fmla="*/ 0 w 47520"/>
              <a:gd name="textAreaRight" fmla="*/ 47880 w 47520"/>
              <a:gd name="textAreaTop" fmla="*/ 0 h 32040"/>
              <a:gd name="textAreaBottom" fmla="*/ 32400 h 32040"/>
              <a:gd name="GluePoint1X" fmla="*/ 5019 w 28751"/>
              <a:gd name="GluePoint1Y" fmla="*/ 0 h 19409"/>
              <a:gd name="GluePoint2X" fmla="*/ 7044 w 28751"/>
              <a:gd name="GluePoint2Y" fmla="*/ 8798 h 19409"/>
              <a:gd name="GluePoint3X" fmla="*/ 8284 w 28751"/>
              <a:gd name="GluePoint3Y" fmla="*/ 15086 h 19409"/>
              <a:gd name="GluePoint4X" fmla="*/ 8374 w 28751"/>
              <a:gd name="GluePoint4Y" fmla="*/ 15086 h 19409"/>
              <a:gd name="GluePoint5X" fmla="*/ 9947 w 28751"/>
              <a:gd name="GluePoint5Y" fmla="*/ 8858 h 19409"/>
              <a:gd name="GluePoint6X" fmla="*/ 12486 w 28751"/>
              <a:gd name="GluePoint6Y" fmla="*/ 30 h 19409"/>
              <a:gd name="GluePoint7X" fmla="*/ 16447 w 28751"/>
              <a:gd name="GluePoint7Y" fmla="*/ 30 h 19409"/>
              <a:gd name="GluePoint8X" fmla="*/ 18865 w 28751"/>
              <a:gd name="GluePoint8Y" fmla="*/ 8616 h 19409"/>
              <a:gd name="GluePoint9X" fmla="*/ 20407 w 28751"/>
              <a:gd name="GluePoint9Y" fmla="*/ 15086 h 19409"/>
              <a:gd name="GluePoint10X" fmla="*/ 20498 w 28751"/>
              <a:gd name="GluePoint10Y" fmla="*/ 15086 h 19409"/>
              <a:gd name="GluePoint11X" fmla="*/ 21798 w 28751"/>
              <a:gd name="GluePoint11Y" fmla="*/ 8616 h 19409"/>
              <a:gd name="GluePoint12X" fmla="*/ 23944 w 28751"/>
              <a:gd name="GluePoint12Y" fmla="*/ 30 h 19409"/>
              <a:gd name="GluePoint13X" fmla="*/ 28751 w 28751"/>
              <a:gd name="GluePoint13Y" fmla="*/ 30 h 19409"/>
              <a:gd name="GluePoint14X" fmla="*/ 22675 w 28751"/>
              <a:gd name="GluePoint14Y" fmla="*/ 19409 h 19409"/>
              <a:gd name="GluePoint15X" fmla="*/ 18109 w 28751"/>
              <a:gd name="GluePoint15Y" fmla="*/ 19409 h 19409"/>
              <a:gd name="GluePoint16X" fmla="*/ 15781 w 28751"/>
              <a:gd name="GluePoint16Y" fmla="*/ 11519 h 19409"/>
              <a:gd name="GluePoint17X" fmla="*/ 14330 w 28751"/>
              <a:gd name="GluePoint17Y" fmla="*/ 5321 h 19409"/>
              <a:gd name="GluePoint18X" fmla="*/ 14240 w 28751"/>
              <a:gd name="GluePoint18Y" fmla="*/ 5321 h 19409"/>
              <a:gd name="GluePoint19X" fmla="*/ 12758 w 28751"/>
              <a:gd name="GluePoint19Y" fmla="*/ 11519 h 19409"/>
              <a:gd name="GluePoint20X" fmla="*/ 10279 w 28751"/>
              <a:gd name="GluePoint20Y" fmla="*/ 19409 h 19409"/>
              <a:gd name="GluePoint21X" fmla="*/ 5714 w 28751"/>
              <a:gd name="GluePoint21Y" fmla="*/ 19409 h 19409"/>
              <a:gd name="GluePoint22X" fmla="*/ 0 w 28751"/>
              <a:gd name="GluePoint22Y" fmla="*/ 30 h 19409"/>
              <a:gd name="GluePoint23X" fmla="*/ 4988 w 28751"/>
              <a:gd name="GluePoint23Y" fmla="*/ 30 h 19409"/>
            </a:gdLst>
            <a:ahLst/>
            <a:cxnLst/>
            <a:rect l="textAreaLeft" t="textAreaTop" r="textAreaRight" b="textAreaBottom"/>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600" rIns="90000" bIns="-12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84" name="任意多边形: 形状 60"/>
          <p:cNvSpPr>
            <a:spLocks noGrp="1"/>
          </p:cNvSpPr>
          <p:nvPr/>
        </p:nvSpPr>
        <p:spPr>
          <a:xfrm>
            <a:off x="1069884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88 w 16688"/>
              <a:gd name="GluePoint2Y" fmla="*/ 14058 h 20255"/>
              <a:gd name="GluePoint3X" fmla="*/ 7649 w 16688"/>
              <a:gd name="GluePoint3Y" fmla="*/ 16719 h 20255"/>
              <a:gd name="GluePoint4X" fmla="*/ 4867 w 16688"/>
              <a:gd name="GluePoint4Y" fmla="*/ 13937 h 20255"/>
              <a:gd name="GluePoint5X" fmla="*/ 11609 w 16688"/>
              <a:gd name="GluePoint5Y" fmla="*/ 10309 h 20255"/>
              <a:gd name="GluePoint6X" fmla="*/ 1160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85" name="任意多边形: 形状 61"/>
          <p:cNvSpPr>
            <a:spLocks noGrp="1"/>
          </p:cNvSpPr>
          <p:nvPr/>
        </p:nvSpPr>
        <p:spPr>
          <a:xfrm>
            <a:off x="10734480" y="6695640"/>
            <a:ext cx="18000" cy="32760"/>
          </a:xfrm>
          <a:custGeom>
            <a:avLst/>
            <a:gdLst>
              <a:gd name="textAreaLeft" fmla="*/ 0 w 18000"/>
              <a:gd name="textAreaRight" fmla="*/ 18360 w 18000"/>
              <a:gd name="textAreaTop" fmla="*/ 0 h 32760"/>
              <a:gd name="textAreaBottom" fmla="*/ 33120 h 32760"/>
              <a:gd name="GluePoint1X" fmla="*/ 151 w 11004"/>
              <a:gd name="GluePoint1Y" fmla="*/ 6651 h 19832"/>
              <a:gd name="GluePoint2X" fmla="*/ 0 w 11004"/>
              <a:gd name="GluePoint2Y" fmla="*/ 423 h 19832"/>
              <a:gd name="GluePoint3X" fmla="*/ 4233 w 11004"/>
              <a:gd name="GluePoint3Y" fmla="*/ 423 h 19832"/>
              <a:gd name="GluePoint4X" fmla="*/ 4414 w 11004"/>
              <a:gd name="GluePoint4Y" fmla="*/ 4112 h 19832"/>
              <a:gd name="GluePoint5X" fmla="*/ 4535 w 11004"/>
              <a:gd name="GluePoint5Y" fmla="*/ 4112 h 19832"/>
              <a:gd name="GluePoint6X" fmla="*/ 9856 w 11004"/>
              <a:gd name="GluePoint6Y" fmla="*/ 0 h 19832"/>
              <a:gd name="GluePoint7X" fmla="*/ 11005 w 11004"/>
              <a:gd name="GluePoint7Y" fmla="*/ 121 h 19832"/>
              <a:gd name="GluePoint8X" fmla="*/ 11005 w 11004"/>
              <a:gd name="GluePoint8Y" fmla="*/ 4716 h 19832"/>
              <a:gd name="GluePoint9X" fmla="*/ 9584 w 11004"/>
              <a:gd name="GluePoint9Y" fmla="*/ 4595 h 19832"/>
              <a:gd name="GluePoint10X" fmla="*/ 5200 w 11004"/>
              <a:gd name="GluePoint10Y" fmla="*/ 8314 h 19832"/>
              <a:gd name="GluePoint11X" fmla="*/ 5079 w 11004"/>
              <a:gd name="GluePoint11Y" fmla="*/ 9795 h 19832"/>
              <a:gd name="GluePoint12X" fmla="*/ 5079 w 11004"/>
              <a:gd name="GluePoint12Y" fmla="*/ 19833 h 19832"/>
              <a:gd name="GluePoint13X" fmla="*/ 181 w 11004"/>
              <a:gd name="GluePoint13Y" fmla="*/ 19833 h 19832"/>
              <a:gd name="GluePoint14X" fmla="*/ 181 w 11004"/>
              <a:gd name="GluePoint14Y" fmla="*/ 6681 h 19832"/>
            </a:gdLst>
            <a:ahLst/>
            <a:cxnLst/>
            <a:rect l="textAreaLeft" t="textAreaTop" r="textAreaRight" b="textAreaBottom"/>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880" rIns="90000" bIns="-11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86" name="任意多边形: 形状 62"/>
          <p:cNvSpPr>
            <a:spLocks noGrp="1"/>
          </p:cNvSpPr>
          <p:nvPr/>
        </p:nvSpPr>
        <p:spPr>
          <a:xfrm>
            <a:off x="10755720" y="6695640"/>
            <a:ext cx="29160" cy="33120"/>
          </a:xfrm>
          <a:custGeom>
            <a:avLst/>
            <a:gdLst>
              <a:gd name="textAreaLeft" fmla="*/ 0 w 29160"/>
              <a:gd name="textAreaRight" fmla="*/ 29520 w 29160"/>
              <a:gd name="textAreaTop" fmla="*/ 0 h 33120"/>
              <a:gd name="textAreaBottom" fmla="*/ 33480 h 33120"/>
              <a:gd name="GluePoint1X" fmla="*/ 4686 w 17807"/>
              <a:gd name="GluePoint1Y" fmla="*/ 8072 h 20225"/>
              <a:gd name="GluePoint2X" fmla="*/ 9161 w 17807"/>
              <a:gd name="GluePoint2Y" fmla="*/ 3356 h 20225"/>
              <a:gd name="GluePoint3X" fmla="*/ 13212 w 17807"/>
              <a:gd name="GluePoint3Y" fmla="*/ 8072 h 20225"/>
              <a:gd name="GluePoint4X" fmla="*/ 468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87" name="任意多边形: 形状 63"/>
          <p:cNvSpPr>
            <a:spLocks noGrp="1"/>
          </p:cNvSpPr>
          <p:nvPr/>
        </p:nvSpPr>
        <p:spPr>
          <a:xfrm>
            <a:off x="10803600" y="6683400"/>
            <a:ext cx="34200" cy="45720"/>
          </a:xfrm>
          <a:custGeom>
            <a:avLst/>
            <a:gdLst>
              <a:gd name="textAreaLeft" fmla="*/ 0 w 34200"/>
              <a:gd name="textAreaRight" fmla="*/ 34560 w 34200"/>
              <a:gd name="textAreaTop" fmla="*/ 0 h 45720"/>
              <a:gd name="textAreaBottom" fmla="*/ 46080 h 45720"/>
              <a:gd name="GluePoint1X" fmla="*/ 20649 w 20860"/>
              <a:gd name="GluePoint1Y" fmla="*/ 26454 h 27662"/>
              <a:gd name="GluePoint2X" fmla="*/ 13695 w 20860"/>
              <a:gd name="GluePoint2Y" fmla="*/ 27663 h 27662"/>
              <a:gd name="GluePoint3X" fmla="*/ 0 w 20860"/>
              <a:gd name="GluePoint3Y" fmla="*/ 14149 h 27662"/>
              <a:gd name="GluePoint4X" fmla="*/ 14361 w 20860"/>
              <a:gd name="GluePoint4Y" fmla="*/ 0 h 27662"/>
              <a:gd name="GluePoint5X" fmla="*/ 20861 w 20860"/>
              <a:gd name="GluePoint5Y" fmla="*/ 1179 h 27662"/>
              <a:gd name="GluePoint6X" fmla="*/ 19802 w 20860"/>
              <a:gd name="GluePoint6Y" fmla="*/ 5079 h 27662"/>
              <a:gd name="GluePoint7X" fmla="*/ 14572 w 20860"/>
              <a:gd name="GluePoint7Y" fmla="*/ 4021 h 27662"/>
              <a:gd name="GluePoint8X" fmla="*/ 5170 w 20860"/>
              <a:gd name="GluePoint8Y" fmla="*/ 13877 h 27662"/>
              <a:gd name="GluePoint9X" fmla="*/ 14512 w 20860"/>
              <a:gd name="GluePoint9Y" fmla="*/ 23521 h 27662"/>
              <a:gd name="GluePoint10X" fmla="*/ 19863 w 20860"/>
              <a:gd name="GluePoint10Y" fmla="*/ 22554 h 27662"/>
              <a:gd name="GluePoint11X" fmla="*/ 20679 w 20860"/>
              <a:gd name="GluePoint11Y" fmla="*/ 26423 h 27662"/>
            </a:gdLst>
            <a:ahLst/>
            <a:cxnLst/>
            <a:rect l="textAreaLeft" t="textAreaTop" r="textAreaRight" b="textAreaBottom"/>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88" name="任意多边形: 形状 64"/>
          <p:cNvSpPr>
            <a:spLocks noGrp="1"/>
          </p:cNvSpPr>
          <p:nvPr/>
        </p:nvSpPr>
        <p:spPr>
          <a:xfrm>
            <a:off x="10844640" y="6681600"/>
            <a:ext cx="28800" cy="46800"/>
          </a:xfrm>
          <a:custGeom>
            <a:avLst/>
            <a:gdLst>
              <a:gd name="textAreaLeft" fmla="*/ 0 w 28800"/>
              <a:gd name="textAreaRight" fmla="*/ 29160 w 28800"/>
              <a:gd name="textAreaTop" fmla="*/ 0 h 46800"/>
              <a:gd name="textAreaBottom" fmla="*/ 47160 h 46800"/>
              <a:gd name="GluePoint1X" fmla="*/ 0 w 17535"/>
              <a:gd name="GluePoint1Y" fmla="*/ 30 h 28297"/>
              <a:gd name="GluePoint2X" fmla="*/ 4898 w 17535"/>
              <a:gd name="GluePoint2Y" fmla="*/ 30 h 28297"/>
              <a:gd name="GluePoint3X" fmla="*/ 4898 w 17535"/>
              <a:gd name="GluePoint3Y" fmla="*/ 11549 h 28297"/>
              <a:gd name="GluePoint4X" fmla="*/ 4988 w 17535"/>
              <a:gd name="GluePoint4Y" fmla="*/ 11549 h 28297"/>
              <a:gd name="GluePoint5X" fmla="*/ 7407 w 17535"/>
              <a:gd name="GluePoint5Y" fmla="*/ 9342 h 28297"/>
              <a:gd name="GluePoint6X" fmla="*/ 10763 w 17535"/>
              <a:gd name="GluePoint6Y" fmla="*/ 8465 h 28297"/>
              <a:gd name="GluePoint7X" fmla="*/ 17535 w 17535"/>
              <a:gd name="GluePoint7Y" fmla="*/ 16870 h 28297"/>
              <a:gd name="GluePoint8X" fmla="*/ 17535 w 17535"/>
              <a:gd name="GluePoint8Y" fmla="*/ 28298 h 28297"/>
              <a:gd name="GluePoint9X" fmla="*/ 12637 w 17535"/>
              <a:gd name="GluePoint9Y" fmla="*/ 28298 h 28297"/>
              <a:gd name="GluePoint10X" fmla="*/ 12637 w 17535"/>
              <a:gd name="GluePoint10Y" fmla="*/ 17414 h 28297"/>
              <a:gd name="GluePoint11X" fmla="*/ 8919 w 17535"/>
              <a:gd name="GluePoint11Y" fmla="*/ 12456 h 28297"/>
              <a:gd name="GluePoint12X" fmla="*/ 5140 w 17535"/>
              <a:gd name="GluePoint12Y" fmla="*/ 15207 h 28297"/>
              <a:gd name="GluePoint13X" fmla="*/ 4928 w 17535"/>
              <a:gd name="GluePoint13Y" fmla="*/ 16688 h 28297"/>
              <a:gd name="GluePoint14X" fmla="*/ 4928 w 17535"/>
              <a:gd name="GluePoint14Y" fmla="*/ 28268 h 28297"/>
              <a:gd name="GluePoint15X" fmla="*/ 30 w 17535"/>
              <a:gd name="GluePoint15Y" fmla="*/ 28268 h 28297"/>
              <a:gd name="GluePoint16X" fmla="*/ 30 w 17535"/>
              <a:gd name="GluePoint16Y" fmla="*/ 0 h 28297"/>
            </a:gdLst>
            <a:ahLst/>
            <a:cxnLst/>
            <a:rect l="textAreaLeft" t="textAreaTop" r="textAreaRight" b="textAreaBottom"/>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160" rIns="90000" bIns="2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89" name="任意多边形: 形状 65"/>
          <p:cNvSpPr>
            <a:spLocks noGrp="1"/>
          </p:cNvSpPr>
          <p:nvPr/>
        </p:nvSpPr>
        <p:spPr>
          <a:xfrm>
            <a:off x="1088172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90" name="任意多边形: 形状 66"/>
          <p:cNvSpPr>
            <a:spLocks noGrp="1"/>
          </p:cNvSpPr>
          <p:nvPr/>
        </p:nvSpPr>
        <p:spPr>
          <a:xfrm>
            <a:off x="108990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109 w 17716"/>
              <a:gd name="GluePoint13Y" fmla="*/ 8405 h 19802"/>
              <a:gd name="GluePoint14X" fmla="*/ 5109 w 17716"/>
              <a:gd name="GluePoint14Y" fmla="*/ 19802 h 19802"/>
              <a:gd name="GluePoint15X" fmla="*/ 212 w 17716"/>
              <a:gd name="GluePoint15Y" fmla="*/ 19802 h 19802"/>
              <a:gd name="GluePoint16X" fmla="*/ 212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91" name="任意多边形: 形状 67"/>
          <p:cNvSpPr>
            <a:spLocks noGrp="1"/>
          </p:cNvSpPr>
          <p:nvPr/>
        </p:nvSpPr>
        <p:spPr>
          <a:xfrm>
            <a:off x="109350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61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92" name="任意多边形: 形状 68"/>
          <p:cNvSpPr>
            <a:spLocks noGrp="1"/>
          </p:cNvSpPr>
          <p:nvPr/>
        </p:nvSpPr>
        <p:spPr>
          <a:xfrm>
            <a:off x="10969200" y="6695640"/>
            <a:ext cx="22680" cy="33120"/>
          </a:xfrm>
          <a:custGeom>
            <a:avLst/>
            <a:gdLst>
              <a:gd name="textAreaLeft" fmla="*/ 0 w 22680"/>
              <a:gd name="textAreaRight" fmla="*/ 23040 w 22680"/>
              <a:gd name="textAreaTop" fmla="*/ 0 h 33120"/>
              <a:gd name="textAreaBottom" fmla="*/ 33480 h 33120"/>
              <a:gd name="GluePoint1X" fmla="*/ 998 w 13755"/>
              <a:gd name="GluePoint1Y" fmla="*/ 15298 h 20225"/>
              <a:gd name="GluePoint2X" fmla="*/ 5926 w 13755"/>
              <a:gd name="GluePoint2Y" fmla="*/ 16719 h 20225"/>
              <a:gd name="GluePoint3X" fmla="*/ 9040 w 13755"/>
              <a:gd name="GluePoint3Y" fmla="*/ 14542 h 20225"/>
              <a:gd name="GluePoint4X" fmla="*/ 5865 w 13755"/>
              <a:gd name="GluePoint4Y" fmla="*/ 11700 h 20225"/>
              <a:gd name="GluePoint5X" fmla="*/ 514 w 13755"/>
              <a:gd name="GluePoint5Y" fmla="*/ 6047 h 20225"/>
              <a:gd name="GluePoint6X" fmla="*/ 7860 w 13755"/>
              <a:gd name="GluePoint6Y" fmla="*/ 0 h 20225"/>
              <a:gd name="GluePoint7X" fmla="*/ 13000 w 13755"/>
              <a:gd name="GluePoint7Y" fmla="*/ 1149 h 20225"/>
              <a:gd name="GluePoint8X" fmla="*/ 12033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93" name="任意多边形: 形状 69"/>
          <p:cNvSpPr>
            <a:spLocks noGrp="1"/>
          </p:cNvSpPr>
          <p:nvPr/>
        </p:nvSpPr>
        <p:spPr>
          <a:xfrm>
            <a:off x="1099692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94" name="任意多边形: 形状 70"/>
          <p:cNvSpPr>
            <a:spLocks noGrp="1"/>
          </p:cNvSpPr>
          <p:nvPr/>
        </p:nvSpPr>
        <p:spPr>
          <a:xfrm>
            <a:off x="11043720" y="6684120"/>
            <a:ext cx="38880" cy="44280"/>
          </a:xfrm>
          <a:custGeom>
            <a:avLst/>
            <a:gdLst>
              <a:gd name="textAreaLeft" fmla="*/ 0 w 38880"/>
              <a:gd name="textAreaRight" fmla="*/ 39240 w 38880"/>
              <a:gd name="textAreaTop" fmla="*/ 0 h 44280"/>
              <a:gd name="textAreaBottom" fmla="*/ 44640 h 44280"/>
              <a:gd name="GluePoint1X" fmla="*/ 8163 w 23551"/>
              <a:gd name="GluePoint1Y" fmla="*/ 15509 h 26816"/>
              <a:gd name="GluePoint2X" fmla="*/ 10249 w 23551"/>
              <a:gd name="GluePoint2Y" fmla="*/ 8888 h 26816"/>
              <a:gd name="GluePoint3X" fmla="*/ 11519 w 23551"/>
              <a:gd name="GluePoint3Y" fmla="*/ 3870 h 26816"/>
              <a:gd name="GluePoint4X" fmla="*/ 11609 w 23551"/>
              <a:gd name="GluePoint4Y" fmla="*/ 3870 h 26816"/>
              <a:gd name="GluePoint5X" fmla="*/ 12970 w 23551"/>
              <a:gd name="GluePoint5Y" fmla="*/ 8919 h 26816"/>
              <a:gd name="GluePoint6X" fmla="*/ 15086 w 23551"/>
              <a:gd name="GluePoint6Y" fmla="*/ 15509 h 26816"/>
              <a:gd name="GluePoint7X" fmla="*/ 8163 w 23551"/>
              <a:gd name="GluePoint7Y" fmla="*/ 15509 h 26816"/>
              <a:gd name="GluePoint8X" fmla="*/ 15872 w 23551"/>
              <a:gd name="GluePoint8Y" fmla="*/ 19228 h 26816"/>
              <a:gd name="GluePoint9X" fmla="*/ 18291 w 23551"/>
              <a:gd name="GluePoint9Y" fmla="*/ 26816 h 26816"/>
              <a:gd name="GluePoint10X" fmla="*/ 23551 w 23551"/>
              <a:gd name="GluePoint10Y" fmla="*/ 26816 h 26816"/>
              <a:gd name="GluePoint11X" fmla="*/ 14844 w 23551"/>
              <a:gd name="GluePoint11Y" fmla="*/ 0 h 26816"/>
              <a:gd name="GluePoint12X" fmla="*/ 8616 w 23551"/>
              <a:gd name="GluePoint12Y" fmla="*/ 0 h 26816"/>
              <a:gd name="GluePoint13X" fmla="*/ 0 w 23551"/>
              <a:gd name="GluePoint13Y" fmla="*/ 26816 h 26816"/>
              <a:gd name="GluePoint14X" fmla="*/ 5079 w 23551"/>
              <a:gd name="GluePoint14Y" fmla="*/ 26816 h 26816"/>
              <a:gd name="GluePoint15X" fmla="*/ 7377 w 23551"/>
              <a:gd name="GluePoint15Y" fmla="*/ 19228 h 26816"/>
              <a:gd name="GluePoint16X" fmla="*/ 15902 w 23551"/>
              <a:gd name="GluePoint16Y" fmla="*/ 19228 h 26816"/>
            </a:gdLst>
            <a:ahLst/>
            <a:cxnLst/>
            <a:rect l="textAreaLeft" t="textAreaTop" r="textAreaRight" b="textAreaBottom"/>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95" name="任意多边形: 形状 71"/>
          <p:cNvSpPr>
            <a:spLocks noGrp="1"/>
          </p:cNvSpPr>
          <p:nvPr/>
        </p:nvSpPr>
        <p:spPr>
          <a:xfrm>
            <a:off x="1108584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884 w 15479"/>
              <a:gd name="GluePoint7Y" fmla="*/ 3809 h 20225"/>
              <a:gd name="GluePoint8X" fmla="*/ 4958 w 15479"/>
              <a:gd name="GluePoint8Y" fmla="*/ 10098 h 20225"/>
              <a:gd name="GluePoint9X" fmla="*/ 1091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96" name="任意多边形: 形状 72"/>
          <p:cNvSpPr>
            <a:spLocks noGrp="1"/>
          </p:cNvSpPr>
          <p:nvPr/>
        </p:nvSpPr>
        <p:spPr>
          <a:xfrm>
            <a:off x="1111536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58 w 16688"/>
              <a:gd name="GluePoint2Y" fmla="*/ 14058 h 20255"/>
              <a:gd name="GluePoint3X" fmla="*/ 7619 w 16688"/>
              <a:gd name="GluePoint3Y" fmla="*/ 16719 h 20255"/>
              <a:gd name="GluePoint4X" fmla="*/ 4807 w 16688"/>
              <a:gd name="GluePoint4Y" fmla="*/ 13937 h 20255"/>
              <a:gd name="GluePoint5X" fmla="*/ 11579 w 16688"/>
              <a:gd name="GluePoint5Y" fmla="*/ 10309 h 20255"/>
              <a:gd name="GluePoint6X" fmla="*/ 1157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97" name="任意多边形: 形状 73"/>
          <p:cNvSpPr>
            <a:spLocks noGrp="1"/>
          </p:cNvSpPr>
          <p:nvPr/>
        </p:nvSpPr>
        <p:spPr>
          <a:xfrm>
            <a:off x="11149200" y="6681600"/>
            <a:ext cx="31680" cy="47520"/>
          </a:xfrm>
          <a:custGeom>
            <a:avLst/>
            <a:gdLst>
              <a:gd name="textAreaLeft" fmla="*/ 0 w 31680"/>
              <a:gd name="textAreaRight" fmla="*/ 32040 w 31680"/>
              <a:gd name="textAreaTop" fmla="*/ 0 h 47520"/>
              <a:gd name="textAreaBottom" fmla="*/ 47880 h 47520"/>
              <a:gd name="GluePoint1X" fmla="*/ 14179 w 19228"/>
              <a:gd name="GluePoint1Y" fmla="*/ 19863 h 28690"/>
              <a:gd name="GluePoint2X" fmla="*/ 14028 w 19228"/>
              <a:gd name="GluePoint2Y" fmla="*/ 21284 h 28690"/>
              <a:gd name="GluePoint3X" fmla="*/ 9796 w 19228"/>
              <a:gd name="GluePoint3Y" fmla="*/ 24761 h 28690"/>
              <a:gd name="GluePoint4X" fmla="*/ 4958 w 19228"/>
              <a:gd name="GluePoint4Y" fmla="*/ 18593 h 28690"/>
              <a:gd name="GluePoint5X" fmla="*/ 9856 w 19228"/>
              <a:gd name="GluePoint5Y" fmla="*/ 12214 h 28690"/>
              <a:gd name="GluePoint6X" fmla="*/ 14058 w 19228"/>
              <a:gd name="GluePoint6Y" fmla="*/ 15661 h 28690"/>
              <a:gd name="GluePoint7X" fmla="*/ 14179 w 19228"/>
              <a:gd name="GluePoint7Y" fmla="*/ 16930 h 28690"/>
              <a:gd name="GluePoint8X" fmla="*/ 14179 w 19228"/>
              <a:gd name="GluePoint8Y" fmla="*/ 19833 h 28690"/>
              <a:gd name="GluePoint9X" fmla="*/ 14179 w 19228"/>
              <a:gd name="GluePoint9Y" fmla="*/ 0 h 28690"/>
              <a:gd name="GluePoint10X" fmla="*/ 14179 w 19228"/>
              <a:gd name="GluePoint10Y" fmla="*/ 10974 h 28690"/>
              <a:gd name="GluePoint11X" fmla="*/ 14089 w 19228"/>
              <a:gd name="GluePoint11Y" fmla="*/ 10974 h 28690"/>
              <a:gd name="GluePoint12X" fmla="*/ 8677 w 19228"/>
              <a:gd name="GluePoint12Y" fmla="*/ 8465 h 28690"/>
              <a:gd name="GluePoint13X" fmla="*/ 0 w 19228"/>
              <a:gd name="GluePoint13Y" fmla="*/ 18805 h 28690"/>
              <a:gd name="GluePoint14X" fmla="*/ 8284 w 19228"/>
              <a:gd name="GluePoint14Y" fmla="*/ 28691 h 28690"/>
              <a:gd name="GluePoint15X" fmla="*/ 14572 w 19228"/>
              <a:gd name="GluePoint15Y" fmla="*/ 25184 h 28690"/>
              <a:gd name="GluePoint16X" fmla="*/ 14663 w 19228"/>
              <a:gd name="GluePoint16Y" fmla="*/ 25184 h 28690"/>
              <a:gd name="GluePoint17X" fmla="*/ 14875 w 19228"/>
              <a:gd name="GluePoint17Y" fmla="*/ 28268 h 28690"/>
              <a:gd name="GluePoint18X" fmla="*/ 19228 w 19228"/>
              <a:gd name="GluePoint18Y" fmla="*/ 28268 h 28690"/>
              <a:gd name="GluePoint19X" fmla="*/ 19077 w 19228"/>
              <a:gd name="GluePoint19Y" fmla="*/ 22826 h 28690"/>
              <a:gd name="GluePoint20X" fmla="*/ 19077 w 19228"/>
              <a:gd name="GluePoint20Y" fmla="*/ 0 h 28690"/>
              <a:gd name="GluePoint21X" fmla="*/ 14179 w 19228"/>
              <a:gd name="GluePoint21Y" fmla="*/ 0 h 28690"/>
            </a:gdLst>
            <a:ahLst/>
            <a:cxnLst/>
            <a:rect l="textAreaLeft" t="textAreaTop" r="textAreaRight" b="textAreaBottom"/>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98" name="任意多边形: 形状 74"/>
          <p:cNvSpPr>
            <a:spLocks noGrp="1"/>
          </p:cNvSpPr>
          <p:nvPr/>
        </p:nvSpPr>
        <p:spPr>
          <a:xfrm>
            <a:off x="11187720" y="6695640"/>
            <a:ext cx="29160" cy="33120"/>
          </a:xfrm>
          <a:custGeom>
            <a:avLst/>
            <a:gdLst>
              <a:gd name="textAreaLeft" fmla="*/ 0 w 29160"/>
              <a:gd name="textAreaRight" fmla="*/ 29520 w 29160"/>
              <a:gd name="textAreaTop" fmla="*/ 0 h 33120"/>
              <a:gd name="textAreaBottom" fmla="*/ 33480 h 33120"/>
              <a:gd name="GluePoint1X" fmla="*/ 4686 w 17837"/>
              <a:gd name="GluePoint1Y" fmla="*/ 8072 h 20225"/>
              <a:gd name="GluePoint2X" fmla="*/ 9161 w 17837"/>
              <a:gd name="GluePoint2Y" fmla="*/ 3356 h 20225"/>
              <a:gd name="GluePoint3X" fmla="*/ 13212 w 17837"/>
              <a:gd name="GluePoint3Y" fmla="*/ 8072 h 20225"/>
              <a:gd name="GluePoint4X" fmla="*/ 4686 w 17837"/>
              <a:gd name="GluePoint4Y" fmla="*/ 8072 h 20225"/>
              <a:gd name="GluePoint5X" fmla="*/ 17656 w 17837"/>
              <a:gd name="GluePoint5Y" fmla="*/ 11488 h 20225"/>
              <a:gd name="GluePoint6X" fmla="*/ 17837 w 17837"/>
              <a:gd name="GluePoint6Y" fmla="*/ 9433 h 20225"/>
              <a:gd name="GluePoint7X" fmla="*/ 9493 w 17837"/>
              <a:gd name="GluePoint7Y" fmla="*/ 0 h 20225"/>
              <a:gd name="GluePoint8X" fmla="*/ 0 w 17837"/>
              <a:gd name="GluePoint8Y" fmla="*/ 10400 h 20225"/>
              <a:gd name="GluePoint9X" fmla="*/ 9977 w 17837"/>
              <a:gd name="GluePoint9Y" fmla="*/ 20226 h 20225"/>
              <a:gd name="GluePoint10X" fmla="*/ 16749 w 17837"/>
              <a:gd name="GluePoint10Y" fmla="*/ 18986 h 20225"/>
              <a:gd name="GluePoint11X" fmla="*/ 16023 w 17837"/>
              <a:gd name="GluePoint11Y" fmla="*/ 15600 h 20225"/>
              <a:gd name="GluePoint12X" fmla="*/ 10672 w 17837"/>
              <a:gd name="GluePoint12Y" fmla="*/ 16507 h 20225"/>
              <a:gd name="GluePoint13X" fmla="*/ 4686 w 17837"/>
              <a:gd name="GluePoint13Y" fmla="*/ 11458 h 20225"/>
              <a:gd name="GluePoint14X" fmla="*/ 17656 w 17837"/>
              <a:gd name="GluePoint14Y" fmla="*/ 11458 h 20225"/>
            </a:gdLst>
            <a:ahLst/>
            <a:cxnLst/>
            <a:rect l="textAreaLeft" t="textAreaTop" r="textAreaRight" b="textAreaBottom"/>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399" name="任意多边形: 形状 75"/>
          <p:cNvSpPr>
            <a:spLocks noGrp="1"/>
          </p:cNvSpPr>
          <p:nvPr/>
        </p:nvSpPr>
        <p:spPr>
          <a:xfrm>
            <a:off x="11223720" y="6695640"/>
            <a:ext cx="47520" cy="32400"/>
          </a:xfrm>
          <a:custGeom>
            <a:avLst/>
            <a:gdLst>
              <a:gd name="textAreaLeft" fmla="*/ 0 w 47520"/>
              <a:gd name="textAreaRight" fmla="*/ 47880 w 47520"/>
              <a:gd name="textAreaTop" fmla="*/ 0 h 32400"/>
              <a:gd name="textAreaBottom" fmla="*/ 32760 h 32400"/>
              <a:gd name="GluePoint1X" fmla="*/ 151 w 28721"/>
              <a:gd name="GluePoint1Y" fmla="*/ 6258 h 19802"/>
              <a:gd name="GluePoint2X" fmla="*/ 0 w 28721"/>
              <a:gd name="GluePoint2Y" fmla="*/ 484 h 19802"/>
              <a:gd name="GluePoint3X" fmla="*/ 4172 w 28721"/>
              <a:gd name="GluePoint3Y" fmla="*/ 484 h 19802"/>
              <a:gd name="GluePoint4X" fmla="*/ 4384 w 28721"/>
              <a:gd name="GluePoint4Y" fmla="*/ 3326 h 19802"/>
              <a:gd name="GluePoint5X" fmla="*/ 4505 w 28721"/>
              <a:gd name="GluePoint5Y" fmla="*/ 3326 h 19802"/>
              <a:gd name="GluePoint6X" fmla="*/ 10461 w 28721"/>
              <a:gd name="GluePoint6Y" fmla="*/ 30 h 19802"/>
              <a:gd name="GluePoint7X" fmla="*/ 15842 w 28721"/>
              <a:gd name="GluePoint7Y" fmla="*/ 3598 h 19802"/>
              <a:gd name="GluePoint8X" fmla="*/ 15933 w 28721"/>
              <a:gd name="GluePoint8Y" fmla="*/ 3598 h 19802"/>
              <a:gd name="GluePoint9X" fmla="*/ 18321 w 28721"/>
              <a:gd name="GluePoint9Y" fmla="*/ 1149 h 19802"/>
              <a:gd name="GluePoint10X" fmla="*/ 22251 w 28721"/>
              <a:gd name="GluePoint10Y" fmla="*/ 0 h 19802"/>
              <a:gd name="GluePoint11X" fmla="*/ 28721 w 28721"/>
              <a:gd name="GluePoint11Y" fmla="*/ 8405 h 19802"/>
              <a:gd name="GluePoint12X" fmla="*/ 28721 w 28721"/>
              <a:gd name="GluePoint12Y" fmla="*/ 19802 h 19802"/>
              <a:gd name="GluePoint13X" fmla="*/ 23944 w 28721"/>
              <a:gd name="GluePoint13Y" fmla="*/ 19802 h 19802"/>
              <a:gd name="GluePoint14X" fmla="*/ 23944 w 28721"/>
              <a:gd name="GluePoint14Y" fmla="*/ 9070 h 19802"/>
              <a:gd name="GluePoint15X" fmla="*/ 20498 w 28721"/>
              <a:gd name="GluePoint15Y" fmla="*/ 3960 h 19802"/>
              <a:gd name="GluePoint16X" fmla="*/ 17112 w 28721"/>
              <a:gd name="GluePoint16Y" fmla="*/ 6530 h 19802"/>
              <a:gd name="GluePoint17X" fmla="*/ 16870 w 28721"/>
              <a:gd name="GluePoint17Y" fmla="*/ 8163 h 19802"/>
              <a:gd name="GluePoint18X" fmla="*/ 16870 w 28721"/>
              <a:gd name="GluePoint18Y" fmla="*/ 19802 h 19802"/>
              <a:gd name="GluePoint19X" fmla="*/ 12093 w 28721"/>
              <a:gd name="GluePoint19Y" fmla="*/ 19802 h 19802"/>
              <a:gd name="GluePoint20X" fmla="*/ 12093 w 28721"/>
              <a:gd name="GluePoint20Y" fmla="*/ 8586 h 19802"/>
              <a:gd name="GluePoint21X" fmla="*/ 8767 w 28721"/>
              <a:gd name="GluePoint21Y" fmla="*/ 3960 h 19802"/>
              <a:gd name="GluePoint22X" fmla="*/ 5230 w 28721"/>
              <a:gd name="GluePoint22Y" fmla="*/ 6742 h 19802"/>
              <a:gd name="GluePoint23X" fmla="*/ 4988 w 28721"/>
              <a:gd name="GluePoint23Y" fmla="*/ 8344 h 19802"/>
              <a:gd name="GluePoint24X" fmla="*/ 4988 w 28721"/>
              <a:gd name="GluePoint24Y" fmla="*/ 19802 h 19802"/>
              <a:gd name="GluePoint25X" fmla="*/ 212 w 28721"/>
              <a:gd name="GluePoint25Y" fmla="*/ 19802 h 19802"/>
              <a:gd name="GluePoint26X" fmla="*/ 212 w 28721"/>
              <a:gd name="GluePoint26Y" fmla="*/ 6198 h 19802"/>
            </a:gdLst>
            <a:ahLst/>
            <a:cxnLst/>
            <a:rect l="textAreaLeft" t="textAreaTop" r="textAreaRight" b="textAreaBottom"/>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00" name="任意多边形: 形状 76"/>
          <p:cNvSpPr>
            <a:spLocks noGrp="1"/>
          </p:cNvSpPr>
          <p:nvPr/>
        </p:nvSpPr>
        <p:spPr>
          <a:xfrm>
            <a:off x="11275200" y="6696360"/>
            <a:ext cx="32040" cy="46440"/>
          </a:xfrm>
          <a:custGeom>
            <a:avLst/>
            <a:gdLst>
              <a:gd name="textAreaLeft" fmla="*/ 0 w 32040"/>
              <a:gd name="textAreaRight" fmla="*/ 32400 w 32040"/>
              <a:gd name="textAreaTop" fmla="*/ 0 h 46440"/>
              <a:gd name="textAreaBottom" fmla="*/ 46800 h 46440"/>
              <a:gd name="GluePoint1X" fmla="*/ 5381 w 19379"/>
              <a:gd name="GluePoint1Y" fmla="*/ 30 h 28146"/>
              <a:gd name="GluePoint2X" fmla="*/ 8858 w 19379"/>
              <a:gd name="GluePoint2Y" fmla="*/ 10400 h 28146"/>
              <a:gd name="GluePoint3X" fmla="*/ 9947 w 19379"/>
              <a:gd name="GluePoint3Y" fmla="*/ 14149 h 28146"/>
              <a:gd name="GluePoint4X" fmla="*/ 10068 w 19379"/>
              <a:gd name="GluePoint4Y" fmla="*/ 14149 h 28146"/>
              <a:gd name="GluePoint5X" fmla="*/ 11095 w 19379"/>
              <a:gd name="GluePoint5Y" fmla="*/ 10340 h 28146"/>
              <a:gd name="GluePoint6X" fmla="*/ 14149 w 19379"/>
              <a:gd name="GluePoint6Y" fmla="*/ 0 h 28146"/>
              <a:gd name="GluePoint7X" fmla="*/ 19379 w 19379"/>
              <a:gd name="GluePoint7Y" fmla="*/ 0 h 28146"/>
              <a:gd name="GluePoint8X" fmla="*/ 14542 w 19379"/>
              <a:gd name="GluePoint8Y" fmla="*/ 13212 h 28146"/>
              <a:gd name="GluePoint9X" fmla="*/ 7800 w 19379"/>
              <a:gd name="GluePoint9Y" fmla="*/ 25668 h 28146"/>
              <a:gd name="GluePoint10X" fmla="*/ 2660 w 19379"/>
              <a:gd name="GluePoint10Y" fmla="*/ 28147 h 28146"/>
              <a:gd name="GluePoint11X" fmla="*/ 1542 w 19379"/>
              <a:gd name="GluePoint11Y" fmla="*/ 24035 h 28146"/>
              <a:gd name="GluePoint12X" fmla="*/ 4384 w 19379"/>
              <a:gd name="GluePoint12Y" fmla="*/ 22705 h 28146"/>
              <a:gd name="GluePoint13X" fmla="*/ 7074 w 19379"/>
              <a:gd name="GluePoint13Y" fmla="*/ 19621 h 28146"/>
              <a:gd name="GluePoint14X" fmla="*/ 7377 w 19379"/>
              <a:gd name="GluePoint14Y" fmla="*/ 18775 h 28146"/>
              <a:gd name="GluePoint15X" fmla="*/ 7105 w 19379"/>
              <a:gd name="GluePoint15Y" fmla="*/ 17807 h 28146"/>
              <a:gd name="GluePoint16X" fmla="*/ 0 w 19379"/>
              <a:gd name="GluePoint16Y" fmla="*/ 30 h 28146"/>
              <a:gd name="GluePoint17X" fmla="*/ 5412 w 19379"/>
              <a:gd name="GluePoint17Y" fmla="*/ 30 h 28146"/>
            </a:gdLst>
            <a:ahLst/>
            <a:cxnLst/>
            <a:rect l="textAreaLeft" t="textAreaTop" r="textAreaRight" b="textAreaBottom"/>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01" name="任意多边形: 形状 77"/>
          <p:cNvSpPr>
            <a:spLocks noGrp="1"/>
          </p:cNvSpPr>
          <p:nvPr/>
        </p:nvSpPr>
        <p:spPr>
          <a:xfrm>
            <a:off x="1132380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02" name="任意多边形: 形状 78"/>
          <p:cNvSpPr>
            <a:spLocks noGrp="1"/>
          </p:cNvSpPr>
          <p:nvPr/>
        </p:nvSpPr>
        <p:spPr>
          <a:xfrm>
            <a:off x="1135944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03" name="任意多边形: 形状 79"/>
          <p:cNvSpPr>
            <a:spLocks noGrp="1"/>
          </p:cNvSpPr>
          <p:nvPr/>
        </p:nvSpPr>
        <p:spPr>
          <a:xfrm>
            <a:off x="1139616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326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04" name="任意多边形: 形状 80"/>
          <p:cNvSpPr>
            <a:spLocks noGrp="1"/>
          </p:cNvSpPr>
          <p:nvPr/>
        </p:nvSpPr>
        <p:spPr>
          <a:xfrm>
            <a:off x="1143000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914 w 15479"/>
              <a:gd name="GluePoint7Y" fmla="*/ 3809 h 20225"/>
              <a:gd name="GluePoint8X" fmla="*/ 4988 w 15479"/>
              <a:gd name="GluePoint8Y" fmla="*/ 10098 h 20225"/>
              <a:gd name="GluePoint9X" fmla="*/ 1094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05" name="任意多边形: 形状 81"/>
          <p:cNvSpPr>
            <a:spLocks noGrp="1"/>
          </p:cNvSpPr>
          <p:nvPr/>
        </p:nvSpPr>
        <p:spPr>
          <a:xfrm>
            <a:off x="11461320" y="6682320"/>
            <a:ext cx="9360" cy="46080"/>
          </a:xfrm>
          <a:custGeom>
            <a:avLst/>
            <a:gdLst>
              <a:gd name="textAreaLeft" fmla="*/ 0 w 9360"/>
              <a:gd name="textAreaRight" fmla="*/ 9720 w 9360"/>
              <a:gd name="textAreaTop" fmla="*/ 0 h 46080"/>
              <a:gd name="textAreaBottom" fmla="*/ 46440 h 46080"/>
              <a:gd name="GluePoint1X" fmla="*/ 454 w 5774"/>
              <a:gd name="GluePoint1Y" fmla="*/ 27935 h 27935"/>
              <a:gd name="GluePoint2X" fmla="*/ 454 w 5774"/>
              <a:gd name="GluePoint2Y" fmla="*/ 8556 h 27935"/>
              <a:gd name="GluePoint3X" fmla="*/ 5351 w 5774"/>
              <a:gd name="GluePoint3Y" fmla="*/ 8556 h 27935"/>
              <a:gd name="GluePoint4X" fmla="*/ 5351 w 5774"/>
              <a:gd name="GluePoint4Y" fmla="*/ 27935 h 27935"/>
              <a:gd name="GluePoint5X" fmla="*/ 454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12 w 5774"/>
              <a:gd name="GluePoint11Y" fmla="*/ 5593 h 27935"/>
            </a:gdLst>
            <a:ahLst/>
            <a:cxnLst/>
            <a:rect l="textAreaLeft" t="textAreaTop" r="textAreaRight" b="textAreaBottom"/>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06" name="任意多边形: 形状 82"/>
          <p:cNvSpPr>
            <a:spLocks noGrp="1"/>
          </p:cNvSpPr>
          <p:nvPr/>
        </p:nvSpPr>
        <p:spPr>
          <a:xfrm>
            <a:off x="114768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07" name="任意多边形: 形状 83"/>
          <p:cNvSpPr>
            <a:spLocks noGrp="1"/>
          </p:cNvSpPr>
          <p:nvPr/>
        </p:nvSpPr>
        <p:spPr>
          <a:xfrm>
            <a:off x="115128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08" name="任意多边形: 形状 84"/>
          <p:cNvSpPr>
            <a:spLocks noGrp="1"/>
          </p:cNvSpPr>
          <p:nvPr/>
        </p:nvSpPr>
        <p:spPr>
          <a:xfrm>
            <a:off x="11548800" y="6695640"/>
            <a:ext cx="25560" cy="33120"/>
          </a:xfrm>
          <a:custGeom>
            <a:avLst/>
            <a:gdLst>
              <a:gd name="textAreaLeft" fmla="*/ 0 w 25560"/>
              <a:gd name="textAreaRight" fmla="*/ 25920 w 25560"/>
              <a:gd name="textAreaTop" fmla="*/ 0 h 33120"/>
              <a:gd name="textAreaBottom" fmla="*/ 33480 h 33120"/>
              <a:gd name="GluePoint1X" fmla="*/ 15449 w 15509"/>
              <a:gd name="GluePoint1Y" fmla="*/ 19228 h 20225"/>
              <a:gd name="GluePoint2X" fmla="*/ 9977 w 15509"/>
              <a:gd name="GluePoint2Y" fmla="*/ 20226 h 20225"/>
              <a:gd name="GluePoint3X" fmla="*/ 0 w 15509"/>
              <a:gd name="GluePoint3Y" fmla="*/ 10309 h 20225"/>
              <a:gd name="GluePoint4X" fmla="*/ 10763 w 15509"/>
              <a:gd name="GluePoint4Y" fmla="*/ 0 h 20225"/>
              <a:gd name="GluePoint5X" fmla="*/ 15509 w 15509"/>
              <a:gd name="GluePoint5Y" fmla="*/ 877 h 20225"/>
              <a:gd name="GluePoint6X" fmla="*/ 14633 w 15509"/>
              <a:gd name="GluePoint6Y" fmla="*/ 4565 h 20225"/>
              <a:gd name="GluePoint7X" fmla="*/ 10944 w 15509"/>
              <a:gd name="GluePoint7Y" fmla="*/ 3809 h 20225"/>
              <a:gd name="GluePoint8X" fmla="*/ 5019 w 15509"/>
              <a:gd name="GluePoint8Y" fmla="*/ 10098 h 20225"/>
              <a:gd name="GluePoint9X" fmla="*/ 10975 w 15509"/>
              <a:gd name="GluePoint9Y" fmla="*/ 16356 h 20225"/>
              <a:gd name="GluePoint10X" fmla="*/ 14814 w 15509"/>
              <a:gd name="GluePoint10Y" fmla="*/ 15600 h 20225"/>
              <a:gd name="GluePoint11X" fmla="*/ 15479 w 15509"/>
              <a:gd name="GluePoint11Y" fmla="*/ 19228 h 20225"/>
            </a:gdLst>
            <a:ahLst/>
            <a:cxnLst/>
            <a:rect l="textAreaLeft" t="textAreaTop" r="textAreaRight" b="textAreaBottom"/>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09" name="任意多边形: 形状 85"/>
          <p:cNvSpPr>
            <a:spLocks noGrp="1"/>
          </p:cNvSpPr>
          <p:nvPr/>
        </p:nvSpPr>
        <p:spPr>
          <a:xfrm>
            <a:off x="1157796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2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10" name="任意多边形: 形状 86"/>
          <p:cNvSpPr>
            <a:spLocks noGrp="1"/>
          </p:cNvSpPr>
          <p:nvPr/>
        </p:nvSpPr>
        <p:spPr>
          <a:xfrm>
            <a:off x="11612160" y="6695640"/>
            <a:ext cx="22680" cy="33120"/>
          </a:xfrm>
          <a:custGeom>
            <a:avLst/>
            <a:gdLst>
              <a:gd name="textAreaLeft" fmla="*/ 0 w 22680"/>
              <a:gd name="textAreaRight" fmla="*/ 23040 w 22680"/>
              <a:gd name="textAreaTop" fmla="*/ 0 h 33120"/>
              <a:gd name="textAreaBottom" fmla="*/ 33480 h 33120"/>
              <a:gd name="GluePoint1X" fmla="*/ 93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12" name="任意多边形: 形状 13"/>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413" name="任意多边形: 形状 94"/>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14" name="任意多边形: 形状 122"/>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15" name="任意多边形: 形状 123"/>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16" name="任意多边形: 形状 124"/>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418" name="任意多边形: 形状 126"/>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19" name="任意多边形: 形状 127"/>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420" name="任意多边形: 形状 128"/>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421" name="任意多边形: 形状 129"/>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22" name="任意多边形: 形状 130"/>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23" name="任意多边形: 形状 132"/>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24" name="PlaceHolder 2"/>
          <p:cNvSpPr>
            <a:spLocks noGrp="1"/>
          </p:cNvSpPr>
          <p:nvPr>
            <p:ph type="body" idx="10" hasCustomPrompt="1"/>
          </p:nvPr>
        </p:nvSpPr>
        <p:spPr>
          <a:xfrm rot="444000">
            <a:off x="9524520" y="2050920"/>
            <a:ext cx="2129760" cy="3335760"/>
          </a:xfrm>
          <a:prstGeom prst="rect">
            <a:avLst/>
          </a:prstGeom>
          <a:solidFill>
            <a:schemeClr val="accent1">
              <a:lumMod val="20000"/>
              <a:lumOff val="80000"/>
            </a:schemeClr>
          </a:solidFill>
          <a:ln w="19080">
            <a:solidFill>
              <a:schemeClr val="accent1"/>
            </a:solidFill>
          </a:ln>
          <a:effectLst>
            <a:outerShdw blurRad="380880" dist="266268" dir="2700000" rotWithShape="0">
              <a:srgbClr val="000000">
                <a:alpha val="18000"/>
              </a:srgbClr>
            </a:outerShdw>
          </a:effectLst>
        </p:spPr>
        <p:txBody>
          <a:bodyPr lIns="90000" tIns="45000" rIns="90000" bIns="45000" anchor="ctr">
            <a:noAutofit/>
          </a:bodyPr>
          <a:lstStyle>
            <a:lvl1pPr algn="l" defTabSz="914400">
              <a:lnSpc>
                <a:spcPct val="140000"/>
              </a:lnSpc>
              <a:spcAft>
                <a:spcPts val="1200"/>
              </a:spcAft>
              <a:buClr>
                <a:srgbClr val="000000"/>
              </a:buClr>
              <a:buSzPct val="45000"/>
              <a:buFont typeface="Wingdings" panose="05000000000000000000"/>
              <a:buChar char=""/>
              <a:tabLst>
                <a:tab pos="0" algn="l"/>
              </a:tabLst>
              <a:defRPr sz="1800" b="0" u="none">
                <a:solidFill>
                  <a:srgbClr val="000000"/>
                </a:solidFill>
                <a:latin typeface="Arial" panose="020B0604020202090204"/>
                <a:ea typeface="Arial" panose="020B0604020202090204"/>
                <a:cs typeface="Arial" panose="020B0604020202090204"/>
              </a:defRPr>
            </a:lvl1pPr>
            <a:lvl2pPr algn="l" defTabSz="914400">
              <a:lnSpc>
                <a:spcPct val="90000"/>
              </a:lnSpc>
              <a:spcBef>
                <a:spcPts val="113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2pPr>
            <a:lvl3pPr algn="l" defTabSz="914400">
              <a:lnSpc>
                <a:spcPct val="90000"/>
              </a:lnSpc>
              <a:spcBef>
                <a:spcPts val="850"/>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3pPr>
            <a:lvl4pPr algn="l" defTabSz="914400">
              <a:lnSpc>
                <a:spcPct val="90000"/>
              </a:lnSpc>
              <a:spcBef>
                <a:spcPts val="56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4pPr>
            <a:lvl5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5pPr>
            <a:lvl6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6pPr>
            <a:lvl7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7pPr>
          </a:lstStyle>
          <a:p>
            <a:pPr indent="-323850" algn="l" defTabSz="914400">
              <a:lnSpc>
                <a:spcPct val="140000"/>
              </a:lnSpc>
              <a:spcAft>
                <a:spcPts val="1200"/>
              </a:spcAft>
              <a:buClr>
                <a:srgbClr val="000000"/>
              </a:buClr>
              <a:buSzPct val="45000"/>
              <a:buFont typeface="Wingdings" panose="05000000000000000000"/>
              <a:buChar char=""/>
              <a:tabLst>
                <a:tab pos="0" algn="l"/>
              </a:tabLst>
            </a:pPr>
            <a:r>
              <a:rPr sz="1800" b="0" u="none">
                <a:solidFill>
                  <a:srgbClr val="000000"/>
                </a:solidFill>
                <a:latin typeface="Arial" panose="020B0604020202090204"/>
                <a:ea typeface="Arial" panose="020B0604020202090204"/>
                <a:cs typeface="Arial" panose="020B0604020202090204"/>
              </a:rPr>
              <a:t>Click to edit the outline text format</a:t>
            </a:r>
            <a:endParaRPr sz="1800" b="0" u="none">
              <a:solidFill>
                <a:srgbClr val="000000"/>
              </a:solidFill>
              <a:latin typeface="Arial" panose="020B0604020202090204"/>
              <a:ea typeface="Arial" panose="020B0604020202090204"/>
              <a:cs typeface="Arial" panose="020B0604020202090204"/>
            </a:endParaRPr>
          </a:p>
          <a:p>
            <a:pPr marL="457200" lvl="1" indent="-323850" algn="l" defTabSz="914400">
              <a:lnSpc>
                <a:spcPct val="90000"/>
              </a:lnSpc>
              <a:spcBef>
                <a:spcPts val="113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Second Outline Level</a:t>
            </a:r>
            <a:endParaRPr sz="1800" b="0" u="none">
              <a:solidFill>
                <a:schemeClr val="dk1"/>
              </a:solidFill>
              <a:latin typeface="微软雅黑"/>
              <a:ea typeface="微软雅黑"/>
              <a:cs typeface="微软雅黑"/>
            </a:endParaRPr>
          </a:p>
          <a:p>
            <a:pPr marL="914400" lvl="2" indent="-288290" algn="l" defTabSz="914400">
              <a:lnSpc>
                <a:spcPct val="90000"/>
              </a:lnSpc>
              <a:spcBef>
                <a:spcPts val="850"/>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371600" lvl="3" indent="-215900" algn="l" defTabSz="914400">
              <a:lnSpc>
                <a:spcPct val="90000"/>
              </a:lnSpc>
              <a:spcBef>
                <a:spcPts val="56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1828800" lvl="4"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Fifth Outline Level</a:t>
            </a:r>
            <a:endParaRPr sz="1800" b="0" u="none">
              <a:solidFill>
                <a:schemeClr val="dk1"/>
              </a:solidFill>
              <a:latin typeface="微软雅黑"/>
              <a:ea typeface="微软雅黑"/>
              <a:cs typeface="微软雅黑"/>
            </a:endParaRPr>
          </a:p>
          <a:p>
            <a:pPr marL="2286000" lvl="5"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Sixth Outline Level</a:t>
            </a:r>
            <a:endParaRPr sz="1800" b="0" u="none">
              <a:solidFill>
                <a:schemeClr val="dk1"/>
              </a:solidFill>
              <a:latin typeface="微软雅黑"/>
              <a:ea typeface="微软雅黑"/>
              <a:cs typeface="微软雅黑"/>
            </a:endParaRPr>
          </a:p>
          <a:p>
            <a:pPr marL="2743200" lvl="6"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Seventh Outline Level</a:t>
            </a:r>
            <a:endParaRPr sz="1800" b="0" u="none">
              <a:solidFill>
                <a:schemeClr val="dk1"/>
              </a:solidFill>
              <a:latin typeface="微软雅黑"/>
              <a:ea typeface="微软雅黑"/>
              <a:cs typeface="微软雅黑"/>
            </a:endParaRPr>
          </a:p>
        </p:txBody>
      </p:sp>
      <p:sp>
        <p:nvSpPr>
          <p:cNvPr id="1425" name="PlaceHolder 3"/>
          <p:cNvSpPr>
            <a:spLocks noGrp="1"/>
          </p:cNvSpPr>
          <p:nvPr>
            <p:ph type="body" idx="20" hasCustomPrompt="1"/>
          </p:nvPr>
        </p:nvSpPr>
        <p:spPr>
          <a:xfrm rot="444000">
            <a:off x="7370640" y="2069640"/>
            <a:ext cx="1875600" cy="2937600"/>
          </a:xfrm>
          <a:prstGeom prst="rect">
            <a:avLst/>
          </a:prstGeom>
          <a:solidFill>
            <a:schemeClr val="accent1">
              <a:lumMod val="20000"/>
              <a:lumOff val="80000"/>
            </a:schemeClr>
          </a:solidFill>
          <a:ln w="19080">
            <a:solidFill>
              <a:schemeClr val="accent1"/>
            </a:solidFill>
          </a:ln>
          <a:effectLst>
            <a:outerShdw blurRad="380880" dist="266268" dir="2700000" rotWithShape="0">
              <a:srgbClr val="000000">
                <a:alpha val="18000"/>
              </a:srgbClr>
            </a:outerShdw>
          </a:effectLst>
        </p:spPr>
        <p:txBody>
          <a:bodyPr lIns="90000" tIns="45000" rIns="90000" bIns="45000" anchor="ctr">
            <a:noAutofit/>
          </a:bodyPr>
          <a:lstStyle>
            <a:lvl1pPr algn="l" defTabSz="914400">
              <a:lnSpc>
                <a:spcPct val="140000"/>
              </a:lnSpc>
              <a:spcAft>
                <a:spcPts val="1200"/>
              </a:spcAft>
              <a:buClr>
                <a:srgbClr val="000000"/>
              </a:buClr>
              <a:buSzPct val="45000"/>
              <a:buFont typeface="Wingdings" panose="05000000000000000000"/>
              <a:buChar char=""/>
              <a:tabLst>
                <a:tab pos="0" algn="l"/>
              </a:tabLst>
              <a:defRPr sz="1800" b="0" u="none">
                <a:solidFill>
                  <a:srgbClr val="000000"/>
                </a:solidFill>
                <a:latin typeface="Arial" panose="020B0604020202090204"/>
                <a:ea typeface="Arial" panose="020B0604020202090204"/>
                <a:cs typeface="Arial" panose="020B0604020202090204"/>
              </a:defRPr>
            </a:lvl1pPr>
            <a:lvl2pPr algn="l" defTabSz="914400">
              <a:lnSpc>
                <a:spcPct val="90000"/>
              </a:lnSpc>
              <a:spcBef>
                <a:spcPts val="113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2pPr>
            <a:lvl3pPr algn="l" defTabSz="914400">
              <a:lnSpc>
                <a:spcPct val="90000"/>
              </a:lnSpc>
              <a:spcBef>
                <a:spcPts val="850"/>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3pPr>
            <a:lvl4pPr algn="l" defTabSz="914400">
              <a:lnSpc>
                <a:spcPct val="90000"/>
              </a:lnSpc>
              <a:spcBef>
                <a:spcPts val="56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4pPr>
            <a:lvl5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5pPr>
            <a:lvl6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6pPr>
            <a:lvl7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7pPr>
          </a:lstStyle>
          <a:p>
            <a:pPr indent="-323850" algn="l" defTabSz="914400">
              <a:lnSpc>
                <a:spcPct val="140000"/>
              </a:lnSpc>
              <a:spcAft>
                <a:spcPts val="1200"/>
              </a:spcAft>
              <a:buClr>
                <a:srgbClr val="000000"/>
              </a:buClr>
              <a:buSzPct val="45000"/>
              <a:buFont typeface="Wingdings" panose="05000000000000000000"/>
              <a:buChar char=""/>
              <a:tabLst>
                <a:tab pos="0" algn="l"/>
              </a:tabLst>
            </a:pPr>
            <a:r>
              <a:rPr sz="1800" b="0" u="none">
                <a:solidFill>
                  <a:srgbClr val="000000"/>
                </a:solidFill>
                <a:latin typeface="Arial" panose="020B0604020202090204"/>
                <a:ea typeface="Arial" panose="020B0604020202090204"/>
                <a:cs typeface="Arial" panose="020B0604020202090204"/>
              </a:rPr>
              <a:t>Click to edit the outline text format</a:t>
            </a:r>
            <a:endParaRPr sz="1800" b="0" u="none">
              <a:solidFill>
                <a:srgbClr val="000000"/>
              </a:solidFill>
              <a:latin typeface="Arial" panose="020B0604020202090204"/>
              <a:ea typeface="Arial" panose="020B0604020202090204"/>
              <a:cs typeface="Arial" panose="020B0604020202090204"/>
            </a:endParaRPr>
          </a:p>
          <a:p>
            <a:pPr marL="457200" lvl="1" indent="-323850" algn="l" defTabSz="914400">
              <a:lnSpc>
                <a:spcPct val="90000"/>
              </a:lnSpc>
              <a:spcBef>
                <a:spcPts val="113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Second Outline Level</a:t>
            </a:r>
            <a:endParaRPr sz="1800" b="0" u="none">
              <a:solidFill>
                <a:schemeClr val="dk1"/>
              </a:solidFill>
              <a:latin typeface="微软雅黑"/>
              <a:ea typeface="微软雅黑"/>
              <a:cs typeface="微软雅黑"/>
            </a:endParaRPr>
          </a:p>
          <a:p>
            <a:pPr marL="914400" lvl="2" indent="-288290" algn="l" defTabSz="914400">
              <a:lnSpc>
                <a:spcPct val="90000"/>
              </a:lnSpc>
              <a:spcBef>
                <a:spcPts val="850"/>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371600" lvl="3" indent="-215900" algn="l" defTabSz="914400">
              <a:lnSpc>
                <a:spcPct val="90000"/>
              </a:lnSpc>
              <a:spcBef>
                <a:spcPts val="56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1828800" lvl="4"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Fifth Outline Level</a:t>
            </a:r>
            <a:endParaRPr sz="1800" b="0" u="none">
              <a:solidFill>
                <a:schemeClr val="dk1"/>
              </a:solidFill>
              <a:latin typeface="微软雅黑"/>
              <a:ea typeface="微软雅黑"/>
              <a:cs typeface="微软雅黑"/>
            </a:endParaRPr>
          </a:p>
          <a:p>
            <a:pPr marL="2286000" lvl="5"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Sixth Outline Level</a:t>
            </a:r>
            <a:endParaRPr sz="1800" b="0" u="none">
              <a:solidFill>
                <a:schemeClr val="dk1"/>
              </a:solidFill>
              <a:latin typeface="微软雅黑"/>
              <a:ea typeface="微软雅黑"/>
              <a:cs typeface="微软雅黑"/>
            </a:endParaRPr>
          </a:p>
          <a:p>
            <a:pPr marL="2743200" lvl="6"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Seventh Outline Level</a:t>
            </a:r>
            <a:endParaRPr sz="1800" b="0" u="none">
              <a:solidFill>
                <a:schemeClr val="dk1"/>
              </a:solidFill>
              <a:latin typeface="微软雅黑"/>
              <a:ea typeface="微软雅黑"/>
              <a:cs typeface="微软雅黑"/>
            </a:endParaRPr>
          </a:p>
        </p:txBody>
      </p:sp>
      <p:sp>
        <p:nvSpPr>
          <p:cNvPr id="1426" name="PlaceHolder 4"/>
          <p:cNvSpPr>
            <a:spLocks noGrp="1"/>
          </p:cNvSpPr>
          <p:nvPr>
            <p:ph type="body" idx="30" hasCustomPrompt="1"/>
          </p:nvPr>
        </p:nvSpPr>
        <p:spPr>
          <a:xfrm rot="444000">
            <a:off x="8308800" y="1292040"/>
            <a:ext cx="2129760" cy="3335760"/>
          </a:xfrm>
          <a:prstGeom prst="rect">
            <a:avLst/>
          </a:prstGeom>
          <a:solidFill>
            <a:schemeClr val="accent1">
              <a:lumMod val="20000"/>
              <a:lumOff val="80000"/>
            </a:schemeClr>
          </a:solidFill>
          <a:ln w="19080">
            <a:solidFill>
              <a:schemeClr val="accent1"/>
            </a:solidFill>
          </a:ln>
          <a:effectLst>
            <a:outerShdw blurRad="380880" dist="266268" dir="2700000" rotWithShape="0">
              <a:srgbClr val="000000">
                <a:alpha val="18000"/>
              </a:srgbClr>
            </a:outerShdw>
          </a:effectLst>
        </p:spPr>
        <p:txBody>
          <a:bodyPr lIns="90000" tIns="45000" rIns="90000" bIns="45000" anchor="ctr">
            <a:noAutofit/>
          </a:bodyPr>
          <a:lstStyle>
            <a:lvl1pPr algn="l" defTabSz="914400">
              <a:lnSpc>
                <a:spcPct val="140000"/>
              </a:lnSpc>
              <a:spcAft>
                <a:spcPts val="1200"/>
              </a:spcAft>
              <a:buClr>
                <a:srgbClr val="000000"/>
              </a:buClr>
              <a:buSzPct val="45000"/>
              <a:buFont typeface="Wingdings" panose="05000000000000000000"/>
              <a:buChar char=""/>
              <a:tabLst>
                <a:tab pos="0" algn="l"/>
              </a:tabLst>
              <a:defRPr sz="1800" b="0" u="none">
                <a:solidFill>
                  <a:srgbClr val="000000"/>
                </a:solidFill>
                <a:latin typeface="Arial" panose="020B0604020202090204"/>
                <a:ea typeface="Arial" panose="020B0604020202090204"/>
                <a:cs typeface="Arial" panose="020B0604020202090204"/>
              </a:defRPr>
            </a:lvl1pPr>
            <a:lvl2pPr algn="l" defTabSz="914400">
              <a:lnSpc>
                <a:spcPct val="90000"/>
              </a:lnSpc>
              <a:spcBef>
                <a:spcPts val="113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2pPr>
            <a:lvl3pPr algn="l" defTabSz="914400">
              <a:lnSpc>
                <a:spcPct val="90000"/>
              </a:lnSpc>
              <a:spcBef>
                <a:spcPts val="850"/>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3pPr>
            <a:lvl4pPr algn="l" defTabSz="914400">
              <a:lnSpc>
                <a:spcPct val="90000"/>
              </a:lnSpc>
              <a:spcBef>
                <a:spcPts val="56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4pPr>
            <a:lvl5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5pPr>
            <a:lvl6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6pPr>
            <a:lvl7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7pPr>
          </a:lstStyle>
          <a:p>
            <a:pPr indent="-323850" algn="l" defTabSz="914400">
              <a:lnSpc>
                <a:spcPct val="140000"/>
              </a:lnSpc>
              <a:spcAft>
                <a:spcPts val="1200"/>
              </a:spcAft>
              <a:buClr>
                <a:srgbClr val="000000"/>
              </a:buClr>
              <a:buSzPct val="45000"/>
              <a:buFont typeface="Wingdings" panose="05000000000000000000"/>
              <a:buChar char=""/>
              <a:tabLst>
                <a:tab pos="0" algn="l"/>
              </a:tabLst>
            </a:pPr>
            <a:r>
              <a:rPr sz="1800" b="0" u="none">
                <a:solidFill>
                  <a:srgbClr val="000000"/>
                </a:solidFill>
                <a:latin typeface="Arial" panose="020B0604020202090204"/>
                <a:ea typeface="Arial" panose="020B0604020202090204"/>
                <a:cs typeface="Arial" panose="020B0604020202090204"/>
              </a:rPr>
              <a:t>Click to edit the outline text format</a:t>
            </a:r>
            <a:endParaRPr sz="1800" b="0" u="none">
              <a:solidFill>
                <a:srgbClr val="000000"/>
              </a:solidFill>
              <a:latin typeface="Arial" panose="020B0604020202090204"/>
              <a:ea typeface="Arial" panose="020B0604020202090204"/>
              <a:cs typeface="Arial" panose="020B0604020202090204"/>
            </a:endParaRPr>
          </a:p>
          <a:p>
            <a:pPr marL="457200" lvl="1" indent="-323850" algn="l" defTabSz="914400">
              <a:lnSpc>
                <a:spcPct val="90000"/>
              </a:lnSpc>
              <a:spcBef>
                <a:spcPts val="113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Second Outline Level</a:t>
            </a:r>
            <a:endParaRPr sz="1800" b="0" u="none">
              <a:solidFill>
                <a:schemeClr val="dk1"/>
              </a:solidFill>
              <a:latin typeface="微软雅黑"/>
              <a:ea typeface="微软雅黑"/>
              <a:cs typeface="微软雅黑"/>
            </a:endParaRPr>
          </a:p>
          <a:p>
            <a:pPr marL="914400" lvl="2" indent="-288290" algn="l" defTabSz="914400">
              <a:lnSpc>
                <a:spcPct val="90000"/>
              </a:lnSpc>
              <a:spcBef>
                <a:spcPts val="850"/>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371600" lvl="3" indent="-215900" algn="l" defTabSz="914400">
              <a:lnSpc>
                <a:spcPct val="90000"/>
              </a:lnSpc>
              <a:spcBef>
                <a:spcPts val="56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1828800" lvl="4"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Fifth Outline Level</a:t>
            </a:r>
            <a:endParaRPr sz="1800" b="0" u="none">
              <a:solidFill>
                <a:schemeClr val="dk1"/>
              </a:solidFill>
              <a:latin typeface="微软雅黑"/>
              <a:ea typeface="微软雅黑"/>
              <a:cs typeface="微软雅黑"/>
            </a:endParaRPr>
          </a:p>
          <a:p>
            <a:pPr marL="2286000" lvl="5"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Sixth Outline Level</a:t>
            </a:r>
            <a:endParaRPr sz="1800" b="0" u="none">
              <a:solidFill>
                <a:schemeClr val="dk1"/>
              </a:solidFill>
              <a:latin typeface="微软雅黑"/>
              <a:ea typeface="微软雅黑"/>
              <a:cs typeface="微软雅黑"/>
            </a:endParaRPr>
          </a:p>
          <a:p>
            <a:pPr marL="2743200" lvl="6"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Seventh Outline Level</a:t>
            </a:r>
            <a:endParaRPr sz="1800" b="0" u="none">
              <a:solidFill>
                <a:schemeClr val="dk1"/>
              </a:solidFill>
              <a:latin typeface="微软雅黑"/>
              <a:ea typeface="微软雅黑"/>
              <a:cs typeface="微软雅黑"/>
            </a:endParaRPr>
          </a:p>
        </p:txBody>
      </p:sp>
      <p:sp>
        <p:nvSpPr>
          <p:cNvPr id="1427" name="PlaceHolder 5"/>
          <p:cNvSpPr>
            <a:spLocks noGrp="1"/>
          </p:cNvSpPr>
          <p:nvPr>
            <p:ph type="body" idx="40" hasCustomPrompt="1"/>
          </p:nvPr>
        </p:nvSpPr>
        <p:spPr>
          <a:xfrm>
            <a:off x="763920" y="1554840"/>
            <a:ext cx="1210320" cy="366120"/>
          </a:xfrm>
          <a:prstGeom prst="rect">
            <a:avLst/>
          </a:prstGeom>
          <a:noFill/>
          <a:ln w="0">
            <a:noFill/>
          </a:ln>
        </p:spPr>
        <p:txBody>
          <a:bodyPr lIns="91440" tIns="45720" rIns="91440" bIns="45720" anchor="t">
            <a:spAutoFit/>
          </a:bodyPr>
          <a:lstStyle>
            <a:lvl1pPr indent="-228600" algn="ctr" defTabSz="914400">
              <a:lnSpc>
                <a:spcPct val="90000"/>
              </a:lnSpc>
              <a:spcBef>
                <a:spcPts val="1000"/>
              </a:spcBef>
              <a:buNone/>
              <a:tabLst>
                <a:tab pos="0" algn="l"/>
              </a:tabLst>
              <a:defRPr sz="2000" b="1" u="none">
                <a:solidFill>
                  <a:schemeClr val="accent1"/>
                </a:solidFill>
                <a:latin typeface="微软雅黑"/>
                <a:ea typeface="微软雅黑"/>
                <a:cs typeface="微软雅黑"/>
              </a:defRPr>
            </a:lvl1pPr>
          </a:lstStyle>
          <a:p>
            <a:pPr indent="0" algn="ctr" defTabSz="914400">
              <a:lnSpc>
                <a:spcPct val="90000"/>
              </a:lnSpc>
              <a:spcBef>
                <a:spcPts val="1000"/>
              </a:spcBef>
              <a:buNone/>
              <a:tabLst>
                <a:tab pos="0" algn="l"/>
              </a:tabLst>
            </a:pPr>
            <a:r>
              <a:rPr sz="2000" b="1" u="none">
                <a:solidFill>
                  <a:schemeClr val="accent1"/>
                </a:solidFill>
                <a:latin typeface="微软雅黑"/>
                <a:ea typeface="微软雅黑"/>
                <a:cs typeface="微软雅黑"/>
              </a:rPr>
              <a:t>输入标题</a:t>
            </a:r>
            <a:endParaRPr sz="2000" b="0" u="none">
              <a:solidFill>
                <a:srgbClr val="000000"/>
              </a:solidFill>
              <a:latin typeface="Arial" panose="020B0604020202090204"/>
              <a:ea typeface="Arial" panose="020B0604020202090204"/>
              <a:cs typeface="Arial" panose="020B0604020202090204"/>
            </a:endParaRPr>
          </a:p>
        </p:txBody>
      </p:sp>
      <p:sp>
        <p:nvSpPr>
          <p:cNvPr id="1428" name="PlaceHolder 6"/>
          <p:cNvSpPr>
            <a:spLocks noGrp="1"/>
          </p:cNvSpPr>
          <p:nvPr>
            <p:ph type="body" idx="50" hasCustomPrompt="1"/>
          </p:nvPr>
        </p:nvSpPr>
        <p:spPr>
          <a:xfrm>
            <a:off x="660240" y="1950480"/>
            <a:ext cx="6061680" cy="717480"/>
          </a:xfrm>
          <a:prstGeom prst="rect">
            <a:avLst/>
          </a:prstGeom>
          <a:noFill/>
          <a:ln w="0">
            <a:noFill/>
          </a:ln>
        </p:spPr>
        <p:txBody>
          <a:bodyPr lIns="119880" tIns="59760" rIns="119880" bIns="59760" anchor="t">
            <a:spAutoFit/>
          </a:bodyPr>
          <a:lstStyle>
            <a:lvl1pPr indent="0" algn="just" defTabSz="914400">
              <a:lnSpc>
                <a:spcPct val="140000"/>
              </a:lnSpc>
              <a:spcAft>
                <a:spcPts val="1200"/>
              </a:spcAft>
              <a:buNone/>
              <a:tabLst>
                <a:tab pos="0" algn="l"/>
              </a:tabLst>
              <a:defRPr sz="1400" b="0" u="none">
                <a:solidFill>
                  <a:srgbClr val="000000"/>
                </a:solidFill>
                <a:latin typeface="Arial" panose="020B0604020202090204"/>
                <a:ea typeface="Arial" panose="020B0604020202090204"/>
                <a:cs typeface="Arial" panose="020B0604020202090204"/>
              </a:defRPr>
            </a:lvl1pPr>
          </a:lstStyle>
          <a:p>
            <a:pPr indent="0" algn="just" defTabSz="914400">
              <a:lnSpc>
                <a:spcPct val="140000"/>
              </a:lnSpc>
              <a:spcAft>
                <a:spcPts val="1200"/>
              </a:spcAft>
              <a:buNone/>
              <a:tabLst>
                <a:tab pos="0" algn="l"/>
              </a:tabLst>
            </a:pPr>
            <a:r>
              <a:rPr sz="1400" b="0" u="none">
                <a:solidFill>
                  <a:srgbClr val="000000"/>
                </a:solidFill>
                <a:latin typeface="Arial" panose="020B0604020202090204"/>
                <a:ea typeface="Arial" panose="020B0604020202090204"/>
                <a:cs typeface="Arial" panose="020B0604020202090204"/>
              </a:rPr>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sz="1400" b="0" u="none">
              <a:solidFill>
                <a:srgbClr val="000000"/>
              </a:solidFill>
              <a:latin typeface="Arial" panose="020B0604020202090204"/>
              <a:ea typeface="Arial" panose="020B0604020202090204"/>
              <a:cs typeface="Arial" panose="020B0604020202090204"/>
            </a:endParaRPr>
          </a:p>
        </p:txBody>
      </p:sp>
      <p:sp>
        <p:nvSpPr>
          <p:cNvPr id="1429" name="TextBox 8"/>
          <p:cNvSpPr>
            <a:spLocks noGrp="1"/>
          </p:cNvSpPr>
          <p:nvPr/>
        </p:nvSpPr>
        <p:spPr>
          <a:xfrm>
            <a:off x="499680" y="6525720"/>
            <a:ext cx="1873800" cy="216360"/>
          </a:xfrm>
          <a:custGeom>
            <a:avLst/>
            <a:gdLst>
              <a:gd name="textAreaLeft" fmla="*/ 0 w 1873800"/>
              <a:gd name="textAreaRight" fmla="*/ 1874160 w 1873800"/>
              <a:gd name="textAreaTop" fmla="*/ 0 h 216360"/>
              <a:gd name="textAreaBottom" fmla="*/ 216720 h 216360"/>
            </a:gdLst>
            <a:ahLst/>
            <a:cxnLst/>
            <a:rect l="textAreaLeft" t="textAreaTop" r="textAreaRight" b="textAreaBottom"/>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lt1"/>
              </a:solidFill>
              <a:latin typeface="钟齐志莽行书"/>
              <a:ea typeface="钟齐志莽行书"/>
              <a:cs typeface="钟齐志莽行书"/>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内容页3">
    <p:bg>
      <p:bgPr>
        <a:solidFill>
          <a:srgbClr val="FFFFFF"/>
        </a:solidFill>
        <a:effectLst/>
      </p:bgPr>
    </p:bg>
    <p:spTree>
      <p:nvGrpSpPr>
        <p:cNvPr id="1" name=""/>
        <p:cNvGrpSpPr/>
        <p:nvPr/>
      </p:nvGrpSpPr>
      <p:grpSpPr/>
      <p:pic>
        <p:nvPicPr>
          <p:cNvPr id="1572"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432"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433"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34"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35"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36"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438"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39"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440"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441"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42"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43"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1584" name="图片 2"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446" name="Freeform 1031"/>
          <p:cNvSpPr>
            <a:spLocks noGrp="1"/>
          </p:cNvSpPr>
          <p:nvPr/>
        </p:nvSpPr>
        <p:spPr>
          <a:xfrm>
            <a:off x="511560" y="415080"/>
            <a:ext cx="295920" cy="387360"/>
          </a:xfrm>
          <a:custGeom>
            <a:avLst/>
            <a:gdLst>
              <a:gd name="textAreaLeft" fmla="*/ 0 w 295920"/>
              <a:gd name="textAreaRight" fmla="*/ 296280 w 295920"/>
              <a:gd name="textAreaTop" fmla="*/ 0 h 387360"/>
              <a:gd name="textAreaBottom" fmla="*/ 387720 h 387360"/>
              <a:gd name="GluePoint1X" fmla="*/ 162 w 539"/>
              <a:gd name="GluePoint1Y" fmla="*/ 705 h 705"/>
              <a:gd name="GluePoint2X" fmla="*/ 0 w 539"/>
              <a:gd name="GluePoint2Y" fmla="*/ 705 h 705"/>
              <a:gd name="GluePoint3X" fmla="*/ 375 w 539"/>
              <a:gd name="GluePoint3Y" fmla="*/ 0 h 705"/>
              <a:gd name="GluePoint4X" fmla="*/ 539 w 539"/>
              <a:gd name="GluePoint4Y" fmla="*/ 0 h 705"/>
              <a:gd name="GluePoint5X" fmla="*/ 162 w 539"/>
              <a:gd name="GluePoint5Y" fmla="*/ 705 h 705"/>
            </a:gdLst>
            <a:ahLst/>
            <a:cxnLst/>
            <a:rect l="textAreaLeft" t="textAreaTop" r="textAreaRight" b="textAreaBottom"/>
            <a:pathLst>
              <a:path w="539" h="705">
                <a:moveTo>
                  <a:pt x="162" y="705"/>
                </a:moveTo>
                <a:lnTo>
                  <a:pt x="0" y="705"/>
                </a:lnTo>
                <a:lnTo>
                  <a:pt x="375" y="0"/>
                </a:lnTo>
                <a:lnTo>
                  <a:pt x="539" y="0"/>
                </a:lnTo>
                <a:lnTo>
                  <a:pt x="162" y="705"/>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447" name="Freeform 1034"/>
          <p:cNvSpPr>
            <a:spLocks noGrp="1"/>
          </p:cNvSpPr>
          <p:nvPr/>
        </p:nvSpPr>
        <p:spPr>
          <a:xfrm>
            <a:off x="435600" y="456840"/>
            <a:ext cx="185400" cy="242640"/>
          </a:xfrm>
          <a:custGeom>
            <a:avLst/>
            <a:gdLst>
              <a:gd name="textAreaLeft" fmla="*/ 0 w 185400"/>
              <a:gd name="textAreaRight" fmla="*/ 185760 w 185400"/>
              <a:gd name="textAreaTop" fmla="*/ 0 h 242640"/>
              <a:gd name="textAreaBottom" fmla="*/ 243000 h 242640"/>
              <a:gd name="GluePoint1X" fmla="*/ 102 w 338"/>
              <a:gd name="GluePoint1Y" fmla="*/ 442 h 442"/>
              <a:gd name="GluePoint2X" fmla="*/ 0 w 338"/>
              <a:gd name="GluePoint2Y" fmla="*/ 442 h 442"/>
              <a:gd name="GluePoint3X" fmla="*/ 235 w 338"/>
              <a:gd name="GluePoint3Y" fmla="*/ 0 h 442"/>
              <a:gd name="GluePoint4X" fmla="*/ 338 w 338"/>
              <a:gd name="GluePoint4Y" fmla="*/ 0 h 442"/>
              <a:gd name="GluePoint5X" fmla="*/ 102 w 338"/>
              <a:gd name="GluePoint5Y" fmla="*/ 442 h 442"/>
            </a:gdLst>
            <a:ahLst/>
            <a:cxnLst/>
            <a:rect l="textAreaLeft" t="textAreaTop" r="textAreaRight" b="textAreaBottom"/>
            <a:pathLst>
              <a:path w="338" h="442">
                <a:moveTo>
                  <a:pt x="102" y="442"/>
                </a:moveTo>
                <a:lnTo>
                  <a:pt x="0" y="442"/>
                </a:lnTo>
                <a:lnTo>
                  <a:pt x="235" y="0"/>
                </a:lnTo>
                <a:lnTo>
                  <a:pt x="338" y="0"/>
                </a:lnTo>
                <a:lnTo>
                  <a:pt x="102" y="442"/>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448" name="Freeform 1032"/>
          <p:cNvSpPr>
            <a:spLocks noGrp="1"/>
          </p:cNvSpPr>
          <p:nvPr/>
        </p:nvSpPr>
        <p:spPr>
          <a:xfrm>
            <a:off x="696240" y="572400"/>
            <a:ext cx="185400" cy="243360"/>
          </a:xfrm>
          <a:custGeom>
            <a:avLst/>
            <a:gdLst>
              <a:gd name="textAreaLeft" fmla="*/ 0 w 185400"/>
              <a:gd name="textAreaRight" fmla="*/ 185760 w 185400"/>
              <a:gd name="textAreaTop" fmla="*/ 0 h 243360"/>
              <a:gd name="textAreaBottom" fmla="*/ 243720 h 243360"/>
              <a:gd name="GluePoint1X" fmla="*/ 102 w 338"/>
              <a:gd name="GluePoint1Y" fmla="*/ 443 h 443"/>
              <a:gd name="GluePoint2X" fmla="*/ 0 w 338"/>
              <a:gd name="GluePoint2Y" fmla="*/ 443 h 443"/>
              <a:gd name="GluePoint3X" fmla="*/ 235 w 338"/>
              <a:gd name="GluePoint3Y" fmla="*/ 0 h 443"/>
              <a:gd name="GluePoint4X" fmla="*/ 338 w 338"/>
              <a:gd name="GluePoint4Y" fmla="*/ 0 h 443"/>
              <a:gd name="GluePoint5X" fmla="*/ 102 w 338"/>
              <a:gd name="GluePoint5Y" fmla="*/ 443 h 443"/>
            </a:gdLst>
            <a:ahLst/>
            <a:cxnLst/>
            <a:rect l="textAreaLeft" t="textAreaTop" r="textAreaRight" b="textAreaBottom"/>
            <a:pathLst>
              <a:path w="338" h="443">
                <a:moveTo>
                  <a:pt x="102" y="443"/>
                </a:moveTo>
                <a:lnTo>
                  <a:pt x="0" y="443"/>
                </a:lnTo>
                <a:lnTo>
                  <a:pt x="235" y="0"/>
                </a:lnTo>
                <a:lnTo>
                  <a:pt x="338" y="0"/>
                </a:lnTo>
                <a:lnTo>
                  <a:pt x="102" y="443"/>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449" name="Freeform 1033"/>
          <p:cNvSpPr>
            <a:spLocks noGrp="1"/>
          </p:cNvSpPr>
          <p:nvPr/>
        </p:nvSpPr>
        <p:spPr>
          <a:xfrm>
            <a:off x="543960" y="318960"/>
            <a:ext cx="185400" cy="242640"/>
          </a:xfrm>
          <a:custGeom>
            <a:avLst/>
            <a:gdLst>
              <a:gd name="textAreaLeft" fmla="*/ 0 w 185400"/>
              <a:gd name="textAreaRight" fmla="*/ 185760 w 185400"/>
              <a:gd name="textAreaTop" fmla="*/ 0 h 242640"/>
              <a:gd name="textAreaBottom" fmla="*/ 243000 h 242640"/>
              <a:gd name="GluePoint1X" fmla="*/ 103 w 338"/>
              <a:gd name="GluePoint1Y" fmla="*/ 442 h 442"/>
              <a:gd name="GluePoint2X" fmla="*/ 0 w 338"/>
              <a:gd name="GluePoint2Y" fmla="*/ 442 h 442"/>
              <a:gd name="GluePoint3X" fmla="*/ 236 w 338"/>
              <a:gd name="GluePoint3Y" fmla="*/ 0 h 442"/>
              <a:gd name="GluePoint4X" fmla="*/ 338 w 338"/>
              <a:gd name="GluePoint4Y" fmla="*/ 0 h 442"/>
              <a:gd name="GluePoint5X" fmla="*/ 103 w 338"/>
              <a:gd name="GluePoint5Y" fmla="*/ 442 h 442"/>
            </a:gdLst>
            <a:ahLst/>
            <a:cxnLst/>
            <a:rect l="textAreaLeft" t="textAreaTop" r="textAreaRight" b="textAreaBottom"/>
            <a:pathLst>
              <a:path w="338" h="442">
                <a:moveTo>
                  <a:pt x="103" y="442"/>
                </a:moveTo>
                <a:lnTo>
                  <a:pt x="0" y="442"/>
                </a:lnTo>
                <a:lnTo>
                  <a:pt x="236" y="0"/>
                </a:lnTo>
                <a:lnTo>
                  <a:pt x="338" y="0"/>
                </a:lnTo>
                <a:lnTo>
                  <a:pt x="103" y="442"/>
                </a:lnTo>
                <a:close/>
              </a:path>
            </a:pathLst>
          </a:custGeom>
          <a:solidFill>
            <a:schemeClr val="accent1">
              <a:alpha val="73000"/>
            </a:schemeClr>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450" name="Freeform 1029"/>
          <p:cNvSpPr>
            <a:spLocks noGrp="1"/>
          </p:cNvSpPr>
          <p:nvPr/>
        </p:nvSpPr>
        <p:spPr>
          <a:xfrm>
            <a:off x="595440" y="327240"/>
            <a:ext cx="5800320" cy="440280"/>
          </a:xfrm>
          <a:prstGeom prst="parallelogram">
            <a:avLst>
              <a:gd name="adj" fmla="val 53329"/>
            </a:avLst>
          </a:prstGeom>
          <a:gradFill rotWithShape="0">
            <a:gsLst>
              <a:gs pos="0">
                <a:srgbClr val="ED6F00">
                  <a:alpha val="9000"/>
                </a:srgbClr>
              </a:gs>
              <a:gs pos="100000">
                <a:srgbClr val="ED6F00">
                  <a:alpha val="0"/>
                </a:srgbClr>
              </a:gs>
            </a:gsLst>
            <a:lin ang="2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451" name="Freeform 1030"/>
          <p:cNvSpPr>
            <a:spLocks noGrp="1"/>
          </p:cNvSpPr>
          <p:nvPr/>
        </p:nvSpPr>
        <p:spPr>
          <a:xfrm>
            <a:off x="585360" y="327240"/>
            <a:ext cx="336600" cy="440280"/>
          </a:xfrm>
          <a:custGeom>
            <a:avLst/>
            <a:gdLst>
              <a:gd name="textAreaLeft" fmla="*/ 0 w 336600"/>
              <a:gd name="textAreaRight" fmla="*/ 336960 w 336600"/>
              <a:gd name="textAreaTop" fmla="*/ 0 h 440280"/>
              <a:gd name="textAreaBottom" fmla="*/ 440640 h 440280"/>
              <a:gd name="GluePoint1X" fmla="*/ 161 w 539"/>
              <a:gd name="GluePoint1Y" fmla="*/ 705 h 705"/>
              <a:gd name="GluePoint2X" fmla="*/ 0 w 539"/>
              <a:gd name="GluePoint2Y" fmla="*/ 705 h 705"/>
              <a:gd name="GluePoint3X" fmla="*/ 377 w 539"/>
              <a:gd name="GluePoint3Y" fmla="*/ 0 h 705"/>
              <a:gd name="GluePoint4X" fmla="*/ 539 w 539"/>
              <a:gd name="GluePoint4Y" fmla="*/ 0 h 705"/>
              <a:gd name="GluePoint5X" fmla="*/ 161 w 539"/>
              <a:gd name="GluePoint5Y" fmla="*/ 705 h 705"/>
            </a:gdLst>
            <a:ahLst/>
            <a:cxnLst/>
            <a:rect l="textAreaLeft" t="textAreaTop" r="textAreaRight" b="textAreaBottom"/>
            <a:pathLst>
              <a:path w="539" h="705">
                <a:moveTo>
                  <a:pt x="161" y="705"/>
                </a:moveTo>
                <a:lnTo>
                  <a:pt x="0" y="705"/>
                </a:lnTo>
                <a:lnTo>
                  <a:pt x="377" y="0"/>
                </a:lnTo>
                <a:lnTo>
                  <a:pt x="539" y="0"/>
                </a:lnTo>
                <a:lnTo>
                  <a:pt x="161" y="705"/>
                </a:lnTo>
                <a:close/>
              </a:path>
            </a:pathLst>
          </a:custGeom>
          <a:gradFill rotWithShape="0">
            <a:gsLst>
              <a:gs pos="26000">
                <a:srgbClr val="ED6F00"/>
              </a:gs>
              <a:gs pos="100000">
                <a:srgbClr val="FFA85B"/>
              </a:gs>
            </a:gsLst>
            <a:lin ang="162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452" name="PlaceHolder 1"/>
          <p:cNvSpPr>
            <a:spLocks noGrp="1"/>
          </p:cNvSpPr>
          <p:nvPr>
            <p:ph type="title"/>
          </p:nvPr>
        </p:nvSpPr>
        <p:spPr>
          <a:xfrm>
            <a:off x="1003680" y="364320"/>
            <a:ext cx="6845040" cy="3690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sz="2400" b="1" u="none" spc="99">
                <a:solidFill>
                  <a:schemeClr val="accent1"/>
                </a:solidFill>
                <a:latin typeface="思源黑体 CN Bold"/>
                <a:ea typeface="思源黑体 CN Bold"/>
                <a:cs typeface="思源黑体 CN Bold"/>
              </a:defRPr>
            </a:lvl1pPr>
          </a:lstStyle>
          <a:p>
            <a:pPr indent="0" algn="l" defTabSz="914400">
              <a:lnSpc>
                <a:spcPct val="100000"/>
              </a:lnSpc>
              <a:buNone/>
              <a:tabLst>
                <a:tab pos="0" algn="l"/>
              </a:tabLst>
            </a:pPr>
            <a:r>
              <a:rPr sz="2400" b="1" u="none" spc="99">
                <a:solidFill>
                  <a:schemeClr val="accent1"/>
                </a:solidFill>
                <a:latin typeface="思源黑体 CN Bold"/>
                <a:ea typeface="思源黑体 CN Bold"/>
                <a:cs typeface="思源黑体 CN Bold"/>
              </a:rPr>
              <a:t>单击此处编辑母版标题样式</a:t>
            </a:r>
            <a:endParaRPr sz="2400" b="1" u="none" spc="99">
              <a:solidFill>
                <a:schemeClr val="accent1"/>
              </a:solidFill>
              <a:latin typeface="思源黑体 CN Bold"/>
              <a:ea typeface="思源黑体 CN Bold"/>
              <a:cs typeface="思源黑体 CN Bold"/>
            </a:endParaRPr>
          </a:p>
        </p:txBody>
      </p:sp>
      <p:sp>
        <p:nvSpPr>
          <p:cNvPr id="1453" name="任意多边形: 形状 9"/>
          <p:cNvSpPr>
            <a:spLocks noGrp="1"/>
          </p:cNvSpPr>
          <p:nvPr/>
        </p:nvSpPr>
        <p:spPr>
          <a:xfrm>
            <a:off x="0" y="6427800"/>
            <a:ext cx="12191760" cy="429840"/>
          </a:xfrm>
          <a:custGeom>
            <a:avLst/>
            <a:gdLst>
              <a:gd name="textAreaLeft" fmla="*/ 0 w 12191760"/>
              <a:gd name="textAreaRight" fmla="*/ 12192120 w 12191760"/>
              <a:gd name="textAreaTop" fmla="*/ 0 h 429840"/>
              <a:gd name="textAreaBottom" fmla="*/ 430200 h 429840"/>
              <a:gd name="GluePoint1X" fmla="*/ 0 w 12192000"/>
              <a:gd name="GluePoint1Y" fmla="*/ 0 h 381000"/>
              <a:gd name="GluePoint2X" fmla="*/ 12192000 w 12192000"/>
              <a:gd name="GluePoint2Y" fmla="*/ 0 h 381000"/>
              <a:gd name="GluePoint3X" fmla="*/ 12192000 w 12192000"/>
              <a:gd name="GluePoint3Y" fmla="*/ 381000 h 381000"/>
              <a:gd name="GluePoint4X" fmla="*/ 0 w 12192000"/>
              <a:gd name="GluePoint4Y" fmla="*/ 381000 h 381000"/>
            </a:gdLst>
            <a:ahLst/>
            <a:cxnLst/>
            <a:rect l="textAreaLeft" t="textAreaTop" r="textAreaRight" b="textAreaBottom"/>
            <a:pathLst>
              <a:path w="12192000" h="381000">
                <a:moveTo>
                  <a:pt x="0" y="0"/>
                </a:moveTo>
                <a:lnTo>
                  <a:pt x="12192000" y="0"/>
                </a:lnTo>
                <a:lnTo>
                  <a:pt x="12192000" y="381000"/>
                </a:lnTo>
                <a:lnTo>
                  <a:pt x="0" y="381000"/>
                </a:lnTo>
                <a:close/>
              </a:path>
            </a:pathLst>
          </a:custGeom>
          <a:solidFill>
            <a:srgbClr val="ED6F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1456" name="任意多边形: 形状 33"/>
          <p:cNvSpPr>
            <a:spLocks noGrp="1"/>
          </p:cNvSpPr>
          <p:nvPr/>
        </p:nvSpPr>
        <p:spPr>
          <a:xfrm>
            <a:off x="10206000" y="6556680"/>
            <a:ext cx="88200" cy="100800"/>
          </a:xfrm>
          <a:custGeom>
            <a:avLst/>
            <a:gdLst>
              <a:gd name="textAreaLeft" fmla="*/ 0 w 88200"/>
              <a:gd name="textAreaRight" fmla="*/ 88560 w 88200"/>
              <a:gd name="textAreaTop" fmla="*/ 0 h 100800"/>
              <a:gd name="textAreaBottom" fmla="*/ 101160 h 100800"/>
              <a:gd name="GluePoint1X" fmla="*/ 21465 w 53300"/>
              <a:gd name="GluePoint1Y" fmla="*/ 19954 h 60737"/>
              <a:gd name="GluePoint2X" fmla="*/ 21465 w 53300"/>
              <a:gd name="GluePoint2Y" fmla="*/ 31321 h 60737"/>
              <a:gd name="GluePoint3X" fmla="*/ 8798 w 53300"/>
              <a:gd name="GluePoint3Y" fmla="*/ 31321 h 60737"/>
              <a:gd name="GluePoint4X" fmla="*/ 8798 w 53300"/>
              <a:gd name="GluePoint4Y" fmla="*/ 19954 h 60737"/>
              <a:gd name="GluePoint5X" fmla="*/ 21465 w 53300"/>
              <a:gd name="GluePoint5Y" fmla="*/ 19954 h 60737"/>
              <a:gd name="GluePoint6X" fmla="*/ 8798 w 53300"/>
              <a:gd name="GluePoint6Y" fmla="*/ 42961 h 60737"/>
              <a:gd name="GluePoint7X" fmla="*/ 8798 w 53300"/>
              <a:gd name="GluePoint7Y" fmla="*/ 38305 h 60737"/>
              <a:gd name="GluePoint8X" fmla="*/ 21465 w 53300"/>
              <a:gd name="GluePoint8Y" fmla="*/ 38305 h 60737"/>
              <a:gd name="GluePoint9X" fmla="*/ 21465 w 53300"/>
              <a:gd name="GluePoint9Y" fmla="*/ 60738 h 60737"/>
              <a:gd name="GluePoint10X" fmla="*/ 30777 w 53300"/>
              <a:gd name="GluePoint10Y" fmla="*/ 60738 h 60737"/>
              <a:gd name="GluePoint11X" fmla="*/ 30777 w 53300"/>
              <a:gd name="GluePoint11Y" fmla="*/ 38305 h 60737"/>
              <a:gd name="GluePoint12X" fmla="*/ 43717 w 53300"/>
              <a:gd name="GluePoint12Y" fmla="*/ 38305 h 60737"/>
              <a:gd name="GluePoint13X" fmla="*/ 43717 w 53300"/>
              <a:gd name="GluePoint13Y" fmla="*/ 42175 h 60737"/>
              <a:gd name="GluePoint14X" fmla="*/ 53300 w 53300"/>
              <a:gd name="GluePoint14Y" fmla="*/ 42175 h 60737"/>
              <a:gd name="GluePoint15X" fmla="*/ 53300 w 53300"/>
              <a:gd name="GluePoint15Y" fmla="*/ 12698 h 60737"/>
              <a:gd name="GluePoint16X" fmla="*/ 30807 w 53300"/>
              <a:gd name="GluePoint16Y" fmla="*/ 12698 h 60737"/>
              <a:gd name="GluePoint17X" fmla="*/ 30807 w 53300"/>
              <a:gd name="GluePoint17Y" fmla="*/ 6228 h 60737"/>
              <a:gd name="GluePoint18X" fmla="*/ 31684 w 53300"/>
              <a:gd name="GluePoint18Y" fmla="*/ 1270 h 60737"/>
              <a:gd name="GluePoint19X" fmla="*/ 31865 w 53300"/>
              <a:gd name="GluePoint19Y" fmla="*/ 514 h 60737"/>
              <a:gd name="GluePoint20X" fmla="*/ 30112 w 53300"/>
              <a:gd name="GluePoint20Y" fmla="*/ 60 h 60737"/>
              <a:gd name="GluePoint21X" fmla="*/ 27330 w 53300"/>
              <a:gd name="GluePoint21Y" fmla="*/ 0 h 60737"/>
              <a:gd name="GluePoint22X" fmla="*/ 21223 w 53300"/>
              <a:gd name="GluePoint22Y" fmla="*/ 0 h 60737"/>
              <a:gd name="GluePoint23X" fmla="*/ 21223 w 53300"/>
              <a:gd name="GluePoint23Y" fmla="*/ 12668 h 60737"/>
              <a:gd name="GluePoint24X" fmla="*/ 0 w 53300"/>
              <a:gd name="GluePoint24Y" fmla="*/ 12668 h 60737"/>
              <a:gd name="GluePoint25X" fmla="*/ 0 w 53300"/>
              <a:gd name="GluePoint25Y" fmla="*/ 42930 h 60737"/>
              <a:gd name="GluePoint26X" fmla="*/ 8798 w 53300"/>
              <a:gd name="GluePoint26Y" fmla="*/ 42930 h 60737"/>
              <a:gd name="GluePoint27X" fmla="*/ 30777 w 53300"/>
              <a:gd name="GluePoint27Y" fmla="*/ 31321 h 60737"/>
              <a:gd name="GluePoint28X" fmla="*/ 30777 w 53300"/>
              <a:gd name="GluePoint28Y" fmla="*/ 19954 h 60737"/>
              <a:gd name="GluePoint29X" fmla="*/ 43717 w 53300"/>
              <a:gd name="GluePoint29Y" fmla="*/ 19954 h 60737"/>
              <a:gd name="GluePoint30X" fmla="*/ 43717 w 53300"/>
              <a:gd name="GluePoint30Y" fmla="*/ 31321 h 60737"/>
              <a:gd name="GluePoint31X" fmla="*/ 30777 w 53300"/>
              <a:gd name="GluePoint31Y" fmla="*/ 31321 h 60737"/>
            </a:gdLst>
            <a:ahLst/>
            <a:cxnLst/>
            <a:rect l="textAreaLeft" t="textAreaTop" r="textAreaRight" b="textAreaBottom"/>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57" name="任意多边形: 形状 34"/>
          <p:cNvSpPr>
            <a:spLocks noGrp="1"/>
          </p:cNvSpPr>
          <p:nvPr/>
        </p:nvSpPr>
        <p:spPr>
          <a:xfrm>
            <a:off x="10353240" y="6559560"/>
            <a:ext cx="89640" cy="97560"/>
          </a:xfrm>
          <a:custGeom>
            <a:avLst/>
            <a:gdLst>
              <a:gd name="textAreaLeft" fmla="*/ 0 w 89640"/>
              <a:gd name="textAreaRight" fmla="*/ 90000 w 89640"/>
              <a:gd name="textAreaTop" fmla="*/ 0 h 97560"/>
              <a:gd name="textAreaBottom" fmla="*/ 97920 h 97560"/>
              <a:gd name="GluePoint1X" fmla="*/ 45531 w 54056"/>
              <a:gd name="GluePoint1Y" fmla="*/ 48614 h 58923"/>
              <a:gd name="GluePoint2X" fmla="*/ 8284 w 54056"/>
              <a:gd name="GluePoint2Y" fmla="*/ 48614 h 58923"/>
              <a:gd name="GluePoint3X" fmla="*/ 8284 w 54056"/>
              <a:gd name="GluePoint3Y" fmla="*/ 6984 h 58923"/>
              <a:gd name="GluePoint4X" fmla="*/ 45531 w 54056"/>
              <a:gd name="GluePoint4Y" fmla="*/ 6984 h 58923"/>
              <a:gd name="GluePoint5X" fmla="*/ 45531 w 54056"/>
              <a:gd name="GluePoint5Y" fmla="*/ 48614 h 58923"/>
              <a:gd name="GluePoint6X" fmla="*/ 8284 w 54056"/>
              <a:gd name="GluePoint6Y" fmla="*/ 58893 h 58923"/>
              <a:gd name="GluePoint7X" fmla="*/ 8284 w 54056"/>
              <a:gd name="GluePoint7Y" fmla="*/ 55538 h 58923"/>
              <a:gd name="GluePoint8X" fmla="*/ 45531 w 54056"/>
              <a:gd name="GluePoint8Y" fmla="*/ 55538 h 58923"/>
              <a:gd name="GluePoint9X" fmla="*/ 45531 w 54056"/>
              <a:gd name="GluePoint9Y" fmla="*/ 58379 h 58923"/>
              <a:gd name="GluePoint10X" fmla="*/ 54056 w 54056"/>
              <a:gd name="GluePoint10Y" fmla="*/ 58379 h 58923"/>
              <a:gd name="GluePoint11X" fmla="*/ 54056 w 54056"/>
              <a:gd name="GluePoint11Y" fmla="*/ 0 h 58923"/>
              <a:gd name="GluePoint12X" fmla="*/ 0 w 54056"/>
              <a:gd name="GluePoint12Y" fmla="*/ 0 h 58923"/>
              <a:gd name="GluePoint13X" fmla="*/ 0 w 54056"/>
              <a:gd name="GluePoint13Y" fmla="*/ 58924 h 58923"/>
              <a:gd name="GluePoint14X" fmla="*/ 8284 w 54056"/>
              <a:gd name="GluePoint14Y" fmla="*/ 58924 h 58923"/>
              <a:gd name="GluePoint15X" fmla="*/ 11640 w 54056"/>
              <a:gd name="GluePoint15Y" fmla="*/ 29477 h 58923"/>
              <a:gd name="GluePoint16X" fmla="*/ 22251 w 54056"/>
              <a:gd name="GluePoint16Y" fmla="*/ 29477 h 58923"/>
              <a:gd name="GluePoint17X" fmla="*/ 22251 w 54056"/>
              <a:gd name="GluePoint17Y" fmla="*/ 38003 h 58923"/>
              <a:gd name="GluePoint18X" fmla="*/ 10098 w 54056"/>
              <a:gd name="GluePoint18Y" fmla="*/ 38003 h 58923"/>
              <a:gd name="GluePoint19X" fmla="*/ 10098 w 54056"/>
              <a:gd name="GluePoint19Y" fmla="*/ 44714 h 58923"/>
              <a:gd name="GluePoint20X" fmla="*/ 43717 w 54056"/>
              <a:gd name="GluePoint20Y" fmla="*/ 44714 h 58923"/>
              <a:gd name="GluePoint21X" fmla="*/ 43717 w 54056"/>
              <a:gd name="GluePoint21Y" fmla="*/ 38003 h 58923"/>
              <a:gd name="GluePoint22X" fmla="*/ 38819 w 54056"/>
              <a:gd name="GluePoint22Y" fmla="*/ 38003 h 58923"/>
              <a:gd name="GluePoint23X" fmla="*/ 42689 w 54056"/>
              <a:gd name="GluePoint23Y" fmla="*/ 35403 h 58923"/>
              <a:gd name="GluePoint24X" fmla="*/ 39061 w 54056"/>
              <a:gd name="GluePoint24Y" fmla="*/ 29447 h 58923"/>
              <a:gd name="GluePoint25X" fmla="*/ 42144 w 54056"/>
              <a:gd name="GluePoint25Y" fmla="*/ 29447 h 58923"/>
              <a:gd name="GluePoint26X" fmla="*/ 42144 w 54056"/>
              <a:gd name="GluePoint26Y" fmla="*/ 22977 h 58923"/>
              <a:gd name="GluePoint27X" fmla="*/ 30505 w 54056"/>
              <a:gd name="GluePoint27Y" fmla="*/ 22977 h 58923"/>
              <a:gd name="GluePoint28X" fmla="*/ 30505 w 54056"/>
              <a:gd name="GluePoint28Y" fmla="*/ 17293 h 58923"/>
              <a:gd name="GluePoint29X" fmla="*/ 43172 w 54056"/>
              <a:gd name="GluePoint29Y" fmla="*/ 17293 h 58923"/>
              <a:gd name="GluePoint30X" fmla="*/ 43172 w 54056"/>
              <a:gd name="GluePoint30Y" fmla="*/ 10823 h 58923"/>
              <a:gd name="GluePoint31X" fmla="*/ 10581 w 54056"/>
              <a:gd name="GluePoint31Y" fmla="*/ 10823 h 58923"/>
              <a:gd name="GluePoint32X" fmla="*/ 10581 w 54056"/>
              <a:gd name="GluePoint32Y" fmla="*/ 17293 h 58923"/>
              <a:gd name="GluePoint33X" fmla="*/ 22221 w 54056"/>
              <a:gd name="GluePoint33Y" fmla="*/ 17293 h 58923"/>
              <a:gd name="GluePoint34X" fmla="*/ 22221 w 54056"/>
              <a:gd name="GluePoint34Y" fmla="*/ 22977 h 58923"/>
              <a:gd name="GluePoint35X" fmla="*/ 11609 w 54056"/>
              <a:gd name="GluePoint35Y" fmla="*/ 22977 h 58923"/>
              <a:gd name="GluePoint36X" fmla="*/ 11609 w 54056"/>
              <a:gd name="GluePoint36Y" fmla="*/ 29447 h 58923"/>
              <a:gd name="GluePoint37X" fmla="*/ 35705 w 54056"/>
              <a:gd name="GluePoint37Y" fmla="*/ 38003 h 58923"/>
              <a:gd name="GluePoint38X" fmla="*/ 30535 w 54056"/>
              <a:gd name="GluePoint38Y" fmla="*/ 38003 h 58923"/>
              <a:gd name="GluePoint39X" fmla="*/ 30535 w 54056"/>
              <a:gd name="GluePoint39Y" fmla="*/ 29477 h 58923"/>
              <a:gd name="GluePoint40X" fmla="*/ 35705 w 54056"/>
              <a:gd name="GluePoint40Y" fmla="*/ 29477 h 58923"/>
              <a:gd name="GluePoint41X" fmla="*/ 31835 w 54056"/>
              <a:gd name="GluePoint41Y" fmla="*/ 32077 h 58923"/>
              <a:gd name="GluePoint42X" fmla="*/ 35705 w 54056"/>
              <a:gd name="GluePoint42Y" fmla="*/ 38033 h 58923"/>
            </a:gdLst>
            <a:ahLst/>
            <a:cxnLst/>
            <a:rect l="textAreaLeft" t="textAreaTop" r="textAreaRight" b="textAreaBottom"/>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58" name="任意多边形: 形状 35"/>
          <p:cNvSpPr>
            <a:spLocks noGrp="1"/>
          </p:cNvSpPr>
          <p:nvPr/>
        </p:nvSpPr>
        <p:spPr>
          <a:xfrm>
            <a:off x="10494720" y="6557400"/>
            <a:ext cx="102240" cy="99360"/>
          </a:xfrm>
          <a:custGeom>
            <a:avLst/>
            <a:gdLst>
              <a:gd name="textAreaLeft" fmla="*/ 0 w 102240"/>
              <a:gd name="textAreaRight" fmla="*/ 102600 w 102240"/>
              <a:gd name="textAreaTop" fmla="*/ 0 h 99360"/>
              <a:gd name="textAreaBottom" fmla="*/ 99720 h 99360"/>
              <a:gd name="GluePoint1X" fmla="*/ 45017 w 61584"/>
              <a:gd name="GluePoint1Y" fmla="*/ 13998 h 59981"/>
              <a:gd name="GluePoint2X" fmla="*/ 39061 w 61584"/>
              <a:gd name="GluePoint2Y" fmla="*/ 18654 h 59981"/>
              <a:gd name="GluePoint3X" fmla="*/ 37640 w 61584"/>
              <a:gd name="GluePoint3Y" fmla="*/ 16779 h 59981"/>
              <a:gd name="GluePoint4X" fmla="*/ 31019 w 61584"/>
              <a:gd name="GluePoint4Y" fmla="*/ 8314 h 59981"/>
              <a:gd name="GluePoint5X" fmla="*/ 37489 w 61584"/>
              <a:gd name="GluePoint5Y" fmla="*/ 3658 h 59981"/>
              <a:gd name="GluePoint6X" fmla="*/ 44986 w 61584"/>
              <a:gd name="GluePoint6Y" fmla="*/ 13998 h 59981"/>
              <a:gd name="GluePoint7X" fmla="*/ 45803 w 61584"/>
              <a:gd name="GluePoint7Y" fmla="*/ 30 h 59981"/>
              <a:gd name="GluePoint8X" fmla="*/ 51244 w 61584"/>
              <a:gd name="GluePoint8Y" fmla="*/ 30 h 59981"/>
              <a:gd name="GluePoint9X" fmla="*/ 54600 w 61584"/>
              <a:gd name="GluePoint9Y" fmla="*/ 1058 h 59981"/>
              <a:gd name="GluePoint10X" fmla="*/ 54510 w 61584"/>
              <a:gd name="GluePoint10Y" fmla="*/ 1814 h 59981"/>
              <a:gd name="GluePoint11X" fmla="*/ 54086 w 61584"/>
              <a:gd name="GluePoint11Y" fmla="*/ 5986 h 59981"/>
              <a:gd name="GluePoint12X" fmla="*/ 54086 w 61584"/>
              <a:gd name="GluePoint12Y" fmla="*/ 34949 h 59981"/>
              <a:gd name="GluePoint13X" fmla="*/ 61070 w 61584"/>
              <a:gd name="GluePoint13Y" fmla="*/ 33921 h 59981"/>
              <a:gd name="GluePoint14X" fmla="*/ 61584 w 61584"/>
              <a:gd name="GluePoint14Y" fmla="*/ 40633 h 59981"/>
              <a:gd name="GluePoint15X" fmla="*/ 54086 w 61584"/>
              <a:gd name="GluePoint15Y" fmla="*/ 41933 h 59981"/>
              <a:gd name="GluePoint16X" fmla="*/ 54086 w 61584"/>
              <a:gd name="GluePoint16Y" fmla="*/ 59982 h 59981"/>
              <a:gd name="GluePoint17X" fmla="*/ 45803 w 61584"/>
              <a:gd name="GluePoint17Y" fmla="*/ 59982 h 59981"/>
              <a:gd name="GluePoint18X" fmla="*/ 45803 w 61584"/>
              <a:gd name="GluePoint18Y" fmla="*/ 43233 h 59981"/>
              <a:gd name="GluePoint19X" fmla="*/ 26937 w 61584"/>
              <a:gd name="GluePoint19Y" fmla="*/ 46075 h 59981"/>
              <a:gd name="GluePoint20X" fmla="*/ 26151 w 61584"/>
              <a:gd name="GluePoint20Y" fmla="*/ 40391 h 59981"/>
              <a:gd name="GluePoint21X" fmla="*/ 25123 w 61584"/>
              <a:gd name="GluePoint21Y" fmla="*/ 41177 h 59981"/>
              <a:gd name="GluePoint22X" fmla="*/ 24337 w 61584"/>
              <a:gd name="GluePoint22Y" fmla="*/ 40179 h 59981"/>
              <a:gd name="GluePoint23X" fmla="*/ 20195 w 61584"/>
              <a:gd name="GluePoint23Y" fmla="*/ 34707 h 59981"/>
              <a:gd name="GluePoint24X" fmla="*/ 20195 w 61584"/>
              <a:gd name="GluePoint24Y" fmla="*/ 59468 h 59981"/>
              <a:gd name="GluePoint25X" fmla="*/ 12426 w 61584"/>
              <a:gd name="GluePoint25Y" fmla="*/ 59468 h 59981"/>
              <a:gd name="GluePoint26X" fmla="*/ 12426 w 61584"/>
              <a:gd name="GluePoint26Y" fmla="*/ 37277 h 59981"/>
              <a:gd name="GluePoint27X" fmla="*/ 10642 w 61584"/>
              <a:gd name="GluePoint27Y" fmla="*/ 40512 h 59981"/>
              <a:gd name="GluePoint28X" fmla="*/ 5170 w 61584"/>
              <a:gd name="GluePoint28Y" fmla="*/ 49703 h 59981"/>
              <a:gd name="GluePoint29X" fmla="*/ 877 w 61584"/>
              <a:gd name="GluePoint29Y" fmla="*/ 44261 h 59981"/>
              <a:gd name="GluePoint30X" fmla="*/ 0 w 61584"/>
              <a:gd name="GluePoint30Y" fmla="*/ 43233 h 59981"/>
              <a:gd name="GluePoint31X" fmla="*/ 11126 w 61584"/>
              <a:gd name="GluePoint31Y" fmla="*/ 23823 h 59981"/>
              <a:gd name="GluePoint32X" fmla="*/ 1542 w 61584"/>
              <a:gd name="GluePoint32Y" fmla="*/ 23823 h 59981"/>
              <a:gd name="GluePoint33X" fmla="*/ 1542 w 61584"/>
              <a:gd name="GluePoint33Y" fmla="*/ 17112 h 59981"/>
              <a:gd name="GluePoint34X" fmla="*/ 12395 w 61584"/>
              <a:gd name="GluePoint34Y" fmla="*/ 17112 h 59981"/>
              <a:gd name="GluePoint35X" fmla="*/ 12395 w 61584"/>
              <a:gd name="GluePoint35Y" fmla="*/ 9856 h 59981"/>
              <a:gd name="GluePoint36X" fmla="*/ 4112 w 61584"/>
              <a:gd name="GluePoint36Y" fmla="*/ 10642 h 59981"/>
              <a:gd name="GluePoint37X" fmla="*/ 1270 w 61584"/>
              <a:gd name="GluePoint37Y" fmla="*/ 4172 h 59981"/>
              <a:gd name="GluePoint38X" fmla="*/ 25335 w 61584"/>
              <a:gd name="GluePoint38Y" fmla="*/ 544 h 59981"/>
              <a:gd name="GluePoint39X" fmla="*/ 26998 w 61584"/>
              <a:gd name="GluePoint39Y" fmla="*/ 3658 h 59981"/>
              <a:gd name="GluePoint40X" fmla="*/ 28691 w 61584"/>
              <a:gd name="GluePoint40Y" fmla="*/ 6772 h 59981"/>
              <a:gd name="GluePoint41X" fmla="*/ 28993 w 61584"/>
              <a:gd name="GluePoint41Y" fmla="*/ 7800 h 59981"/>
              <a:gd name="GluePoint42X" fmla="*/ 28691 w 61584"/>
              <a:gd name="GluePoint42Y" fmla="*/ 8314 h 59981"/>
              <a:gd name="GluePoint43X" fmla="*/ 20165 w 61584"/>
              <a:gd name="GluePoint43Y" fmla="*/ 9100 h 59981"/>
              <a:gd name="GluePoint44X" fmla="*/ 20165 w 61584"/>
              <a:gd name="GluePoint44Y" fmla="*/ 17112 h 59981"/>
              <a:gd name="GluePoint45X" fmla="*/ 28963 w 61584"/>
              <a:gd name="GluePoint45Y" fmla="*/ 17112 h 59981"/>
              <a:gd name="GluePoint46X" fmla="*/ 28963 w 61584"/>
              <a:gd name="GluePoint46Y" fmla="*/ 23823 h 59981"/>
              <a:gd name="GluePoint47X" fmla="*/ 20165 w 61584"/>
              <a:gd name="GluePoint47Y" fmla="*/ 23823 h 59981"/>
              <a:gd name="GluePoint48X" fmla="*/ 20165 w 61584"/>
              <a:gd name="GluePoint48Y" fmla="*/ 29779 h 59981"/>
              <a:gd name="GluePoint49X" fmla="*/ 23793 w 61584"/>
              <a:gd name="GluePoint49Y" fmla="*/ 27179 h 59981"/>
              <a:gd name="GluePoint50X" fmla="*/ 31291 w 61584"/>
              <a:gd name="GluePoint50Y" fmla="*/ 36491 h 59981"/>
              <a:gd name="GluePoint51X" fmla="*/ 28449 w 61584"/>
              <a:gd name="GluePoint51Y" fmla="*/ 38819 h 59981"/>
              <a:gd name="GluePoint52X" fmla="*/ 45772 w 61584"/>
              <a:gd name="GluePoint52Y" fmla="*/ 36219 h 59981"/>
              <a:gd name="GluePoint53X" fmla="*/ 45772 w 61584"/>
              <a:gd name="GluePoint53Y" fmla="*/ 0 h 59981"/>
              <a:gd name="GluePoint54X" fmla="*/ 43203 w 61584"/>
              <a:gd name="GluePoint54Y" fmla="*/ 31563 h 59981"/>
              <a:gd name="GluePoint55X" fmla="*/ 36219 w 61584"/>
              <a:gd name="GluePoint55Y" fmla="*/ 34919 h 59981"/>
              <a:gd name="GluePoint56X" fmla="*/ 29749 w 61584"/>
              <a:gd name="GluePoint56Y" fmla="*/ 23521 h 59981"/>
              <a:gd name="GluePoint57X" fmla="*/ 36733 w 61584"/>
              <a:gd name="GluePoint57Y" fmla="*/ 19379 h 59981"/>
              <a:gd name="GluePoint58X" fmla="*/ 43203 w 61584"/>
              <a:gd name="GluePoint58Y" fmla="*/ 31533 h 59981"/>
            </a:gdLst>
            <a:ahLst/>
            <a:cxnLst/>
            <a:rect l="textAreaLeft" t="textAreaTop" r="textAreaRight" b="textAreaBottom"/>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59" name="任意多边形: 形状 36"/>
          <p:cNvSpPr>
            <a:spLocks noGrp="1"/>
          </p:cNvSpPr>
          <p:nvPr/>
        </p:nvSpPr>
        <p:spPr>
          <a:xfrm>
            <a:off x="10646280" y="6555960"/>
            <a:ext cx="95040" cy="101880"/>
          </a:xfrm>
          <a:custGeom>
            <a:avLst/>
            <a:gdLst>
              <a:gd name="textAreaLeft" fmla="*/ 0 w 95040"/>
              <a:gd name="textAreaRight" fmla="*/ 95400 w 95040"/>
              <a:gd name="textAreaTop" fmla="*/ 0 h 101880"/>
              <a:gd name="textAreaBottom" fmla="*/ 102240 h 101880"/>
              <a:gd name="GluePoint1X" fmla="*/ 25637 w 57442"/>
              <a:gd name="GluePoint1Y" fmla="*/ 12154 h 61463"/>
              <a:gd name="GluePoint2X" fmla="*/ 22554 w 57442"/>
              <a:gd name="GluePoint2Y" fmla="*/ 1814 h 61463"/>
              <a:gd name="GluePoint3X" fmla="*/ 24458 w 57442"/>
              <a:gd name="GluePoint3Y" fmla="*/ 1512 h 61463"/>
              <a:gd name="GluePoint4X" fmla="*/ 32137 w 57442"/>
              <a:gd name="GluePoint4Y" fmla="*/ 514 h 61463"/>
              <a:gd name="GluePoint5X" fmla="*/ 32561 w 57442"/>
              <a:gd name="GluePoint5Y" fmla="*/ 2267 h 61463"/>
              <a:gd name="GluePoint6X" fmla="*/ 34193 w 57442"/>
              <a:gd name="GluePoint6Y" fmla="*/ 10854 h 61463"/>
              <a:gd name="GluePoint7X" fmla="*/ 25668 w 57442"/>
              <a:gd name="GluePoint7Y" fmla="*/ 12154 h 61463"/>
              <a:gd name="GluePoint8X" fmla="*/ 15812 w 57442"/>
              <a:gd name="GluePoint8Y" fmla="*/ 14481 h 61463"/>
              <a:gd name="GluePoint9X" fmla="*/ 34707 w 57442"/>
              <a:gd name="GluePoint9Y" fmla="*/ 14481 h 61463"/>
              <a:gd name="GluePoint10X" fmla="*/ 42991 w 57442"/>
              <a:gd name="GluePoint10Y" fmla="*/ 0 h 61463"/>
              <a:gd name="GluePoint11X" fmla="*/ 52817 w 57442"/>
              <a:gd name="GluePoint11Y" fmla="*/ 3870 h 61463"/>
              <a:gd name="GluePoint12X" fmla="*/ 51486 w 57442"/>
              <a:gd name="GluePoint12Y" fmla="*/ 5502 h 61463"/>
              <a:gd name="GluePoint13X" fmla="*/ 49975 w 57442"/>
              <a:gd name="GluePoint13Y" fmla="*/ 6984 h 61463"/>
              <a:gd name="GluePoint14X" fmla="*/ 47707 w 57442"/>
              <a:gd name="GluePoint14Y" fmla="*/ 9765 h 61463"/>
              <a:gd name="GluePoint15X" fmla="*/ 44019 w 57442"/>
              <a:gd name="GluePoint15Y" fmla="*/ 14209 h 61463"/>
              <a:gd name="GluePoint16X" fmla="*/ 56686 w 57442"/>
              <a:gd name="GluePoint16Y" fmla="*/ 14209 h 61463"/>
              <a:gd name="GluePoint17X" fmla="*/ 56686 w 57442"/>
              <a:gd name="GluePoint17Y" fmla="*/ 28177 h 61463"/>
              <a:gd name="GluePoint18X" fmla="*/ 47889 w 57442"/>
              <a:gd name="GluePoint18Y" fmla="*/ 28177 h 61463"/>
              <a:gd name="GluePoint19X" fmla="*/ 47889 w 57442"/>
              <a:gd name="GluePoint19Y" fmla="*/ 21465 h 61463"/>
              <a:gd name="GluePoint20X" fmla="*/ 8828 w 57442"/>
              <a:gd name="GluePoint20Y" fmla="*/ 21465 h 61463"/>
              <a:gd name="GluePoint21X" fmla="*/ 8828 w 57442"/>
              <a:gd name="GluePoint21Y" fmla="*/ 28177 h 61463"/>
              <a:gd name="GluePoint22X" fmla="*/ 544 w 57442"/>
              <a:gd name="GluePoint22Y" fmla="*/ 28177 h 61463"/>
              <a:gd name="GluePoint23X" fmla="*/ 544 w 57442"/>
              <a:gd name="GluePoint23Y" fmla="*/ 14451 h 61463"/>
              <a:gd name="GluePoint24X" fmla="*/ 13212 w 57442"/>
              <a:gd name="GluePoint24Y" fmla="*/ 14451 h 61463"/>
              <a:gd name="GluePoint25X" fmla="*/ 6500 w 57442"/>
              <a:gd name="GluePoint25Y" fmla="*/ 5926 h 61463"/>
              <a:gd name="GluePoint26X" fmla="*/ 15056 w 57442"/>
              <a:gd name="GluePoint26Y" fmla="*/ 1784 h 61463"/>
              <a:gd name="GluePoint27X" fmla="*/ 21526 w 57442"/>
              <a:gd name="GluePoint27Y" fmla="*/ 11095 h 61463"/>
              <a:gd name="GluePoint28X" fmla="*/ 17082 w 57442"/>
              <a:gd name="GluePoint28Y" fmla="*/ 13756 h 61463"/>
              <a:gd name="GluePoint29X" fmla="*/ 15812 w 57442"/>
              <a:gd name="GluePoint29Y" fmla="*/ 14481 h 61463"/>
              <a:gd name="GluePoint30X" fmla="*/ 31079 w 57442"/>
              <a:gd name="GluePoint30Y" fmla="*/ 32863 h 61463"/>
              <a:gd name="GluePoint31X" fmla="*/ 10642 w 57442"/>
              <a:gd name="GluePoint31Y" fmla="*/ 32863 h 61463"/>
              <a:gd name="GluePoint32X" fmla="*/ 10642 w 57442"/>
              <a:gd name="GluePoint32Y" fmla="*/ 25879 h 61463"/>
              <a:gd name="GluePoint33X" fmla="*/ 46075 w 57442"/>
              <a:gd name="GluePoint33Y" fmla="*/ 25879 h 61463"/>
              <a:gd name="GluePoint34X" fmla="*/ 34435 w 57442"/>
              <a:gd name="GluePoint34Y" fmla="*/ 38547 h 61463"/>
              <a:gd name="GluePoint35X" fmla="*/ 34435 w 57442"/>
              <a:gd name="GluePoint35Y" fmla="*/ 39061 h 61463"/>
              <a:gd name="GluePoint36X" fmla="*/ 57442 w 57442"/>
              <a:gd name="GluePoint36Y" fmla="*/ 39061 h 61463"/>
              <a:gd name="GluePoint37X" fmla="*/ 57442 w 57442"/>
              <a:gd name="GluePoint37Y" fmla="*/ 46286 h 61463"/>
              <a:gd name="GluePoint38X" fmla="*/ 34163 w 57442"/>
              <a:gd name="GluePoint38Y" fmla="*/ 46286 h 61463"/>
              <a:gd name="GluePoint39X" fmla="*/ 34163 w 57442"/>
              <a:gd name="GluePoint39Y" fmla="*/ 54751 h 61463"/>
              <a:gd name="GluePoint40X" fmla="*/ 31896 w 57442"/>
              <a:gd name="GluePoint40Y" fmla="*/ 60072 h 61463"/>
              <a:gd name="GluePoint41X" fmla="*/ 20195 w 57442"/>
              <a:gd name="GluePoint41Y" fmla="*/ 61463 h 61463"/>
              <a:gd name="GluePoint42X" fmla="*/ 17595 w 57442"/>
              <a:gd name="GluePoint42Y" fmla="*/ 52998 h 61463"/>
              <a:gd name="GluePoint43X" fmla="*/ 18744 w 57442"/>
              <a:gd name="GluePoint43Y" fmla="*/ 52847 h 61463"/>
              <a:gd name="GluePoint44X" fmla="*/ 25335 w 57442"/>
              <a:gd name="GluePoint44Y" fmla="*/ 50156 h 61463"/>
              <a:gd name="GluePoint45X" fmla="*/ 25335 w 57442"/>
              <a:gd name="GluePoint45Y" fmla="*/ 46286 h 61463"/>
              <a:gd name="GluePoint46X" fmla="*/ 0 w 57442"/>
              <a:gd name="GluePoint46Y" fmla="*/ 46286 h 61463"/>
              <a:gd name="GluePoint47X" fmla="*/ 0 w 57442"/>
              <a:gd name="GluePoint47Y" fmla="*/ 39061 h 61463"/>
              <a:gd name="GluePoint48X" fmla="*/ 25335 w 57442"/>
              <a:gd name="GluePoint48Y" fmla="*/ 39061 h 61463"/>
              <a:gd name="GluePoint49X" fmla="*/ 25335 w 57442"/>
              <a:gd name="GluePoint49Y" fmla="*/ 36975 h 61463"/>
              <a:gd name="GluePoint50X" fmla="*/ 26484 w 57442"/>
              <a:gd name="GluePoint50Y" fmla="*/ 35342 h 61463"/>
              <a:gd name="GluePoint51X" fmla="*/ 31049 w 57442"/>
              <a:gd name="GluePoint51Y" fmla="*/ 32863 h 61463"/>
            </a:gdLst>
            <a:ahLst/>
            <a:cxnLst/>
            <a:rect l="textAreaLeft" t="textAreaTop" r="textAreaRight" b="textAreaBottom"/>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60" name="任意多边形: 形状 37"/>
          <p:cNvSpPr>
            <a:spLocks noGrp="1"/>
          </p:cNvSpPr>
          <p:nvPr/>
        </p:nvSpPr>
        <p:spPr>
          <a:xfrm>
            <a:off x="10792800" y="6556320"/>
            <a:ext cx="97920" cy="100080"/>
          </a:xfrm>
          <a:custGeom>
            <a:avLst/>
            <a:gdLst>
              <a:gd name="textAreaLeft" fmla="*/ 0 w 97920"/>
              <a:gd name="textAreaRight" fmla="*/ 98280 w 97920"/>
              <a:gd name="textAreaTop" fmla="*/ 0 h 100080"/>
              <a:gd name="textAreaBottom" fmla="*/ 100440 h 100080"/>
              <a:gd name="GluePoint1X" fmla="*/ 7770 w 58984"/>
              <a:gd name="GluePoint1Y" fmla="*/ 25093 h 60465"/>
              <a:gd name="GluePoint2X" fmla="*/ 12668 w 58984"/>
              <a:gd name="GluePoint2Y" fmla="*/ 34919 h 60465"/>
              <a:gd name="GluePoint3X" fmla="*/ 7498 w 58984"/>
              <a:gd name="GluePoint3Y" fmla="*/ 40089 h 60465"/>
              <a:gd name="GluePoint4X" fmla="*/ 7498 w 58984"/>
              <a:gd name="GluePoint4Y" fmla="*/ 9584 h 60465"/>
              <a:gd name="GluePoint5X" fmla="*/ 11367 w 58984"/>
              <a:gd name="GluePoint5Y" fmla="*/ 9584 h 60465"/>
              <a:gd name="GluePoint6X" fmla="*/ 7740 w 58984"/>
              <a:gd name="GluePoint6Y" fmla="*/ 25093 h 60465"/>
              <a:gd name="GluePoint7X" fmla="*/ 20195 w 58984"/>
              <a:gd name="GluePoint7Y" fmla="*/ 20195 h 60465"/>
              <a:gd name="GluePoint8X" fmla="*/ 24065 w 58984"/>
              <a:gd name="GluePoint8Y" fmla="*/ 20195 h 60465"/>
              <a:gd name="GluePoint9X" fmla="*/ 24065 w 58984"/>
              <a:gd name="GluePoint9Y" fmla="*/ 25365 h 60465"/>
              <a:gd name="GluePoint10X" fmla="*/ 51728 w 58984"/>
              <a:gd name="GluePoint10Y" fmla="*/ 25365 h 60465"/>
              <a:gd name="GluePoint11X" fmla="*/ 51728 w 58984"/>
              <a:gd name="GluePoint11Y" fmla="*/ 20195 h 60465"/>
              <a:gd name="GluePoint12X" fmla="*/ 55870 w 58984"/>
              <a:gd name="GluePoint12Y" fmla="*/ 20195 h 60465"/>
              <a:gd name="GluePoint13X" fmla="*/ 55870 w 58984"/>
              <a:gd name="GluePoint13Y" fmla="*/ 7256 h 60465"/>
              <a:gd name="GluePoint14X" fmla="*/ 42689 w 58984"/>
              <a:gd name="GluePoint14Y" fmla="*/ 7256 h 60465"/>
              <a:gd name="GluePoint15X" fmla="*/ 40633 w 58984"/>
              <a:gd name="GluePoint15Y" fmla="*/ 0 h 60465"/>
              <a:gd name="GluePoint16X" fmla="*/ 32107 w 58984"/>
              <a:gd name="GluePoint16Y" fmla="*/ 786 h 60465"/>
              <a:gd name="GluePoint17X" fmla="*/ 32682 w 58984"/>
              <a:gd name="GluePoint17Y" fmla="*/ 2540 h 60465"/>
              <a:gd name="GluePoint18X" fmla="*/ 34405 w 58984"/>
              <a:gd name="GluePoint18Y" fmla="*/ 7256 h 60465"/>
              <a:gd name="GluePoint19X" fmla="*/ 20195 w 58984"/>
              <a:gd name="GluePoint19Y" fmla="*/ 7256 h 60465"/>
              <a:gd name="GluePoint20X" fmla="*/ 20195 w 58984"/>
              <a:gd name="GluePoint20Y" fmla="*/ 20195 h 60465"/>
              <a:gd name="GluePoint21X" fmla="*/ 0 w 58984"/>
              <a:gd name="GluePoint21Y" fmla="*/ 60465 h 60465"/>
              <a:gd name="GluePoint22X" fmla="*/ 7498 w 58984"/>
              <a:gd name="GluePoint22Y" fmla="*/ 60465 h 60465"/>
              <a:gd name="GluePoint23X" fmla="*/ 7498 w 58984"/>
              <a:gd name="GluePoint23Y" fmla="*/ 41903 h 60465"/>
              <a:gd name="GluePoint24X" fmla="*/ 9312 w 58984"/>
              <a:gd name="GluePoint24Y" fmla="*/ 47586 h 60465"/>
              <a:gd name="GluePoint25X" fmla="*/ 19409 w 58984"/>
              <a:gd name="GluePoint25Y" fmla="*/ 36975 h 60465"/>
              <a:gd name="GluePoint26X" fmla="*/ 28207 w 58984"/>
              <a:gd name="GluePoint26Y" fmla="*/ 36975 h 60465"/>
              <a:gd name="GluePoint27X" fmla="*/ 12940 w 58984"/>
              <a:gd name="GluePoint27Y" fmla="*/ 53965 h 60465"/>
              <a:gd name="GluePoint28X" fmla="*/ 18351 w 58984"/>
              <a:gd name="GluePoint28Y" fmla="*/ 60435 h 60465"/>
              <a:gd name="GluePoint29X" fmla="*/ 32228 w 58984"/>
              <a:gd name="GluePoint29Y" fmla="*/ 51124 h 60465"/>
              <a:gd name="GluePoint30X" fmla="*/ 35433 w 58984"/>
              <a:gd name="GluePoint30Y" fmla="*/ 36975 h 60465"/>
              <a:gd name="GluePoint31X" fmla="*/ 37761 w 58984"/>
              <a:gd name="GluePoint31Y" fmla="*/ 36975 h 60465"/>
              <a:gd name="GluePoint32X" fmla="*/ 37761 w 58984"/>
              <a:gd name="GluePoint32Y" fmla="*/ 55265 h 60465"/>
              <a:gd name="GluePoint33X" fmla="*/ 42930 w 58984"/>
              <a:gd name="GluePoint33Y" fmla="*/ 59407 h 60465"/>
              <a:gd name="GluePoint34X" fmla="*/ 50942 w 58984"/>
              <a:gd name="GluePoint34Y" fmla="*/ 59407 h 60465"/>
              <a:gd name="GluePoint35X" fmla="*/ 56868 w 58984"/>
              <a:gd name="GluePoint35Y" fmla="*/ 57261 h 60465"/>
              <a:gd name="GluePoint36X" fmla="*/ 58984 w 58984"/>
              <a:gd name="GluePoint36Y" fmla="*/ 48856 h 60465"/>
              <a:gd name="GluePoint37X" fmla="*/ 51728 w 58984"/>
              <a:gd name="GluePoint37Y" fmla="*/ 46014 h 60465"/>
              <a:gd name="GluePoint38X" fmla="*/ 49400 w 58984"/>
              <a:gd name="GluePoint38Y" fmla="*/ 52484 h 60465"/>
              <a:gd name="GluePoint39X" fmla="*/ 46830 w 58984"/>
              <a:gd name="GluePoint39Y" fmla="*/ 52484 h 60465"/>
              <a:gd name="GluePoint40X" fmla="*/ 45531 w 58984"/>
              <a:gd name="GluePoint40Y" fmla="*/ 50670 h 60465"/>
              <a:gd name="GluePoint41X" fmla="*/ 45531 w 58984"/>
              <a:gd name="GluePoint41Y" fmla="*/ 36975 h 60465"/>
              <a:gd name="GluePoint42X" fmla="*/ 56928 w 58984"/>
              <a:gd name="GluePoint42Y" fmla="*/ 36975 h 60465"/>
              <a:gd name="GluePoint43X" fmla="*/ 56928 w 58984"/>
              <a:gd name="GluePoint43Y" fmla="*/ 29991 h 60465"/>
              <a:gd name="GluePoint44X" fmla="*/ 19440 w 58984"/>
              <a:gd name="GluePoint44Y" fmla="*/ 29991 h 60465"/>
              <a:gd name="GluePoint45X" fmla="*/ 19440 w 58984"/>
              <a:gd name="GluePoint45Y" fmla="*/ 35161 h 60465"/>
              <a:gd name="GluePoint46X" fmla="*/ 15298 w 58984"/>
              <a:gd name="GluePoint46Y" fmla="*/ 23763 h 60465"/>
              <a:gd name="GluePoint47X" fmla="*/ 16507 w 58984"/>
              <a:gd name="GluePoint47Y" fmla="*/ 17323 h 60465"/>
              <a:gd name="GluePoint48X" fmla="*/ 19168 w 58984"/>
              <a:gd name="GluePoint48Y" fmla="*/ 3054 h 60465"/>
              <a:gd name="GluePoint49X" fmla="*/ 30 w 58984"/>
              <a:gd name="GluePoint49Y" fmla="*/ 3054 h 60465"/>
              <a:gd name="GluePoint50X" fmla="*/ 30 w 58984"/>
              <a:gd name="GluePoint50Y" fmla="*/ 60405 h 60465"/>
              <a:gd name="GluePoint51X" fmla="*/ 27935 w 58984"/>
              <a:gd name="GluePoint51Y" fmla="*/ 18895 h 60465"/>
              <a:gd name="GluePoint52X" fmla="*/ 27935 w 58984"/>
              <a:gd name="GluePoint52Y" fmla="*/ 13726 h 60465"/>
              <a:gd name="GluePoint53X" fmla="*/ 47344 w 58984"/>
              <a:gd name="GluePoint53Y" fmla="*/ 13726 h 60465"/>
              <a:gd name="GluePoint54X" fmla="*/ 47344 w 58984"/>
              <a:gd name="GluePoint54Y" fmla="*/ 18895 h 60465"/>
              <a:gd name="GluePoint55X" fmla="*/ 27935 w 58984"/>
              <a:gd name="GluePoint55Y" fmla="*/ 18895 h 60465"/>
            </a:gdLst>
            <a:ahLst/>
            <a:cxnLst/>
            <a:rect l="textAreaLeft" t="textAreaTop" r="textAreaRight" b="textAreaBottom"/>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61" name="任意多边形: 形状 38"/>
          <p:cNvSpPr>
            <a:spLocks noGrp="1"/>
          </p:cNvSpPr>
          <p:nvPr/>
        </p:nvSpPr>
        <p:spPr>
          <a:xfrm>
            <a:off x="10939320" y="6556320"/>
            <a:ext cx="100440" cy="101520"/>
          </a:xfrm>
          <a:custGeom>
            <a:avLst/>
            <a:gdLst>
              <a:gd name="textAreaLeft" fmla="*/ 0 w 100440"/>
              <a:gd name="textAreaRight" fmla="*/ 100800 w 100440"/>
              <a:gd name="textAreaTop" fmla="*/ 0 h 101520"/>
              <a:gd name="textAreaBottom" fmla="*/ 101880 h 101520"/>
              <a:gd name="GluePoint1X" fmla="*/ 242 w 60525"/>
              <a:gd name="GluePoint1Y" fmla="*/ 14754 h 61221"/>
              <a:gd name="GluePoint2X" fmla="*/ 242 w 60525"/>
              <a:gd name="GluePoint2Y" fmla="*/ 8284 h 61221"/>
              <a:gd name="GluePoint3X" fmla="*/ 8767 w 60525"/>
              <a:gd name="GluePoint3Y" fmla="*/ 8284 h 61221"/>
              <a:gd name="GluePoint4X" fmla="*/ 9040 w 60525"/>
              <a:gd name="GluePoint4Y" fmla="*/ 7407 h 61221"/>
              <a:gd name="GluePoint5X" fmla="*/ 11126 w 60525"/>
              <a:gd name="GluePoint5Y" fmla="*/ 0 h 61221"/>
              <a:gd name="GluePoint6X" fmla="*/ 19651 w 60525"/>
              <a:gd name="GluePoint6Y" fmla="*/ 2600 h 61221"/>
              <a:gd name="GluePoint7X" fmla="*/ 16809 w 60525"/>
              <a:gd name="GluePoint7Y" fmla="*/ 8284 h 61221"/>
              <a:gd name="GluePoint8X" fmla="*/ 28207 w 60525"/>
              <a:gd name="GluePoint8Y" fmla="*/ 8284 h 61221"/>
              <a:gd name="GluePoint9X" fmla="*/ 28207 w 60525"/>
              <a:gd name="GluePoint9Y" fmla="*/ 14754 h 61221"/>
              <a:gd name="GluePoint10X" fmla="*/ 14512 w 60525"/>
              <a:gd name="GluePoint10Y" fmla="*/ 14754 h 61221"/>
              <a:gd name="GluePoint11X" fmla="*/ 13061 w 60525"/>
              <a:gd name="GluePoint11Y" fmla="*/ 18382 h 61221"/>
              <a:gd name="GluePoint12X" fmla="*/ 9614 w 60525"/>
              <a:gd name="GluePoint12Y" fmla="*/ 27179 h 61221"/>
              <a:gd name="GluePoint13X" fmla="*/ 13756 w 60525"/>
              <a:gd name="GluePoint13Y" fmla="*/ 27179 h 61221"/>
              <a:gd name="GluePoint14X" fmla="*/ 13756 w 60525"/>
              <a:gd name="GluePoint14Y" fmla="*/ 17868 h 61221"/>
              <a:gd name="GluePoint15X" fmla="*/ 15298 w 60525"/>
              <a:gd name="GluePoint15Y" fmla="*/ 17868 h 61221"/>
              <a:gd name="GluePoint16X" fmla="*/ 19984 w 60525"/>
              <a:gd name="GluePoint16Y" fmla="*/ 18019 h 61221"/>
              <a:gd name="GluePoint17X" fmla="*/ 21495 w 60525"/>
              <a:gd name="GluePoint17Y" fmla="*/ 18623 h 61221"/>
              <a:gd name="GluePoint18X" fmla="*/ 21405 w 60525"/>
              <a:gd name="GluePoint18Y" fmla="*/ 19833 h 61221"/>
              <a:gd name="GluePoint19X" fmla="*/ 20981 w 60525"/>
              <a:gd name="GluePoint19Y" fmla="*/ 24065 h 61221"/>
              <a:gd name="GluePoint20X" fmla="*/ 20981 w 60525"/>
              <a:gd name="GluePoint20Y" fmla="*/ 27179 h 61221"/>
              <a:gd name="GluePoint21X" fmla="*/ 28479 w 60525"/>
              <a:gd name="GluePoint21Y" fmla="*/ 27179 h 61221"/>
              <a:gd name="GluePoint22X" fmla="*/ 28479 w 60525"/>
              <a:gd name="GluePoint22Y" fmla="*/ 33649 h 61221"/>
              <a:gd name="GluePoint23X" fmla="*/ 20981 w 60525"/>
              <a:gd name="GluePoint23Y" fmla="*/ 33649 h 61221"/>
              <a:gd name="GluePoint24X" fmla="*/ 20981 w 60525"/>
              <a:gd name="GluePoint24Y" fmla="*/ 39091 h 61221"/>
              <a:gd name="GluePoint25X" fmla="*/ 30535 w 60525"/>
              <a:gd name="GluePoint25Y" fmla="*/ 38063 h 61221"/>
              <a:gd name="GluePoint26X" fmla="*/ 30535 w 60525"/>
              <a:gd name="GluePoint26Y" fmla="*/ 44775 h 61221"/>
              <a:gd name="GluePoint27X" fmla="*/ 20981 w 60525"/>
              <a:gd name="GluePoint27Y" fmla="*/ 45803 h 61221"/>
              <a:gd name="GluePoint28X" fmla="*/ 20981 w 60525"/>
              <a:gd name="GluePoint28Y" fmla="*/ 59952 h 61221"/>
              <a:gd name="GluePoint29X" fmla="*/ 13726 w 60525"/>
              <a:gd name="GluePoint29Y" fmla="*/ 59952 h 61221"/>
              <a:gd name="GluePoint30X" fmla="*/ 13726 w 60525"/>
              <a:gd name="GluePoint30Y" fmla="*/ 47072 h 61221"/>
              <a:gd name="GluePoint31X" fmla="*/ 1814 w 60525"/>
              <a:gd name="GluePoint31Y" fmla="*/ 49672 h 61221"/>
              <a:gd name="GluePoint32X" fmla="*/ 0 w 60525"/>
              <a:gd name="GluePoint32Y" fmla="*/ 40875 h 61221"/>
              <a:gd name="GluePoint33X" fmla="*/ 13695 w 60525"/>
              <a:gd name="GluePoint33Y" fmla="*/ 39847 h 61221"/>
              <a:gd name="GluePoint34X" fmla="*/ 13695 w 60525"/>
              <a:gd name="GluePoint34Y" fmla="*/ 33921 h 61221"/>
              <a:gd name="GluePoint35X" fmla="*/ 13030 w 60525"/>
              <a:gd name="GluePoint35Y" fmla="*/ 33921 h 61221"/>
              <a:gd name="GluePoint36X" fmla="*/ 2600 w 60525"/>
              <a:gd name="GluePoint36Y" fmla="*/ 34919 h 61221"/>
              <a:gd name="GluePoint37X" fmla="*/ 514 w 60525"/>
              <a:gd name="GluePoint37Y" fmla="*/ 27421 h 61221"/>
              <a:gd name="GluePoint38X" fmla="*/ 1330 w 60525"/>
              <a:gd name="GluePoint38Y" fmla="*/ 26544 h 61221"/>
              <a:gd name="GluePoint39X" fmla="*/ 2086 w 60525"/>
              <a:gd name="GluePoint39Y" fmla="*/ 25879 h 61221"/>
              <a:gd name="GluePoint40X" fmla="*/ 5442 w 60525"/>
              <a:gd name="GluePoint40Y" fmla="*/ 18654 h 61221"/>
              <a:gd name="GluePoint41X" fmla="*/ 6742 w 60525"/>
              <a:gd name="GluePoint41Y" fmla="*/ 14754 h 61221"/>
              <a:gd name="GluePoint42X" fmla="*/ 272 w 60525"/>
              <a:gd name="GluePoint42Y" fmla="*/ 14754 h 61221"/>
              <a:gd name="GluePoint43X" fmla="*/ 37217 w 60525"/>
              <a:gd name="GluePoint43Y" fmla="*/ 28449 h 61221"/>
              <a:gd name="GluePoint44X" fmla="*/ 37217 w 60525"/>
              <a:gd name="GluePoint44Y" fmla="*/ 20437 h 61221"/>
              <a:gd name="GluePoint45X" fmla="*/ 41630 w 60525"/>
              <a:gd name="GluePoint45Y" fmla="*/ 20437 h 61221"/>
              <a:gd name="GluePoint46X" fmla="*/ 46286 w 60525"/>
              <a:gd name="GluePoint46Y" fmla="*/ 21737 h 61221"/>
              <a:gd name="GluePoint47X" fmla="*/ 46165 w 60525"/>
              <a:gd name="GluePoint47Y" fmla="*/ 22584 h 61221"/>
              <a:gd name="GluePoint48X" fmla="*/ 45772 w 60525"/>
              <a:gd name="GluePoint48Y" fmla="*/ 26907 h 61221"/>
              <a:gd name="GluePoint49X" fmla="*/ 45772 w 60525"/>
              <a:gd name="GluePoint49Y" fmla="*/ 28449 h 61221"/>
              <a:gd name="GluePoint50X" fmla="*/ 60526 w 60525"/>
              <a:gd name="GluePoint50Y" fmla="*/ 53300 h 61221"/>
              <a:gd name="GluePoint51X" fmla="*/ 53542 w 60525"/>
              <a:gd name="GluePoint51Y" fmla="*/ 60465 h 61221"/>
              <a:gd name="GluePoint52X" fmla="*/ 42417 w 60525"/>
              <a:gd name="GluePoint52Y" fmla="*/ 44744 h 61221"/>
              <a:gd name="GluePoint53X" fmla="*/ 29749 w 60525"/>
              <a:gd name="GluePoint53Y" fmla="*/ 61221 h 61221"/>
              <a:gd name="GluePoint54X" fmla="*/ 22765 w 60525"/>
              <a:gd name="GluePoint54Y" fmla="*/ 55538 h 61221"/>
              <a:gd name="GluePoint55X" fmla="*/ 37247 w 60525"/>
              <a:gd name="GluePoint55Y" fmla="*/ 28419 h 61221"/>
              <a:gd name="GluePoint56X" fmla="*/ 38758 w 60525"/>
              <a:gd name="GluePoint56Y" fmla="*/ 10884 h 61221"/>
              <a:gd name="GluePoint57X" fmla="*/ 59710 w 60525"/>
              <a:gd name="GluePoint57Y" fmla="*/ 10884 h 61221"/>
              <a:gd name="GluePoint58X" fmla="*/ 56596 w 60525"/>
              <a:gd name="GluePoint58Y" fmla="*/ 24851 h 61221"/>
              <a:gd name="GluePoint59X" fmla="*/ 48312 w 60525"/>
              <a:gd name="GluePoint59Y" fmla="*/ 24337 h 61221"/>
              <a:gd name="GluePoint60X" fmla="*/ 49854 w 60525"/>
              <a:gd name="GluePoint60Y" fmla="*/ 18140 h 61221"/>
              <a:gd name="GluePoint61X" fmla="*/ 36128 w 60525"/>
              <a:gd name="GluePoint61Y" fmla="*/ 18140 h 61221"/>
              <a:gd name="GluePoint62X" fmla="*/ 32258 w 60525"/>
              <a:gd name="GluePoint62Y" fmla="*/ 25879 h 61221"/>
              <a:gd name="GluePoint63X" fmla="*/ 24488 w 60525"/>
              <a:gd name="GluePoint63Y" fmla="*/ 23037 h 61221"/>
              <a:gd name="GluePoint64X" fmla="*/ 33286 w 60525"/>
              <a:gd name="GluePoint64Y" fmla="*/ 30 h 61221"/>
              <a:gd name="GluePoint65X" fmla="*/ 39877 w 60525"/>
              <a:gd name="GluePoint65Y" fmla="*/ 1905 h 61221"/>
              <a:gd name="GluePoint66X" fmla="*/ 43112 w 60525"/>
              <a:gd name="GluePoint66Y" fmla="*/ 2872 h 61221"/>
              <a:gd name="GluePoint67X" fmla="*/ 38698 w 60525"/>
              <a:gd name="GluePoint67Y" fmla="*/ 10884 h 61221"/>
            </a:gdLst>
            <a:ahLst/>
            <a:cxnLst/>
            <a:rect l="textAreaLeft" t="textAreaTop" r="textAreaRight" b="textAreaBottom"/>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62" name="任意多边形: 形状 39"/>
          <p:cNvSpPr>
            <a:spLocks noGrp="1"/>
          </p:cNvSpPr>
          <p:nvPr/>
        </p:nvSpPr>
        <p:spPr>
          <a:xfrm>
            <a:off x="11086200" y="6557040"/>
            <a:ext cx="101880" cy="100080"/>
          </a:xfrm>
          <a:custGeom>
            <a:avLst/>
            <a:gdLst>
              <a:gd name="textAreaLeft" fmla="*/ 0 w 101880"/>
              <a:gd name="textAreaRight" fmla="*/ 102240 w 101880"/>
              <a:gd name="textAreaTop" fmla="*/ 0 h 100080"/>
              <a:gd name="textAreaBottom" fmla="*/ 100440 h 100080"/>
              <a:gd name="GluePoint1X" fmla="*/ 17868 w 61553"/>
              <a:gd name="GluePoint1Y" fmla="*/ 16007 h 60479"/>
              <a:gd name="GluePoint2X" fmla="*/ 17868 w 61553"/>
              <a:gd name="GluePoint2Y" fmla="*/ 59663 h 60479"/>
              <a:gd name="GluePoint3X" fmla="*/ 9856 w 61553"/>
              <a:gd name="GluePoint3Y" fmla="*/ 59663 h 60479"/>
              <a:gd name="GluePoint4X" fmla="*/ 9856 w 61553"/>
              <a:gd name="GluePoint4Y" fmla="*/ 30761 h 60479"/>
              <a:gd name="GluePoint5X" fmla="*/ 5714 w 61553"/>
              <a:gd name="GluePoint5Y" fmla="*/ 36202 h 60479"/>
              <a:gd name="GluePoint6X" fmla="*/ 5654 w 61553"/>
              <a:gd name="GluePoint6Y" fmla="*/ 36323 h 60479"/>
              <a:gd name="GluePoint7X" fmla="*/ 5442 w 61553"/>
              <a:gd name="GluePoint7Y" fmla="*/ 36202 h 60479"/>
              <a:gd name="GluePoint8X" fmla="*/ 0 w 61553"/>
              <a:gd name="GluePoint8Y" fmla="*/ 31305 h 60479"/>
              <a:gd name="GluePoint9X" fmla="*/ 0 w 61553"/>
              <a:gd name="GluePoint9Y" fmla="*/ 31063 h 60479"/>
              <a:gd name="GluePoint10X" fmla="*/ 12668 w 61553"/>
              <a:gd name="GluePoint10Y" fmla="*/ 14 h 60479"/>
              <a:gd name="GluePoint11X" fmla="*/ 21465 w 61553"/>
              <a:gd name="GluePoint11Y" fmla="*/ 2100 h 60479"/>
              <a:gd name="GluePoint12X" fmla="*/ 22251 w 61553"/>
              <a:gd name="GluePoint12Y" fmla="*/ 3400 h 60479"/>
              <a:gd name="GluePoint13X" fmla="*/ 21647 w 61553"/>
              <a:gd name="GluePoint13Y" fmla="*/ 5123 h 60479"/>
              <a:gd name="GluePoint14X" fmla="*/ 17868 w 61553"/>
              <a:gd name="GluePoint14Y" fmla="*/ 16098 h 60479"/>
              <a:gd name="GluePoint15X" fmla="*/ 32077 w 61553"/>
              <a:gd name="GluePoint15Y" fmla="*/ 13437 h 60479"/>
              <a:gd name="GluePoint16X" fmla="*/ 37247 w 61553"/>
              <a:gd name="GluePoint16Y" fmla="*/ 13437 h 60479"/>
              <a:gd name="GluePoint17X" fmla="*/ 37247 w 61553"/>
              <a:gd name="GluePoint17Y" fmla="*/ 226 h 60479"/>
              <a:gd name="GluePoint18X" fmla="*/ 40089 w 61553"/>
              <a:gd name="GluePoint18Y" fmla="*/ 226 h 60479"/>
              <a:gd name="GluePoint19X" fmla="*/ 44956 w 61553"/>
              <a:gd name="GluePoint19Y" fmla="*/ 407 h 60479"/>
              <a:gd name="GluePoint20X" fmla="*/ 46317 w 61553"/>
              <a:gd name="GluePoint20Y" fmla="*/ 1253 h 60479"/>
              <a:gd name="GluePoint21X" fmla="*/ 46135 w 61553"/>
              <a:gd name="GluePoint21Y" fmla="*/ 2977 h 60479"/>
              <a:gd name="GluePoint22X" fmla="*/ 45531 w 61553"/>
              <a:gd name="GluePoint22Y" fmla="*/ 5667 h 60479"/>
              <a:gd name="GluePoint23X" fmla="*/ 45531 w 61553"/>
              <a:gd name="GluePoint23Y" fmla="*/ 13437 h 60479"/>
              <a:gd name="GluePoint24X" fmla="*/ 58198 w 61553"/>
              <a:gd name="GluePoint24Y" fmla="*/ 13437 h 60479"/>
              <a:gd name="GluePoint25X" fmla="*/ 58198 w 61553"/>
              <a:gd name="GluePoint25Y" fmla="*/ 20421 h 60479"/>
              <a:gd name="GluePoint26X" fmla="*/ 45531 w 61553"/>
              <a:gd name="GluePoint26Y" fmla="*/ 20421 h 60479"/>
              <a:gd name="GluePoint27X" fmla="*/ 45531 w 61553"/>
              <a:gd name="GluePoint27Y" fmla="*/ 31819 h 60479"/>
              <a:gd name="GluePoint28X" fmla="*/ 61554 w 61553"/>
              <a:gd name="GluePoint28Y" fmla="*/ 31819 h 60479"/>
              <a:gd name="GluePoint29X" fmla="*/ 61554 w 61553"/>
              <a:gd name="GluePoint29Y" fmla="*/ 39075 h 60479"/>
              <a:gd name="GluePoint30X" fmla="*/ 45531 w 61553"/>
              <a:gd name="GluePoint30Y" fmla="*/ 39075 h 60479"/>
              <a:gd name="GluePoint31X" fmla="*/ 45531 w 61553"/>
              <a:gd name="GluePoint31Y" fmla="*/ 60479 h 60479"/>
              <a:gd name="GluePoint32X" fmla="*/ 37519 w 61553"/>
              <a:gd name="GluePoint32Y" fmla="*/ 60479 h 60479"/>
              <a:gd name="GluePoint33X" fmla="*/ 37519 w 61553"/>
              <a:gd name="GluePoint33Y" fmla="*/ 39075 h 60479"/>
              <a:gd name="GluePoint34X" fmla="*/ 19923 w 61553"/>
              <a:gd name="GluePoint34Y" fmla="*/ 39075 h 60479"/>
              <a:gd name="GluePoint35X" fmla="*/ 19923 w 61553"/>
              <a:gd name="GluePoint35Y" fmla="*/ 31819 h 60479"/>
              <a:gd name="GluePoint36X" fmla="*/ 37519 w 61553"/>
              <a:gd name="GluePoint36Y" fmla="*/ 31819 h 60479"/>
              <a:gd name="GluePoint37X" fmla="*/ 37519 w 61553"/>
              <a:gd name="GluePoint37Y" fmla="*/ 20421 h 60479"/>
              <a:gd name="GluePoint38X" fmla="*/ 30293 w 61553"/>
              <a:gd name="GluePoint38Y" fmla="*/ 20421 h 60479"/>
              <a:gd name="GluePoint39X" fmla="*/ 26423 w 61553"/>
              <a:gd name="GluePoint39Y" fmla="*/ 29733 h 60479"/>
              <a:gd name="GluePoint40X" fmla="*/ 19682 w 61553"/>
              <a:gd name="GluePoint40Y" fmla="*/ 27163 h 60479"/>
              <a:gd name="GluePoint41X" fmla="*/ 25879 w 61553"/>
              <a:gd name="GluePoint41Y" fmla="*/ 5426 h 60479"/>
              <a:gd name="GluePoint42X" fmla="*/ 33105 w 61553"/>
              <a:gd name="GluePoint42Y" fmla="*/ 6967 h 60479"/>
              <a:gd name="GluePoint43X" fmla="*/ 33861 w 61553"/>
              <a:gd name="GluePoint43Y" fmla="*/ 7270 h 60479"/>
              <a:gd name="GluePoint44X" fmla="*/ 33649 w 61553"/>
              <a:gd name="GluePoint44Y" fmla="*/ 8267 h 60479"/>
              <a:gd name="GluePoint45X" fmla="*/ 32954 w 61553"/>
              <a:gd name="GluePoint45Y" fmla="*/ 10565 h 60479"/>
              <a:gd name="GluePoint46X" fmla="*/ 32077 w 61553"/>
              <a:gd name="GluePoint46Y" fmla="*/ 13437 h 60479"/>
            </a:gdLst>
            <a:ahLst/>
            <a:cxnLst/>
            <a:rect l="textAreaLeft" t="textAreaTop" r="textAreaRight" b="textAreaBottom"/>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63" name="任意多边形: 形状 40"/>
          <p:cNvSpPr>
            <a:spLocks noGrp="1"/>
          </p:cNvSpPr>
          <p:nvPr/>
        </p:nvSpPr>
        <p:spPr>
          <a:xfrm>
            <a:off x="11233800" y="6560640"/>
            <a:ext cx="102960" cy="96480"/>
          </a:xfrm>
          <a:custGeom>
            <a:avLst/>
            <a:gdLst>
              <a:gd name="textAreaLeft" fmla="*/ 0 w 102960"/>
              <a:gd name="textAreaRight" fmla="*/ 103320 w 102960"/>
              <a:gd name="textAreaTop" fmla="*/ 0 h 96480"/>
              <a:gd name="textAreaBottom" fmla="*/ 96840 h 96480"/>
              <a:gd name="GluePoint1X" fmla="*/ 41389 w 62067"/>
              <a:gd name="GluePoint1Y" fmla="*/ 23037 h 58137"/>
              <a:gd name="GluePoint2X" fmla="*/ 41389 w 62067"/>
              <a:gd name="GluePoint2Y" fmla="*/ 6742 h 58137"/>
              <a:gd name="GluePoint3X" fmla="*/ 46558 w 62067"/>
              <a:gd name="GluePoint3Y" fmla="*/ 6742 h 58137"/>
              <a:gd name="GluePoint4X" fmla="*/ 46558 w 62067"/>
              <a:gd name="GluePoint4Y" fmla="*/ 23037 h 58137"/>
              <a:gd name="GluePoint5X" fmla="*/ 41389 w 62067"/>
              <a:gd name="GluePoint5Y" fmla="*/ 23037 h 58137"/>
              <a:gd name="GluePoint6X" fmla="*/ 1300 w 62067"/>
              <a:gd name="GluePoint6Y" fmla="*/ 8526 h 58137"/>
              <a:gd name="GluePoint7X" fmla="*/ 9312 w 62067"/>
              <a:gd name="GluePoint7Y" fmla="*/ 8526 h 58137"/>
              <a:gd name="GluePoint8X" fmla="*/ 0 w 62067"/>
              <a:gd name="GluePoint8Y" fmla="*/ 30505 h 58137"/>
              <a:gd name="GluePoint9X" fmla="*/ 2419 w 62067"/>
              <a:gd name="GluePoint9Y" fmla="*/ 34133 h 58137"/>
              <a:gd name="GluePoint10X" fmla="*/ 4656 w 62067"/>
              <a:gd name="GluePoint10Y" fmla="*/ 37489 h 58137"/>
              <a:gd name="GluePoint11X" fmla="*/ 6984 w 62067"/>
              <a:gd name="GluePoint11Y" fmla="*/ 34889 h 58137"/>
              <a:gd name="GluePoint12X" fmla="*/ 6984 w 62067"/>
              <a:gd name="GluePoint12Y" fmla="*/ 51396 h 58137"/>
              <a:gd name="GluePoint13X" fmla="*/ 14240 w 62067"/>
              <a:gd name="GluePoint13Y" fmla="*/ 51396 h 58137"/>
              <a:gd name="GluePoint14X" fmla="*/ 14240 w 62067"/>
              <a:gd name="GluePoint14Y" fmla="*/ 45500 h 58137"/>
              <a:gd name="GluePoint15X" fmla="*/ 19137 w 62067"/>
              <a:gd name="GluePoint15Y" fmla="*/ 45500 h 58137"/>
              <a:gd name="GluePoint16X" fmla="*/ 19137 w 62067"/>
              <a:gd name="GluePoint16Y" fmla="*/ 47586 h 58137"/>
              <a:gd name="GluePoint17X" fmla="*/ 26877 w 62067"/>
              <a:gd name="GluePoint17Y" fmla="*/ 47586 h 58137"/>
              <a:gd name="GluePoint18X" fmla="*/ 26877 w 62067"/>
              <a:gd name="GluePoint18Y" fmla="*/ 29991 h 58137"/>
              <a:gd name="GluePoint19X" fmla="*/ 33347 w 62067"/>
              <a:gd name="GluePoint19Y" fmla="*/ 29991 h 58137"/>
              <a:gd name="GluePoint20X" fmla="*/ 33347 w 62067"/>
              <a:gd name="GluePoint20Y" fmla="*/ 31533 h 58137"/>
              <a:gd name="GluePoint21X" fmla="*/ 22221 w 62067"/>
              <a:gd name="GluePoint21Y" fmla="*/ 52696 h 58137"/>
              <a:gd name="GluePoint22X" fmla="*/ 29961 w 62067"/>
              <a:gd name="GluePoint22Y" fmla="*/ 58138 h 58137"/>
              <a:gd name="GluePoint23X" fmla="*/ 41086 w 62067"/>
              <a:gd name="GluePoint23Y" fmla="*/ 31049 h 58137"/>
              <a:gd name="GluePoint24X" fmla="*/ 41086 w 62067"/>
              <a:gd name="GluePoint24Y" fmla="*/ 30021 h 58137"/>
              <a:gd name="GluePoint25X" fmla="*/ 46528 w 62067"/>
              <a:gd name="GluePoint25Y" fmla="*/ 30021 h 58137"/>
              <a:gd name="GluePoint26X" fmla="*/ 46528 w 62067"/>
              <a:gd name="GluePoint26Y" fmla="*/ 57896 h 58137"/>
              <a:gd name="GluePoint27X" fmla="*/ 54812 w 62067"/>
              <a:gd name="GluePoint27Y" fmla="*/ 57896 h 58137"/>
              <a:gd name="GluePoint28X" fmla="*/ 54812 w 62067"/>
              <a:gd name="GluePoint28Y" fmla="*/ 30021 h 58137"/>
              <a:gd name="GluePoint29X" fmla="*/ 62068 w 62067"/>
              <a:gd name="GluePoint29Y" fmla="*/ 30021 h 58137"/>
              <a:gd name="GluePoint30X" fmla="*/ 62068 w 62067"/>
              <a:gd name="GluePoint30Y" fmla="*/ 22765 h 58137"/>
              <a:gd name="GluePoint31X" fmla="*/ 54812 w 62067"/>
              <a:gd name="GluePoint31Y" fmla="*/ 22765 h 58137"/>
              <a:gd name="GluePoint32X" fmla="*/ 54812 w 62067"/>
              <a:gd name="GluePoint32Y" fmla="*/ 6984 h 58137"/>
              <a:gd name="GluePoint33X" fmla="*/ 59740 w 62067"/>
              <a:gd name="GluePoint33Y" fmla="*/ 6984 h 58137"/>
              <a:gd name="GluePoint34X" fmla="*/ 59740 w 62067"/>
              <a:gd name="GluePoint34Y" fmla="*/ 0 h 58137"/>
              <a:gd name="GluePoint35X" fmla="*/ 27663 w 62067"/>
              <a:gd name="GluePoint35Y" fmla="*/ 0 h 58137"/>
              <a:gd name="GluePoint36X" fmla="*/ 27663 w 62067"/>
              <a:gd name="GluePoint36Y" fmla="*/ 1542 h 58137"/>
              <a:gd name="GluePoint37X" fmla="*/ 1270 w 62067"/>
              <a:gd name="GluePoint37Y" fmla="*/ 1542 h 58137"/>
              <a:gd name="GluePoint38X" fmla="*/ 1270 w 62067"/>
              <a:gd name="GluePoint38Y" fmla="*/ 8526 h 58137"/>
              <a:gd name="GluePoint39X" fmla="*/ 17081 w 62067"/>
              <a:gd name="GluePoint39Y" fmla="*/ 10914 h 58137"/>
              <a:gd name="GluePoint40X" fmla="*/ 17595 w 62067"/>
              <a:gd name="GluePoint40Y" fmla="*/ 8526 h 58137"/>
              <a:gd name="GluePoint41X" fmla="*/ 28207 w 62067"/>
              <a:gd name="GluePoint41Y" fmla="*/ 8526 h 58137"/>
              <a:gd name="GluePoint42X" fmla="*/ 28207 w 62067"/>
              <a:gd name="GluePoint42Y" fmla="*/ 6984 h 58137"/>
              <a:gd name="GluePoint43X" fmla="*/ 33377 w 62067"/>
              <a:gd name="GluePoint43Y" fmla="*/ 6984 h 58137"/>
              <a:gd name="GluePoint44X" fmla="*/ 33377 w 62067"/>
              <a:gd name="GluePoint44Y" fmla="*/ 23007 h 58137"/>
              <a:gd name="GluePoint45X" fmla="*/ 26907 w 62067"/>
              <a:gd name="GluePoint45Y" fmla="*/ 23007 h 58137"/>
              <a:gd name="GluePoint46X" fmla="*/ 26907 w 62067"/>
              <a:gd name="GluePoint46Y" fmla="*/ 18351 h 58137"/>
              <a:gd name="GluePoint47X" fmla="*/ 15026 w 62067"/>
              <a:gd name="GluePoint47Y" fmla="*/ 18351 h 58137"/>
              <a:gd name="GluePoint48X" fmla="*/ 17081 w 62067"/>
              <a:gd name="GluePoint48Y" fmla="*/ 10914 h 58137"/>
              <a:gd name="GluePoint49X" fmla="*/ 19168 w 62067"/>
              <a:gd name="GluePoint49Y" fmla="*/ 25093 h 58137"/>
              <a:gd name="GluePoint50X" fmla="*/ 19168 w 62067"/>
              <a:gd name="GluePoint50Y" fmla="*/ 39333 h 58137"/>
              <a:gd name="GluePoint51X" fmla="*/ 14270 w 62067"/>
              <a:gd name="GluePoint51Y" fmla="*/ 39333 h 58137"/>
              <a:gd name="GluePoint52X" fmla="*/ 14270 w 62067"/>
              <a:gd name="GluePoint52Y" fmla="*/ 25093 h 58137"/>
              <a:gd name="GluePoint53X" fmla="*/ 19168 w 62067"/>
              <a:gd name="GluePoint53Y" fmla="*/ 25093 h 58137"/>
            </a:gdLst>
            <a:ahLst/>
            <a:cxnLst/>
            <a:rect l="textAreaLeft" t="textAreaTop" r="textAreaRight" b="textAreaBottom"/>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64" name="任意多边形: 形状 41"/>
          <p:cNvSpPr>
            <a:spLocks noGrp="1"/>
          </p:cNvSpPr>
          <p:nvPr/>
        </p:nvSpPr>
        <p:spPr>
          <a:xfrm>
            <a:off x="11384280" y="6557040"/>
            <a:ext cx="97560" cy="100440"/>
          </a:xfrm>
          <a:custGeom>
            <a:avLst/>
            <a:gdLst>
              <a:gd name="textAreaLeft" fmla="*/ 0 w 97560"/>
              <a:gd name="textAreaRight" fmla="*/ 97920 w 97560"/>
              <a:gd name="textAreaTop" fmla="*/ 0 h 100440"/>
              <a:gd name="textAreaBottom" fmla="*/ 100800 h 100440"/>
              <a:gd name="GluePoint1X" fmla="*/ 33347 w 58953"/>
              <a:gd name="GluePoint1Y" fmla="*/ 6845 h 60598"/>
              <a:gd name="GluePoint2X" fmla="*/ 55084 w 58953"/>
              <a:gd name="GluePoint2Y" fmla="*/ 6845 h 60598"/>
              <a:gd name="GluePoint3X" fmla="*/ 55084 w 58953"/>
              <a:gd name="GluePoint3Y" fmla="*/ 19271 h 60598"/>
              <a:gd name="GluePoint4X" fmla="*/ 46800 w 58953"/>
              <a:gd name="GluePoint4Y" fmla="*/ 19271 h 60598"/>
              <a:gd name="GluePoint5X" fmla="*/ 46800 w 58953"/>
              <a:gd name="GluePoint5Y" fmla="*/ 13829 h 60598"/>
              <a:gd name="GluePoint6X" fmla="*/ 10340 w 58953"/>
              <a:gd name="GluePoint6Y" fmla="*/ 13829 h 60598"/>
              <a:gd name="GluePoint7X" fmla="*/ 10340 w 58953"/>
              <a:gd name="GluePoint7Y" fmla="*/ 19785 h 60598"/>
              <a:gd name="GluePoint8X" fmla="*/ 2328 w 58953"/>
              <a:gd name="GluePoint8Y" fmla="*/ 19785 h 60598"/>
              <a:gd name="GluePoint9X" fmla="*/ 2328 w 58953"/>
              <a:gd name="GluePoint9Y" fmla="*/ 6845 h 60598"/>
              <a:gd name="GluePoint10X" fmla="*/ 24579 w 58953"/>
              <a:gd name="GluePoint10Y" fmla="*/ 6845 h 60598"/>
              <a:gd name="GluePoint11X" fmla="*/ 22765 w 58953"/>
              <a:gd name="GluePoint11Y" fmla="*/ 375 h 60598"/>
              <a:gd name="GluePoint12X" fmla="*/ 27814 w 58953"/>
              <a:gd name="GluePoint12Y" fmla="*/ 43 h 60598"/>
              <a:gd name="GluePoint13X" fmla="*/ 31472 w 58953"/>
              <a:gd name="GluePoint13Y" fmla="*/ 13 h 60598"/>
              <a:gd name="GluePoint14X" fmla="*/ 32863 w 58953"/>
              <a:gd name="GluePoint14Y" fmla="*/ 103 h 60598"/>
              <a:gd name="GluePoint15X" fmla="*/ 33044 w 58953"/>
              <a:gd name="GluePoint15Y" fmla="*/ 2220 h 60598"/>
              <a:gd name="GluePoint16X" fmla="*/ 33347 w 58953"/>
              <a:gd name="GluePoint16Y" fmla="*/ 6845 h 60598"/>
              <a:gd name="GluePoint17X" fmla="*/ 8284 w 58953"/>
              <a:gd name="GluePoint17Y" fmla="*/ 31666 h 60598"/>
              <a:gd name="GluePoint18X" fmla="*/ 2086 w 58953"/>
              <a:gd name="GluePoint18Y" fmla="*/ 26496 h 60598"/>
              <a:gd name="GluePoint19X" fmla="*/ 19168 w 58953"/>
              <a:gd name="GluePoint19Y" fmla="*/ 14343 h 60598"/>
              <a:gd name="GluePoint20X" fmla="*/ 26393 w 58953"/>
              <a:gd name="GluePoint20Y" fmla="*/ 18757 h 60598"/>
              <a:gd name="GluePoint21X" fmla="*/ 25879 w 58953"/>
              <a:gd name="GluePoint21Y" fmla="*/ 20208 h 60598"/>
              <a:gd name="GluePoint22X" fmla="*/ 25365 w 58953"/>
              <a:gd name="GluePoint22Y" fmla="*/ 20571 h 60598"/>
              <a:gd name="GluePoint23X" fmla="*/ 8284 w 58953"/>
              <a:gd name="GluePoint23Y" fmla="*/ 31696 h 60598"/>
              <a:gd name="GluePoint24X" fmla="*/ 54056 w 58953"/>
              <a:gd name="GluePoint24Y" fmla="*/ 26496 h 60598"/>
              <a:gd name="GluePoint25X" fmla="*/ 47858 w 58953"/>
              <a:gd name="GluePoint25Y" fmla="*/ 32694 h 60598"/>
              <a:gd name="GluePoint26X" fmla="*/ 32379 w 58953"/>
              <a:gd name="GluePoint26Y" fmla="*/ 21629 h 60598"/>
              <a:gd name="GluePoint27X" fmla="*/ 30263 w 58953"/>
              <a:gd name="GluePoint27Y" fmla="*/ 20268 h 60598"/>
              <a:gd name="GluePoint28X" fmla="*/ 36219 w 58953"/>
              <a:gd name="GluePoint28Y" fmla="*/ 15099 h 60598"/>
              <a:gd name="GluePoint29X" fmla="*/ 54056 w 58953"/>
              <a:gd name="GluePoint29Y" fmla="*/ 26466 h 60598"/>
              <a:gd name="GluePoint30X" fmla="*/ 29749 w 58953"/>
              <a:gd name="GluePoint30Y" fmla="*/ 31908 h 60598"/>
              <a:gd name="GluePoint31X" fmla="*/ 43444 w 58953"/>
              <a:gd name="GluePoint31Y" fmla="*/ 31908 h 60598"/>
              <a:gd name="GluePoint32X" fmla="*/ 43444 w 58953"/>
              <a:gd name="GluePoint32Y" fmla="*/ 49262 h 60598"/>
              <a:gd name="GluePoint33X" fmla="*/ 43717 w 58953"/>
              <a:gd name="GluePoint33Y" fmla="*/ 51166 h 60598"/>
              <a:gd name="GluePoint34X" fmla="*/ 44744 w 58953"/>
              <a:gd name="GluePoint34Y" fmla="*/ 51590 h 60598"/>
              <a:gd name="GluePoint35X" fmla="*/ 47344 w 58953"/>
              <a:gd name="GluePoint35Y" fmla="*/ 51590 h 60598"/>
              <a:gd name="GluePoint36X" fmla="*/ 49763 w 58953"/>
              <a:gd name="GluePoint36Y" fmla="*/ 50592 h 60598"/>
              <a:gd name="GluePoint37X" fmla="*/ 50428 w 58953"/>
              <a:gd name="GluePoint37Y" fmla="*/ 45120 h 60598"/>
              <a:gd name="GluePoint38X" fmla="*/ 58954 w 58953"/>
              <a:gd name="GluePoint38Y" fmla="*/ 47720 h 60598"/>
              <a:gd name="GluePoint39X" fmla="*/ 57170 w 58953"/>
              <a:gd name="GluePoint39Y" fmla="*/ 56971 h 60598"/>
              <a:gd name="GluePoint40X" fmla="*/ 51456 w 58953"/>
              <a:gd name="GluePoint40Y" fmla="*/ 59027 h 60598"/>
              <a:gd name="GluePoint41X" fmla="*/ 42144 w 58953"/>
              <a:gd name="GluePoint41Y" fmla="*/ 59027 h 60598"/>
              <a:gd name="GluePoint42X" fmla="*/ 36310 w 58953"/>
              <a:gd name="GluePoint42Y" fmla="*/ 58120 h 60598"/>
              <a:gd name="GluePoint43X" fmla="*/ 35372 w 58953"/>
              <a:gd name="GluePoint43Y" fmla="*/ 56820 h 60598"/>
              <a:gd name="GluePoint44X" fmla="*/ 35161 w 58953"/>
              <a:gd name="GluePoint44Y" fmla="*/ 54371 h 60598"/>
              <a:gd name="GluePoint45X" fmla="*/ 35161 w 58953"/>
              <a:gd name="GluePoint45Y" fmla="*/ 38922 h 60598"/>
              <a:gd name="GluePoint46X" fmla="*/ 28449 w 58953"/>
              <a:gd name="GluePoint46Y" fmla="*/ 38922 h 60598"/>
              <a:gd name="GluePoint47X" fmla="*/ 5412 w 58953"/>
              <a:gd name="GluePoint47Y" fmla="*/ 60599 h 60598"/>
              <a:gd name="GluePoint48X" fmla="*/ 0 w 58953"/>
              <a:gd name="GluePoint48Y" fmla="*/ 52890 h 60598"/>
              <a:gd name="GluePoint49X" fmla="*/ 19651 w 58953"/>
              <a:gd name="GluePoint49Y" fmla="*/ 39194 h 60598"/>
              <a:gd name="GluePoint50X" fmla="*/ 5170 w 58953"/>
              <a:gd name="GluePoint50Y" fmla="*/ 39194 h 60598"/>
              <a:gd name="GluePoint51X" fmla="*/ 5170 w 58953"/>
              <a:gd name="GluePoint51Y" fmla="*/ 32210 h 60598"/>
              <a:gd name="GluePoint52X" fmla="*/ 20951 w 58953"/>
              <a:gd name="GluePoint52Y" fmla="*/ 32210 h 60598"/>
              <a:gd name="GluePoint53X" fmla="*/ 21344 w 58953"/>
              <a:gd name="GluePoint53Y" fmla="*/ 28068 h 60598"/>
              <a:gd name="GluePoint54X" fmla="*/ 21737 w 58953"/>
              <a:gd name="GluePoint54Y" fmla="*/ 23927 h 60598"/>
              <a:gd name="GluePoint55X" fmla="*/ 31563 w 58953"/>
              <a:gd name="GluePoint55Y" fmla="*/ 24713 h 60598"/>
              <a:gd name="GluePoint56X" fmla="*/ 31140 w 58953"/>
              <a:gd name="GluePoint56Y" fmla="*/ 26375 h 60598"/>
              <a:gd name="GluePoint57X" fmla="*/ 29749 w 58953"/>
              <a:gd name="GluePoint57Y" fmla="*/ 31969 h 60598"/>
            </a:gdLst>
            <a:ahLst/>
            <a:cxnLst/>
            <a:rect l="textAreaLeft" t="textAreaTop" r="textAreaRight" b="textAreaBottom"/>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65" name="任意多边形: 形状 42"/>
          <p:cNvSpPr>
            <a:spLocks noGrp="1"/>
          </p:cNvSpPr>
          <p:nvPr/>
        </p:nvSpPr>
        <p:spPr>
          <a:xfrm>
            <a:off x="11530440" y="6557040"/>
            <a:ext cx="100800" cy="99720"/>
          </a:xfrm>
          <a:custGeom>
            <a:avLst/>
            <a:gdLst>
              <a:gd name="textAreaLeft" fmla="*/ 0 w 100800"/>
              <a:gd name="textAreaRight" fmla="*/ 101160 w 100800"/>
              <a:gd name="textAreaTop" fmla="*/ 0 h 99720"/>
              <a:gd name="textAreaBottom" fmla="*/ 100080 h 99720"/>
              <a:gd name="GluePoint1X" fmla="*/ 20165 w 60798"/>
              <a:gd name="GluePoint1Y" fmla="*/ 23793 h 60193"/>
              <a:gd name="GluePoint2X" fmla="*/ 20165 w 60798"/>
              <a:gd name="GluePoint2Y" fmla="*/ 33105 h 60193"/>
              <a:gd name="GluePoint3X" fmla="*/ 13181 w 60798"/>
              <a:gd name="GluePoint3Y" fmla="*/ 33105 h 60193"/>
              <a:gd name="GluePoint4X" fmla="*/ 13181 w 60798"/>
              <a:gd name="GluePoint4Y" fmla="*/ 23793 h 60193"/>
              <a:gd name="GluePoint5X" fmla="*/ 20165 w 60798"/>
              <a:gd name="GluePoint5Y" fmla="*/ 23793 h 60193"/>
              <a:gd name="GluePoint6X" fmla="*/ 30505 w 60798"/>
              <a:gd name="GluePoint6Y" fmla="*/ 8526 h 60193"/>
              <a:gd name="GluePoint7X" fmla="*/ 26756 w 60798"/>
              <a:gd name="GluePoint7Y" fmla="*/ 1935 h 60193"/>
              <a:gd name="GluePoint8X" fmla="*/ 25607 w 60798"/>
              <a:gd name="GluePoint8Y" fmla="*/ 0 h 60193"/>
              <a:gd name="GluePoint9X" fmla="*/ 5170 w 60798"/>
              <a:gd name="GluePoint9Y" fmla="*/ 4656 h 60193"/>
              <a:gd name="GluePoint10X" fmla="*/ 5170 w 60798"/>
              <a:gd name="GluePoint10Y" fmla="*/ 35433 h 60193"/>
              <a:gd name="GluePoint11X" fmla="*/ 4112 w 60798"/>
              <a:gd name="GluePoint11Y" fmla="*/ 45047 h 60193"/>
              <a:gd name="GluePoint12X" fmla="*/ 0 w 60798"/>
              <a:gd name="GluePoint12Y" fmla="*/ 55296 h 60193"/>
              <a:gd name="GluePoint13X" fmla="*/ 6470 w 60798"/>
              <a:gd name="GluePoint13Y" fmla="*/ 60193 h 60193"/>
              <a:gd name="GluePoint14X" fmla="*/ 12940 w 60798"/>
              <a:gd name="GluePoint14Y" fmla="*/ 39575 h 60193"/>
              <a:gd name="GluePoint15X" fmla="*/ 20195 w 60798"/>
              <a:gd name="GluePoint15Y" fmla="*/ 39575 h 60193"/>
              <a:gd name="GluePoint16X" fmla="*/ 20195 w 60798"/>
              <a:gd name="GluePoint16Y" fmla="*/ 41903 h 60193"/>
              <a:gd name="GluePoint17X" fmla="*/ 28479 w 60798"/>
              <a:gd name="GluePoint17Y" fmla="*/ 41903 h 60193"/>
              <a:gd name="GluePoint18X" fmla="*/ 28479 w 60798"/>
              <a:gd name="GluePoint18Y" fmla="*/ 16809 h 60193"/>
              <a:gd name="GluePoint19X" fmla="*/ 13212 w 60798"/>
              <a:gd name="GluePoint19Y" fmla="*/ 16809 h 60193"/>
              <a:gd name="GluePoint20X" fmla="*/ 13212 w 60798"/>
              <a:gd name="GluePoint20Y" fmla="*/ 10612 h 60193"/>
              <a:gd name="GluePoint21X" fmla="*/ 30535 w 60798"/>
              <a:gd name="GluePoint21Y" fmla="*/ 8526 h 60193"/>
              <a:gd name="GluePoint22X" fmla="*/ 52877 w 60798"/>
              <a:gd name="GluePoint22Y" fmla="*/ 9705 h 60193"/>
              <a:gd name="GluePoint23X" fmla="*/ 60254 w 60798"/>
              <a:gd name="GluePoint23Y" fmla="*/ 9312 h 60193"/>
              <a:gd name="GluePoint24X" fmla="*/ 55084 w 60798"/>
              <a:gd name="GluePoint24Y" fmla="*/ 514 h 60193"/>
              <a:gd name="GluePoint25X" fmla="*/ 32319 w 60798"/>
              <a:gd name="GluePoint25Y" fmla="*/ 4142 h 60193"/>
              <a:gd name="GluePoint26X" fmla="*/ 32319 w 60798"/>
              <a:gd name="GluePoint26Y" fmla="*/ 28963 h 60193"/>
              <a:gd name="GluePoint27X" fmla="*/ 29719 w 60798"/>
              <a:gd name="GluePoint27Y" fmla="*/ 43898 h 60193"/>
              <a:gd name="GluePoint28X" fmla="*/ 20437 w 60798"/>
              <a:gd name="GluePoint28Y" fmla="*/ 55296 h 60193"/>
              <a:gd name="GluePoint29X" fmla="*/ 28721 w 60798"/>
              <a:gd name="GluePoint29Y" fmla="*/ 59710 h 60193"/>
              <a:gd name="GluePoint30X" fmla="*/ 40361 w 60798"/>
              <a:gd name="GluePoint30Y" fmla="*/ 33135 h 60193"/>
              <a:gd name="GluePoint31X" fmla="*/ 40361 w 60798"/>
              <a:gd name="GluePoint31Y" fmla="*/ 26665 h 60193"/>
              <a:gd name="GluePoint32X" fmla="*/ 45803 w 60798"/>
              <a:gd name="GluePoint32Y" fmla="*/ 26665 h 60193"/>
              <a:gd name="GluePoint33X" fmla="*/ 45803 w 60798"/>
              <a:gd name="GluePoint33Y" fmla="*/ 59710 h 60193"/>
              <a:gd name="GluePoint34X" fmla="*/ 54328 w 60798"/>
              <a:gd name="GluePoint34Y" fmla="*/ 59710 h 60193"/>
              <a:gd name="GluePoint35X" fmla="*/ 54328 w 60798"/>
              <a:gd name="GluePoint35Y" fmla="*/ 26665 h 60193"/>
              <a:gd name="GluePoint36X" fmla="*/ 60798 w 60798"/>
              <a:gd name="GluePoint36Y" fmla="*/ 26665 h 60193"/>
              <a:gd name="GluePoint37X" fmla="*/ 60798 w 60798"/>
              <a:gd name="GluePoint37Y" fmla="*/ 19440 h 60193"/>
              <a:gd name="GluePoint38X" fmla="*/ 40603 w 60798"/>
              <a:gd name="GluePoint38Y" fmla="*/ 19440 h 60193"/>
              <a:gd name="GluePoint39X" fmla="*/ 40603 w 60798"/>
              <a:gd name="GluePoint39Y" fmla="*/ 10400 h 60193"/>
              <a:gd name="GluePoint40X" fmla="*/ 52907 w 60798"/>
              <a:gd name="GluePoint40Y" fmla="*/ 9765 h 60193"/>
            </a:gdLst>
            <a:ahLst/>
            <a:cxnLst/>
            <a:rect l="textAreaLeft" t="textAreaTop" r="textAreaRight" b="textAreaBottom"/>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67" name="任意多边形: 形状 44"/>
          <p:cNvSpPr>
            <a:spLocks noGrp="1"/>
          </p:cNvSpPr>
          <p:nvPr/>
        </p:nvSpPr>
        <p:spPr>
          <a:xfrm>
            <a:off x="10208160" y="6684120"/>
            <a:ext cx="7920" cy="44280"/>
          </a:xfrm>
          <a:custGeom>
            <a:avLst/>
            <a:gdLst>
              <a:gd name="textAreaLeft" fmla="*/ 0 w 7920"/>
              <a:gd name="textAreaRight" fmla="*/ 8280 w 7920"/>
              <a:gd name="textAreaTop" fmla="*/ 0 h 44280"/>
              <a:gd name="textAreaBottom" fmla="*/ 44640 h 44280"/>
              <a:gd name="GluePoint1X" fmla="*/ 4898 w 4897"/>
              <a:gd name="GluePoint1Y" fmla="*/ 0 h 26816"/>
              <a:gd name="GluePoint2X" fmla="*/ 4898 w 4897"/>
              <a:gd name="GluePoint2Y" fmla="*/ 26816 h 26816"/>
              <a:gd name="GluePoint3X" fmla="*/ 0 w 4897"/>
              <a:gd name="GluePoint3Y" fmla="*/ 26816 h 26816"/>
              <a:gd name="GluePoint4X" fmla="*/ 0 w 4897"/>
              <a:gd name="GluePoint4Y" fmla="*/ 0 h 26816"/>
              <a:gd name="GluePoint5X" fmla="*/ 4898 w 4897"/>
              <a:gd name="GluePoint5Y" fmla="*/ 0 h 26816"/>
            </a:gdLst>
            <a:ahLst/>
            <a:cxnLst/>
            <a:rect l="textAreaLeft" t="textAreaTop" r="textAreaRight" b="textAreaBottom"/>
            <a:pathLst>
              <a:path w="4897" h="26816">
                <a:moveTo>
                  <a:pt x="4898" y="0"/>
                </a:moveTo>
                <a:lnTo>
                  <a:pt x="4898" y="26816"/>
                </a:lnTo>
                <a:lnTo>
                  <a:pt x="0" y="26816"/>
                </a:lnTo>
                <a:lnTo>
                  <a:pt x="0" y="0"/>
                </a:lnTo>
                <a:lnTo>
                  <a:pt x="489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68" name="任意多边形: 形状 45"/>
          <p:cNvSpPr>
            <a:spLocks noGrp="1"/>
          </p:cNvSpPr>
          <p:nvPr/>
        </p:nvSpPr>
        <p:spPr>
          <a:xfrm>
            <a:off x="1022508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69" name="任意多边形: 形状 46"/>
          <p:cNvSpPr>
            <a:spLocks noGrp="1"/>
          </p:cNvSpPr>
          <p:nvPr/>
        </p:nvSpPr>
        <p:spPr>
          <a:xfrm>
            <a:off x="10261080" y="6695640"/>
            <a:ext cx="22680" cy="33120"/>
          </a:xfrm>
          <a:custGeom>
            <a:avLst/>
            <a:gdLst>
              <a:gd name="textAreaLeft" fmla="*/ 0 w 22680"/>
              <a:gd name="textAreaRight" fmla="*/ 23040 w 22680"/>
              <a:gd name="textAreaTop" fmla="*/ 0 h 33120"/>
              <a:gd name="textAreaBottom" fmla="*/ 33480 h 33120"/>
              <a:gd name="GluePoint1X" fmla="*/ 96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70" name="任意多边形: 形状 47"/>
          <p:cNvSpPr>
            <a:spLocks noGrp="1"/>
          </p:cNvSpPr>
          <p:nvPr/>
        </p:nvSpPr>
        <p:spPr>
          <a:xfrm>
            <a:off x="1028772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5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71" name="任意多边形: 形状 48"/>
          <p:cNvSpPr>
            <a:spLocks noGrp="1"/>
          </p:cNvSpPr>
          <p:nvPr/>
        </p:nvSpPr>
        <p:spPr>
          <a:xfrm>
            <a:off x="1031328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87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72" name="任意多边形: 形状 49"/>
          <p:cNvSpPr>
            <a:spLocks noGrp="1"/>
          </p:cNvSpPr>
          <p:nvPr/>
        </p:nvSpPr>
        <p:spPr>
          <a:xfrm>
            <a:off x="1032768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8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73" name="任意多边形: 形状 50"/>
          <p:cNvSpPr>
            <a:spLocks noGrp="1"/>
          </p:cNvSpPr>
          <p:nvPr/>
        </p:nvSpPr>
        <p:spPr>
          <a:xfrm>
            <a:off x="10353960" y="6696360"/>
            <a:ext cx="28800" cy="32400"/>
          </a:xfrm>
          <a:custGeom>
            <a:avLst/>
            <a:gdLst>
              <a:gd name="textAreaLeft" fmla="*/ 0 w 28800"/>
              <a:gd name="textAreaRight" fmla="*/ 29160 w 28800"/>
              <a:gd name="textAreaTop" fmla="*/ 0 h 32400"/>
              <a:gd name="textAreaBottom" fmla="*/ 32760 h 32400"/>
              <a:gd name="GluePoint1X" fmla="*/ 17444 w 17595"/>
              <a:gd name="GluePoint1Y" fmla="*/ 13544 h 19772"/>
              <a:gd name="GluePoint2X" fmla="*/ 17595 w 17595"/>
              <a:gd name="GluePoint2Y" fmla="*/ 19349 h 19772"/>
              <a:gd name="GluePoint3X" fmla="*/ 13302 w 17595"/>
              <a:gd name="GluePoint3Y" fmla="*/ 19349 h 19772"/>
              <a:gd name="GluePoint4X" fmla="*/ 13061 w 17595"/>
              <a:gd name="GluePoint4Y" fmla="*/ 16416 h 19772"/>
              <a:gd name="GluePoint5X" fmla="*/ 12940 w 17595"/>
              <a:gd name="GluePoint5Y" fmla="*/ 16416 h 19772"/>
              <a:gd name="GluePoint6X" fmla="*/ 6742 w 17595"/>
              <a:gd name="GluePoint6Y" fmla="*/ 19772 h 19772"/>
              <a:gd name="GluePoint7X" fmla="*/ 0 w 17595"/>
              <a:gd name="GluePoint7Y" fmla="*/ 11337 h 19772"/>
              <a:gd name="GluePoint8X" fmla="*/ 0 w 17595"/>
              <a:gd name="GluePoint8Y" fmla="*/ 0 h 19772"/>
              <a:gd name="GluePoint9X" fmla="*/ 4898 w 17595"/>
              <a:gd name="GluePoint9Y" fmla="*/ 0 h 19772"/>
              <a:gd name="GluePoint10X" fmla="*/ 4898 w 17595"/>
              <a:gd name="GluePoint10Y" fmla="*/ 10551 h 19772"/>
              <a:gd name="GluePoint11X" fmla="*/ 8526 w 17595"/>
              <a:gd name="GluePoint11Y" fmla="*/ 15842 h 19772"/>
              <a:gd name="GluePoint12X" fmla="*/ 12274 w 17595"/>
              <a:gd name="GluePoint12Y" fmla="*/ 13212 h 19772"/>
              <a:gd name="GluePoint13X" fmla="*/ 12547 w 17595"/>
              <a:gd name="GluePoint13Y" fmla="*/ 11700 h 19772"/>
              <a:gd name="GluePoint14X" fmla="*/ 12547 w 17595"/>
              <a:gd name="GluePoint14Y" fmla="*/ 0 h 19772"/>
              <a:gd name="GluePoint15X" fmla="*/ 17444 w 17595"/>
              <a:gd name="GluePoint15Y" fmla="*/ 0 h 19772"/>
              <a:gd name="GluePoint16X" fmla="*/ 17444 w 17595"/>
              <a:gd name="GluePoint16Y" fmla="*/ 13575 h 19772"/>
            </a:gdLst>
            <a:ahLst/>
            <a:cxnLst/>
            <a:rect l="textAreaLeft" t="textAreaTop" r="textAreaRight" b="textAreaBottom"/>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74" name="任意多边形: 形状 51"/>
          <p:cNvSpPr>
            <a:spLocks noGrp="1"/>
          </p:cNvSpPr>
          <p:nvPr/>
        </p:nvSpPr>
        <p:spPr>
          <a:xfrm>
            <a:off x="1038852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75" name="任意多边形: 形状 52"/>
          <p:cNvSpPr>
            <a:spLocks noGrp="1"/>
          </p:cNvSpPr>
          <p:nvPr/>
        </p:nvSpPr>
        <p:spPr>
          <a:xfrm>
            <a:off x="1041264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76" name="任意多边形: 形状 53"/>
          <p:cNvSpPr>
            <a:spLocks noGrp="1"/>
          </p:cNvSpPr>
          <p:nvPr/>
        </p:nvSpPr>
        <p:spPr>
          <a:xfrm>
            <a:off x="10460520" y="6695640"/>
            <a:ext cx="32400" cy="33480"/>
          </a:xfrm>
          <a:custGeom>
            <a:avLst/>
            <a:gdLst>
              <a:gd name="textAreaLeft" fmla="*/ 0 w 32400"/>
              <a:gd name="textAreaRight" fmla="*/ 32760 w 32400"/>
              <a:gd name="textAreaTop" fmla="*/ 0 h 33480"/>
              <a:gd name="textAreaBottom" fmla="*/ 33840 h 33480"/>
              <a:gd name="GluePoint1X" fmla="*/ 9765 w 19621"/>
              <a:gd name="GluePoint1Y" fmla="*/ 16688 h 20255"/>
              <a:gd name="GluePoint2X" fmla="*/ 498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674 w 19621"/>
              <a:gd name="GluePoint11Y" fmla="*/ 20256 h 20255"/>
              <a:gd name="GluePoint12X" fmla="*/ 9705 w 19621"/>
              <a:gd name="GluePoint12Y" fmla="*/ 20256 h 20255"/>
            </a:gdLst>
            <a:ahLst/>
            <a:cxnLst/>
            <a:rect l="textAreaLeft" t="textAreaTop" r="textAreaRight" b="textAreaBottom"/>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77" name="任意多边形: 形状 54"/>
          <p:cNvSpPr>
            <a:spLocks noGrp="1"/>
          </p:cNvSpPr>
          <p:nvPr/>
        </p:nvSpPr>
        <p:spPr>
          <a:xfrm>
            <a:off x="1049652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78" name="任意多边形: 形状 55"/>
          <p:cNvSpPr>
            <a:spLocks noGrp="1"/>
          </p:cNvSpPr>
          <p:nvPr/>
        </p:nvSpPr>
        <p:spPr>
          <a:xfrm>
            <a:off x="1053324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295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79" name="任意多边形: 形状 56"/>
          <p:cNvSpPr>
            <a:spLocks noGrp="1"/>
          </p:cNvSpPr>
          <p:nvPr/>
        </p:nvSpPr>
        <p:spPr>
          <a:xfrm>
            <a:off x="1056708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795 w 19621"/>
              <a:gd name="GluePoint3Y" fmla="*/ 3567 h 20255"/>
              <a:gd name="GluePoint4X" fmla="*/ 14512 w 19621"/>
              <a:gd name="GluePoint4Y" fmla="*/ 10098 h 20255"/>
              <a:gd name="GluePoint5X" fmla="*/ 9765 w 19621"/>
              <a:gd name="GluePoint5Y" fmla="*/ 16688 h 20255"/>
              <a:gd name="GluePoint6X" fmla="*/ 973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80" name="任意多边形: 形状 57"/>
          <p:cNvSpPr>
            <a:spLocks noGrp="1"/>
          </p:cNvSpPr>
          <p:nvPr/>
        </p:nvSpPr>
        <p:spPr>
          <a:xfrm>
            <a:off x="1060308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81" name="任意多边形: 形状 58"/>
          <p:cNvSpPr>
            <a:spLocks noGrp="1"/>
          </p:cNvSpPr>
          <p:nvPr/>
        </p:nvSpPr>
        <p:spPr>
          <a:xfrm>
            <a:off x="1062540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82" name="任意多边形: 形状 59"/>
          <p:cNvSpPr>
            <a:spLocks noGrp="1"/>
          </p:cNvSpPr>
          <p:nvPr/>
        </p:nvSpPr>
        <p:spPr>
          <a:xfrm>
            <a:off x="10648440" y="6696360"/>
            <a:ext cx="47520" cy="32040"/>
          </a:xfrm>
          <a:custGeom>
            <a:avLst/>
            <a:gdLst>
              <a:gd name="textAreaLeft" fmla="*/ 0 w 47520"/>
              <a:gd name="textAreaRight" fmla="*/ 47880 w 47520"/>
              <a:gd name="textAreaTop" fmla="*/ 0 h 32040"/>
              <a:gd name="textAreaBottom" fmla="*/ 32400 h 32040"/>
              <a:gd name="GluePoint1X" fmla="*/ 5019 w 28751"/>
              <a:gd name="GluePoint1Y" fmla="*/ 0 h 19409"/>
              <a:gd name="GluePoint2X" fmla="*/ 7044 w 28751"/>
              <a:gd name="GluePoint2Y" fmla="*/ 8798 h 19409"/>
              <a:gd name="GluePoint3X" fmla="*/ 8284 w 28751"/>
              <a:gd name="GluePoint3Y" fmla="*/ 15086 h 19409"/>
              <a:gd name="GluePoint4X" fmla="*/ 8374 w 28751"/>
              <a:gd name="GluePoint4Y" fmla="*/ 15086 h 19409"/>
              <a:gd name="GluePoint5X" fmla="*/ 9947 w 28751"/>
              <a:gd name="GluePoint5Y" fmla="*/ 8858 h 19409"/>
              <a:gd name="GluePoint6X" fmla="*/ 12486 w 28751"/>
              <a:gd name="GluePoint6Y" fmla="*/ 30 h 19409"/>
              <a:gd name="GluePoint7X" fmla="*/ 16447 w 28751"/>
              <a:gd name="GluePoint7Y" fmla="*/ 30 h 19409"/>
              <a:gd name="GluePoint8X" fmla="*/ 18865 w 28751"/>
              <a:gd name="GluePoint8Y" fmla="*/ 8616 h 19409"/>
              <a:gd name="GluePoint9X" fmla="*/ 20407 w 28751"/>
              <a:gd name="GluePoint9Y" fmla="*/ 15086 h 19409"/>
              <a:gd name="GluePoint10X" fmla="*/ 20498 w 28751"/>
              <a:gd name="GluePoint10Y" fmla="*/ 15086 h 19409"/>
              <a:gd name="GluePoint11X" fmla="*/ 21798 w 28751"/>
              <a:gd name="GluePoint11Y" fmla="*/ 8616 h 19409"/>
              <a:gd name="GluePoint12X" fmla="*/ 23944 w 28751"/>
              <a:gd name="GluePoint12Y" fmla="*/ 30 h 19409"/>
              <a:gd name="GluePoint13X" fmla="*/ 28751 w 28751"/>
              <a:gd name="GluePoint13Y" fmla="*/ 30 h 19409"/>
              <a:gd name="GluePoint14X" fmla="*/ 22675 w 28751"/>
              <a:gd name="GluePoint14Y" fmla="*/ 19409 h 19409"/>
              <a:gd name="GluePoint15X" fmla="*/ 18109 w 28751"/>
              <a:gd name="GluePoint15Y" fmla="*/ 19409 h 19409"/>
              <a:gd name="GluePoint16X" fmla="*/ 15781 w 28751"/>
              <a:gd name="GluePoint16Y" fmla="*/ 11519 h 19409"/>
              <a:gd name="GluePoint17X" fmla="*/ 14330 w 28751"/>
              <a:gd name="GluePoint17Y" fmla="*/ 5321 h 19409"/>
              <a:gd name="GluePoint18X" fmla="*/ 14240 w 28751"/>
              <a:gd name="GluePoint18Y" fmla="*/ 5321 h 19409"/>
              <a:gd name="GluePoint19X" fmla="*/ 12758 w 28751"/>
              <a:gd name="GluePoint19Y" fmla="*/ 11519 h 19409"/>
              <a:gd name="GluePoint20X" fmla="*/ 10279 w 28751"/>
              <a:gd name="GluePoint20Y" fmla="*/ 19409 h 19409"/>
              <a:gd name="GluePoint21X" fmla="*/ 5714 w 28751"/>
              <a:gd name="GluePoint21Y" fmla="*/ 19409 h 19409"/>
              <a:gd name="GluePoint22X" fmla="*/ 0 w 28751"/>
              <a:gd name="GluePoint22Y" fmla="*/ 30 h 19409"/>
              <a:gd name="GluePoint23X" fmla="*/ 4988 w 28751"/>
              <a:gd name="GluePoint23Y" fmla="*/ 30 h 19409"/>
            </a:gdLst>
            <a:ahLst/>
            <a:cxnLst/>
            <a:rect l="textAreaLeft" t="textAreaTop" r="textAreaRight" b="textAreaBottom"/>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600" rIns="90000" bIns="-12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83" name="任意多边形: 形状 60"/>
          <p:cNvSpPr>
            <a:spLocks noGrp="1"/>
          </p:cNvSpPr>
          <p:nvPr/>
        </p:nvSpPr>
        <p:spPr>
          <a:xfrm>
            <a:off x="1069884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88 w 16688"/>
              <a:gd name="GluePoint2Y" fmla="*/ 14058 h 20255"/>
              <a:gd name="GluePoint3X" fmla="*/ 7649 w 16688"/>
              <a:gd name="GluePoint3Y" fmla="*/ 16719 h 20255"/>
              <a:gd name="GluePoint4X" fmla="*/ 4867 w 16688"/>
              <a:gd name="GluePoint4Y" fmla="*/ 13937 h 20255"/>
              <a:gd name="GluePoint5X" fmla="*/ 11609 w 16688"/>
              <a:gd name="GluePoint5Y" fmla="*/ 10309 h 20255"/>
              <a:gd name="GluePoint6X" fmla="*/ 1160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84" name="任意多边形: 形状 61"/>
          <p:cNvSpPr>
            <a:spLocks noGrp="1"/>
          </p:cNvSpPr>
          <p:nvPr/>
        </p:nvSpPr>
        <p:spPr>
          <a:xfrm>
            <a:off x="10734480" y="6695640"/>
            <a:ext cx="18000" cy="32760"/>
          </a:xfrm>
          <a:custGeom>
            <a:avLst/>
            <a:gdLst>
              <a:gd name="textAreaLeft" fmla="*/ 0 w 18000"/>
              <a:gd name="textAreaRight" fmla="*/ 18360 w 18000"/>
              <a:gd name="textAreaTop" fmla="*/ 0 h 32760"/>
              <a:gd name="textAreaBottom" fmla="*/ 33120 h 32760"/>
              <a:gd name="GluePoint1X" fmla="*/ 151 w 11004"/>
              <a:gd name="GluePoint1Y" fmla="*/ 6651 h 19832"/>
              <a:gd name="GluePoint2X" fmla="*/ 0 w 11004"/>
              <a:gd name="GluePoint2Y" fmla="*/ 423 h 19832"/>
              <a:gd name="GluePoint3X" fmla="*/ 4233 w 11004"/>
              <a:gd name="GluePoint3Y" fmla="*/ 423 h 19832"/>
              <a:gd name="GluePoint4X" fmla="*/ 4414 w 11004"/>
              <a:gd name="GluePoint4Y" fmla="*/ 4112 h 19832"/>
              <a:gd name="GluePoint5X" fmla="*/ 4535 w 11004"/>
              <a:gd name="GluePoint5Y" fmla="*/ 4112 h 19832"/>
              <a:gd name="GluePoint6X" fmla="*/ 9856 w 11004"/>
              <a:gd name="GluePoint6Y" fmla="*/ 0 h 19832"/>
              <a:gd name="GluePoint7X" fmla="*/ 11005 w 11004"/>
              <a:gd name="GluePoint7Y" fmla="*/ 121 h 19832"/>
              <a:gd name="GluePoint8X" fmla="*/ 11005 w 11004"/>
              <a:gd name="GluePoint8Y" fmla="*/ 4716 h 19832"/>
              <a:gd name="GluePoint9X" fmla="*/ 9584 w 11004"/>
              <a:gd name="GluePoint9Y" fmla="*/ 4595 h 19832"/>
              <a:gd name="GluePoint10X" fmla="*/ 5200 w 11004"/>
              <a:gd name="GluePoint10Y" fmla="*/ 8314 h 19832"/>
              <a:gd name="GluePoint11X" fmla="*/ 5079 w 11004"/>
              <a:gd name="GluePoint11Y" fmla="*/ 9795 h 19832"/>
              <a:gd name="GluePoint12X" fmla="*/ 5079 w 11004"/>
              <a:gd name="GluePoint12Y" fmla="*/ 19833 h 19832"/>
              <a:gd name="GluePoint13X" fmla="*/ 181 w 11004"/>
              <a:gd name="GluePoint13Y" fmla="*/ 19833 h 19832"/>
              <a:gd name="GluePoint14X" fmla="*/ 181 w 11004"/>
              <a:gd name="GluePoint14Y" fmla="*/ 6681 h 19832"/>
            </a:gdLst>
            <a:ahLst/>
            <a:cxnLst/>
            <a:rect l="textAreaLeft" t="textAreaTop" r="textAreaRight" b="textAreaBottom"/>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880" rIns="90000" bIns="-11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85" name="任意多边形: 形状 62"/>
          <p:cNvSpPr>
            <a:spLocks noGrp="1"/>
          </p:cNvSpPr>
          <p:nvPr/>
        </p:nvSpPr>
        <p:spPr>
          <a:xfrm>
            <a:off x="10755720" y="6695640"/>
            <a:ext cx="29160" cy="33120"/>
          </a:xfrm>
          <a:custGeom>
            <a:avLst/>
            <a:gdLst>
              <a:gd name="textAreaLeft" fmla="*/ 0 w 29160"/>
              <a:gd name="textAreaRight" fmla="*/ 29520 w 29160"/>
              <a:gd name="textAreaTop" fmla="*/ 0 h 33120"/>
              <a:gd name="textAreaBottom" fmla="*/ 33480 h 33120"/>
              <a:gd name="GluePoint1X" fmla="*/ 4686 w 17807"/>
              <a:gd name="GluePoint1Y" fmla="*/ 8072 h 20225"/>
              <a:gd name="GluePoint2X" fmla="*/ 9161 w 17807"/>
              <a:gd name="GluePoint2Y" fmla="*/ 3356 h 20225"/>
              <a:gd name="GluePoint3X" fmla="*/ 13212 w 17807"/>
              <a:gd name="GluePoint3Y" fmla="*/ 8072 h 20225"/>
              <a:gd name="GluePoint4X" fmla="*/ 468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86" name="任意多边形: 形状 63"/>
          <p:cNvSpPr>
            <a:spLocks noGrp="1"/>
          </p:cNvSpPr>
          <p:nvPr/>
        </p:nvSpPr>
        <p:spPr>
          <a:xfrm>
            <a:off x="10803600" y="6683400"/>
            <a:ext cx="34200" cy="45720"/>
          </a:xfrm>
          <a:custGeom>
            <a:avLst/>
            <a:gdLst>
              <a:gd name="textAreaLeft" fmla="*/ 0 w 34200"/>
              <a:gd name="textAreaRight" fmla="*/ 34560 w 34200"/>
              <a:gd name="textAreaTop" fmla="*/ 0 h 45720"/>
              <a:gd name="textAreaBottom" fmla="*/ 46080 h 45720"/>
              <a:gd name="GluePoint1X" fmla="*/ 20649 w 20860"/>
              <a:gd name="GluePoint1Y" fmla="*/ 26454 h 27662"/>
              <a:gd name="GluePoint2X" fmla="*/ 13695 w 20860"/>
              <a:gd name="GluePoint2Y" fmla="*/ 27663 h 27662"/>
              <a:gd name="GluePoint3X" fmla="*/ 0 w 20860"/>
              <a:gd name="GluePoint3Y" fmla="*/ 14149 h 27662"/>
              <a:gd name="GluePoint4X" fmla="*/ 14361 w 20860"/>
              <a:gd name="GluePoint4Y" fmla="*/ 0 h 27662"/>
              <a:gd name="GluePoint5X" fmla="*/ 20861 w 20860"/>
              <a:gd name="GluePoint5Y" fmla="*/ 1179 h 27662"/>
              <a:gd name="GluePoint6X" fmla="*/ 19802 w 20860"/>
              <a:gd name="GluePoint6Y" fmla="*/ 5079 h 27662"/>
              <a:gd name="GluePoint7X" fmla="*/ 14572 w 20860"/>
              <a:gd name="GluePoint7Y" fmla="*/ 4021 h 27662"/>
              <a:gd name="GluePoint8X" fmla="*/ 5170 w 20860"/>
              <a:gd name="GluePoint8Y" fmla="*/ 13877 h 27662"/>
              <a:gd name="GluePoint9X" fmla="*/ 14512 w 20860"/>
              <a:gd name="GluePoint9Y" fmla="*/ 23521 h 27662"/>
              <a:gd name="GluePoint10X" fmla="*/ 19863 w 20860"/>
              <a:gd name="GluePoint10Y" fmla="*/ 22554 h 27662"/>
              <a:gd name="GluePoint11X" fmla="*/ 20679 w 20860"/>
              <a:gd name="GluePoint11Y" fmla="*/ 26423 h 27662"/>
            </a:gdLst>
            <a:ahLst/>
            <a:cxnLst/>
            <a:rect l="textAreaLeft" t="textAreaTop" r="textAreaRight" b="textAreaBottom"/>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87" name="任意多边形: 形状 64"/>
          <p:cNvSpPr>
            <a:spLocks noGrp="1"/>
          </p:cNvSpPr>
          <p:nvPr/>
        </p:nvSpPr>
        <p:spPr>
          <a:xfrm>
            <a:off x="10844640" y="6681600"/>
            <a:ext cx="28800" cy="46800"/>
          </a:xfrm>
          <a:custGeom>
            <a:avLst/>
            <a:gdLst>
              <a:gd name="textAreaLeft" fmla="*/ 0 w 28800"/>
              <a:gd name="textAreaRight" fmla="*/ 29160 w 28800"/>
              <a:gd name="textAreaTop" fmla="*/ 0 h 46800"/>
              <a:gd name="textAreaBottom" fmla="*/ 47160 h 46800"/>
              <a:gd name="GluePoint1X" fmla="*/ 0 w 17535"/>
              <a:gd name="GluePoint1Y" fmla="*/ 30 h 28297"/>
              <a:gd name="GluePoint2X" fmla="*/ 4898 w 17535"/>
              <a:gd name="GluePoint2Y" fmla="*/ 30 h 28297"/>
              <a:gd name="GluePoint3X" fmla="*/ 4898 w 17535"/>
              <a:gd name="GluePoint3Y" fmla="*/ 11549 h 28297"/>
              <a:gd name="GluePoint4X" fmla="*/ 4988 w 17535"/>
              <a:gd name="GluePoint4Y" fmla="*/ 11549 h 28297"/>
              <a:gd name="GluePoint5X" fmla="*/ 7407 w 17535"/>
              <a:gd name="GluePoint5Y" fmla="*/ 9342 h 28297"/>
              <a:gd name="GluePoint6X" fmla="*/ 10763 w 17535"/>
              <a:gd name="GluePoint6Y" fmla="*/ 8465 h 28297"/>
              <a:gd name="GluePoint7X" fmla="*/ 17535 w 17535"/>
              <a:gd name="GluePoint7Y" fmla="*/ 16870 h 28297"/>
              <a:gd name="GluePoint8X" fmla="*/ 17535 w 17535"/>
              <a:gd name="GluePoint8Y" fmla="*/ 28298 h 28297"/>
              <a:gd name="GluePoint9X" fmla="*/ 12637 w 17535"/>
              <a:gd name="GluePoint9Y" fmla="*/ 28298 h 28297"/>
              <a:gd name="GluePoint10X" fmla="*/ 12637 w 17535"/>
              <a:gd name="GluePoint10Y" fmla="*/ 17414 h 28297"/>
              <a:gd name="GluePoint11X" fmla="*/ 8919 w 17535"/>
              <a:gd name="GluePoint11Y" fmla="*/ 12456 h 28297"/>
              <a:gd name="GluePoint12X" fmla="*/ 5140 w 17535"/>
              <a:gd name="GluePoint12Y" fmla="*/ 15207 h 28297"/>
              <a:gd name="GluePoint13X" fmla="*/ 4928 w 17535"/>
              <a:gd name="GluePoint13Y" fmla="*/ 16688 h 28297"/>
              <a:gd name="GluePoint14X" fmla="*/ 4928 w 17535"/>
              <a:gd name="GluePoint14Y" fmla="*/ 28268 h 28297"/>
              <a:gd name="GluePoint15X" fmla="*/ 30 w 17535"/>
              <a:gd name="GluePoint15Y" fmla="*/ 28268 h 28297"/>
              <a:gd name="GluePoint16X" fmla="*/ 30 w 17535"/>
              <a:gd name="GluePoint16Y" fmla="*/ 0 h 28297"/>
            </a:gdLst>
            <a:ahLst/>
            <a:cxnLst/>
            <a:rect l="textAreaLeft" t="textAreaTop" r="textAreaRight" b="textAreaBottom"/>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160" rIns="90000" bIns="2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88" name="任意多边形: 形状 65"/>
          <p:cNvSpPr>
            <a:spLocks noGrp="1"/>
          </p:cNvSpPr>
          <p:nvPr/>
        </p:nvSpPr>
        <p:spPr>
          <a:xfrm>
            <a:off x="1088172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89" name="任意多边形: 形状 66"/>
          <p:cNvSpPr>
            <a:spLocks noGrp="1"/>
          </p:cNvSpPr>
          <p:nvPr/>
        </p:nvSpPr>
        <p:spPr>
          <a:xfrm>
            <a:off x="108990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109 w 17716"/>
              <a:gd name="GluePoint13Y" fmla="*/ 8405 h 19802"/>
              <a:gd name="GluePoint14X" fmla="*/ 5109 w 17716"/>
              <a:gd name="GluePoint14Y" fmla="*/ 19802 h 19802"/>
              <a:gd name="GluePoint15X" fmla="*/ 212 w 17716"/>
              <a:gd name="GluePoint15Y" fmla="*/ 19802 h 19802"/>
              <a:gd name="GluePoint16X" fmla="*/ 212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90" name="任意多边形: 形状 67"/>
          <p:cNvSpPr>
            <a:spLocks noGrp="1"/>
          </p:cNvSpPr>
          <p:nvPr/>
        </p:nvSpPr>
        <p:spPr>
          <a:xfrm>
            <a:off x="109350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61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91" name="任意多边形: 形状 68"/>
          <p:cNvSpPr>
            <a:spLocks noGrp="1"/>
          </p:cNvSpPr>
          <p:nvPr/>
        </p:nvSpPr>
        <p:spPr>
          <a:xfrm>
            <a:off x="10969200" y="6695640"/>
            <a:ext cx="22680" cy="33120"/>
          </a:xfrm>
          <a:custGeom>
            <a:avLst/>
            <a:gdLst>
              <a:gd name="textAreaLeft" fmla="*/ 0 w 22680"/>
              <a:gd name="textAreaRight" fmla="*/ 23040 w 22680"/>
              <a:gd name="textAreaTop" fmla="*/ 0 h 33120"/>
              <a:gd name="textAreaBottom" fmla="*/ 33480 h 33120"/>
              <a:gd name="GluePoint1X" fmla="*/ 998 w 13755"/>
              <a:gd name="GluePoint1Y" fmla="*/ 15298 h 20225"/>
              <a:gd name="GluePoint2X" fmla="*/ 5926 w 13755"/>
              <a:gd name="GluePoint2Y" fmla="*/ 16719 h 20225"/>
              <a:gd name="GluePoint3X" fmla="*/ 9040 w 13755"/>
              <a:gd name="GluePoint3Y" fmla="*/ 14542 h 20225"/>
              <a:gd name="GluePoint4X" fmla="*/ 5865 w 13755"/>
              <a:gd name="GluePoint4Y" fmla="*/ 11700 h 20225"/>
              <a:gd name="GluePoint5X" fmla="*/ 514 w 13755"/>
              <a:gd name="GluePoint5Y" fmla="*/ 6047 h 20225"/>
              <a:gd name="GluePoint6X" fmla="*/ 7860 w 13755"/>
              <a:gd name="GluePoint6Y" fmla="*/ 0 h 20225"/>
              <a:gd name="GluePoint7X" fmla="*/ 13000 w 13755"/>
              <a:gd name="GluePoint7Y" fmla="*/ 1149 h 20225"/>
              <a:gd name="GluePoint8X" fmla="*/ 12033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92" name="任意多边形: 形状 69"/>
          <p:cNvSpPr>
            <a:spLocks noGrp="1"/>
          </p:cNvSpPr>
          <p:nvPr/>
        </p:nvSpPr>
        <p:spPr>
          <a:xfrm>
            <a:off x="1099692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93" name="任意多边形: 形状 70"/>
          <p:cNvSpPr>
            <a:spLocks noGrp="1"/>
          </p:cNvSpPr>
          <p:nvPr/>
        </p:nvSpPr>
        <p:spPr>
          <a:xfrm>
            <a:off x="11043720" y="6684120"/>
            <a:ext cx="38880" cy="44280"/>
          </a:xfrm>
          <a:custGeom>
            <a:avLst/>
            <a:gdLst>
              <a:gd name="textAreaLeft" fmla="*/ 0 w 38880"/>
              <a:gd name="textAreaRight" fmla="*/ 39240 w 38880"/>
              <a:gd name="textAreaTop" fmla="*/ 0 h 44280"/>
              <a:gd name="textAreaBottom" fmla="*/ 44640 h 44280"/>
              <a:gd name="GluePoint1X" fmla="*/ 8163 w 23551"/>
              <a:gd name="GluePoint1Y" fmla="*/ 15509 h 26816"/>
              <a:gd name="GluePoint2X" fmla="*/ 10249 w 23551"/>
              <a:gd name="GluePoint2Y" fmla="*/ 8888 h 26816"/>
              <a:gd name="GluePoint3X" fmla="*/ 11519 w 23551"/>
              <a:gd name="GluePoint3Y" fmla="*/ 3870 h 26816"/>
              <a:gd name="GluePoint4X" fmla="*/ 11609 w 23551"/>
              <a:gd name="GluePoint4Y" fmla="*/ 3870 h 26816"/>
              <a:gd name="GluePoint5X" fmla="*/ 12970 w 23551"/>
              <a:gd name="GluePoint5Y" fmla="*/ 8919 h 26816"/>
              <a:gd name="GluePoint6X" fmla="*/ 15086 w 23551"/>
              <a:gd name="GluePoint6Y" fmla="*/ 15509 h 26816"/>
              <a:gd name="GluePoint7X" fmla="*/ 8163 w 23551"/>
              <a:gd name="GluePoint7Y" fmla="*/ 15509 h 26816"/>
              <a:gd name="GluePoint8X" fmla="*/ 15872 w 23551"/>
              <a:gd name="GluePoint8Y" fmla="*/ 19228 h 26816"/>
              <a:gd name="GluePoint9X" fmla="*/ 18291 w 23551"/>
              <a:gd name="GluePoint9Y" fmla="*/ 26816 h 26816"/>
              <a:gd name="GluePoint10X" fmla="*/ 23551 w 23551"/>
              <a:gd name="GluePoint10Y" fmla="*/ 26816 h 26816"/>
              <a:gd name="GluePoint11X" fmla="*/ 14844 w 23551"/>
              <a:gd name="GluePoint11Y" fmla="*/ 0 h 26816"/>
              <a:gd name="GluePoint12X" fmla="*/ 8616 w 23551"/>
              <a:gd name="GluePoint12Y" fmla="*/ 0 h 26816"/>
              <a:gd name="GluePoint13X" fmla="*/ 0 w 23551"/>
              <a:gd name="GluePoint13Y" fmla="*/ 26816 h 26816"/>
              <a:gd name="GluePoint14X" fmla="*/ 5079 w 23551"/>
              <a:gd name="GluePoint14Y" fmla="*/ 26816 h 26816"/>
              <a:gd name="GluePoint15X" fmla="*/ 7377 w 23551"/>
              <a:gd name="GluePoint15Y" fmla="*/ 19228 h 26816"/>
              <a:gd name="GluePoint16X" fmla="*/ 15902 w 23551"/>
              <a:gd name="GluePoint16Y" fmla="*/ 19228 h 26816"/>
            </a:gdLst>
            <a:ahLst/>
            <a:cxnLst/>
            <a:rect l="textAreaLeft" t="textAreaTop" r="textAreaRight" b="textAreaBottom"/>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94" name="任意多边形: 形状 71"/>
          <p:cNvSpPr>
            <a:spLocks noGrp="1"/>
          </p:cNvSpPr>
          <p:nvPr/>
        </p:nvSpPr>
        <p:spPr>
          <a:xfrm>
            <a:off x="1108584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884 w 15479"/>
              <a:gd name="GluePoint7Y" fmla="*/ 3809 h 20225"/>
              <a:gd name="GluePoint8X" fmla="*/ 4958 w 15479"/>
              <a:gd name="GluePoint8Y" fmla="*/ 10098 h 20225"/>
              <a:gd name="GluePoint9X" fmla="*/ 1091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95" name="任意多边形: 形状 72"/>
          <p:cNvSpPr>
            <a:spLocks noGrp="1"/>
          </p:cNvSpPr>
          <p:nvPr/>
        </p:nvSpPr>
        <p:spPr>
          <a:xfrm>
            <a:off x="1111536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58 w 16688"/>
              <a:gd name="GluePoint2Y" fmla="*/ 14058 h 20255"/>
              <a:gd name="GluePoint3X" fmla="*/ 7619 w 16688"/>
              <a:gd name="GluePoint3Y" fmla="*/ 16719 h 20255"/>
              <a:gd name="GluePoint4X" fmla="*/ 4807 w 16688"/>
              <a:gd name="GluePoint4Y" fmla="*/ 13937 h 20255"/>
              <a:gd name="GluePoint5X" fmla="*/ 11579 w 16688"/>
              <a:gd name="GluePoint5Y" fmla="*/ 10309 h 20255"/>
              <a:gd name="GluePoint6X" fmla="*/ 1157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96" name="任意多边形: 形状 73"/>
          <p:cNvSpPr>
            <a:spLocks noGrp="1"/>
          </p:cNvSpPr>
          <p:nvPr/>
        </p:nvSpPr>
        <p:spPr>
          <a:xfrm>
            <a:off x="11149200" y="6681600"/>
            <a:ext cx="31680" cy="47520"/>
          </a:xfrm>
          <a:custGeom>
            <a:avLst/>
            <a:gdLst>
              <a:gd name="textAreaLeft" fmla="*/ 0 w 31680"/>
              <a:gd name="textAreaRight" fmla="*/ 32040 w 31680"/>
              <a:gd name="textAreaTop" fmla="*/ 0 h 47520"/>
              <a:gd name="textAreaBottom" fmla="*/ 47880 h 47520"/>
              <a:gd name="GluePoint1X" fmla="*/ 14179 w 19228"/>
              <a:gd name="GluePoint1Y" fmla="*/ 19863 h 28690"/>
              <a:gd name="GluePoint2X" fmla="*/ 14028 w 19228"/>
              <a:gd name="GluePoint2Y" fmla="*/ 21284 h 28690"/>
              <a:gd name="GluePoint3X" fmla="*/ 9796 w 19228"/>
              <a:gd name="GluePoint3Y" fmla="*/ 24761 h 28690"/>
              <a:gd name="GluePoint4X" fmla="*/ 4958 w 19228"/>
              <a:gd name="GluePoint4Y" fmla="*/ 18593 h 28690"/>
              <a:gd name="GluePoint5X" fmla="*/ 9856 w 19228"/>
              <a:gd name="GluePoint5Y" fmla="*/ 12214 h 28690"/>
              <a:gd name="GluePoint6X" fmla="*/ 14058 w 19228"/>
              <a:gd name="GluePoint6Y" fmla="*/ 15661 h 28690"/>
              <a:gd name="GluePoint7X" fmla="*/ 14179 w 19228"/>
              <a:gd name="GluePoint7Y" fmla="*/ 16930 h 28690"/>
              <a:gd name="GluePoint8X" fmla="*/ 14179 w 19228"/>
              <a:gd name="GluePoint8Y" fmla="*/ 19833 h 28690"/>
              <a:gd name="GluePoint9X" fmla="*/ 14179 w 19228"/>
              <a:gd name="GluePoint9Y" fmla="*/ 0 h 28690"/>
              <a:gd name="GluePoint10X" fmla="*/ 14179 w 19228"/>
              <a:gd name="GluePoint10Y" fmla="*/ 10974 h 28690"/>
              <a:gd name="GluePoint11X" fmla="*/ 14089 w 19228"/>
              <a:gd name="GluePoint11Y" fmla="*/ 10974 h 28690"/>
              <a:gd name="GluePoint12X" fmla="*/ 8677 w 19228"/>
              <a:gd name="GluePoint12Y" fmla="*/ 8465 h 28690"/>
              <a:gd name="GluePoint13X" fmla="*/ 0 w 19228"/>
              <a:gd name="GluePoint13Y" fmla="*/ 18805 h 28690"/>
              <a:gd name="GluePoint14X" fmla="*/ 8284 w 19228"/>
              <a:gd name="GluePoint14Y" fmla="*/ 28691 h 28690"/>
              <a:gd name="GluePoint15X" fmla="*/ 14572 w 19228"/>
              <a:gd name="GluePoint15Y" fmla="*/ 25184 h 28690"/>
              <a:gd name="GluePoint16X" fmla="*/ 14663 w 19228"/>
              <a:gd name="GluePoint16Y" fmla="*/ 25184 h 28690"/>
              <a:gd name="GluePoint17X" fmla="*/ 14875 w 19228"/>
              <a:gd name="GluePoint17Y" fmla="*/ 28268 h 28690"/>
              <a:gd name="GluePoint18X" fmla="*/ 19228 w 19228"/>
              <a:gd name="GluePoint18Y" fmla="*/ 28268 h 28690"/>
              <a:gd name="GluePoint19X" fmla="*/ 19077 w 19228"/>
              <a:gd name="GluePoint19Y" fmla="*/ 22826 h 28690"/>
              <a:gd name="GluePoint20X" fmla="*/ 19077 w 19228"/>
              <a:gd name="GluePoint20Y" fmla="*/ 0 h 28690"/>
              <a:gd name="GluePoint21X" fmla="*/ 14179 w 19228"/>
              <a:gd name="GluePoint21Y" fmla="*/ 0 h 28690"/>
            </a:gdLst>
            <a:ahLst/>
            <a:cxnLst/>
            <a:rect l="textAreaLeft" t="textAreaTop" r="textAreaRight" b="textAreaBottom"/>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97" name="任意多边形: 形状 74"/>
          <p:cNvSpPr>
            <a:spLocks noGrp="1"/>
          </p:cNvSpPr>
          <p:nvPr/>
        </p:nvSpPr>
        <p:spPr>
          <a:xfrm>
            <a:off x="11187720" y="6695640"/>
            <a:ext cx="29160" cy="33120"/>
          </a:xfrm>
          <a:custGeom>
            <a:avLst/>
            <a:gdLst>
              <a:gd name="textAreaLeft" fmla="*/ 0 w 29160"/>
              <a:gd name="textAreaRight" fmla="*/ 29520 w 29160"/>
              <a:gd name="textAreaTop" fmla="*/ 0 h 33120"/>
              <a:gd name="textAreaBottom" fmla="*/ 33480 h 33120"/>
              <a:gd name="GluePoint1X" fmla="*/ 4686 w 17837"/>
              <a:gd name="GluePoint1Y" fmla="*/ 8072 h 20225"/>
              <a:gd name="GluePoint2X" fmla="*/ 9161 w 17837"/>
              <a:gd name="GluePoint2Y" fmla="*/ 3356 h 20225"/>
              <a:gd name="GluePoint3X" fmla="*/ 13212 w 17837"/>
              <a:gd name="GluePoint3Y" fmla="*/ 8072 h 20225"/>
              <a:gd name="GluePoint4X" fmla="*/ 4686 w 17837"/>
              <a:gd name="GluePoint4Y" fmla="*/ 8072 h 20225"/>
              <a:gd name="GluePoint5X" fmla="*/ 17656 w 17837"/>
              <a:gd name="GluePoint5Y" fmla="*/ 11488 h 20225"/>
              <a:gd name="GluePoint6X" fmla="*/ 17837 w 17837"/>
              <a:gd name="GluePoint6Y" fmla="*/ 9433 h 20225"/>
              <a:gd name="GluePoint7X" fmla="*/ 9493 w 17837"/>
              <a:gd name="GluePoint7Y" fmla="*/ 0 h 20225"/>
              <a:gd name="GluePoint8X" fmla="*/ 0 w 17837"/>
              <a:gd name="GluePoint8Y" fmla="*/ 10400 h 20225"/>
              <a:gd name="GluePoint9X" fmla="*/ 9977 w 17837"/>
              <a:gd name="GluePoint9Y" fmla="*/ 20226 h 20225"/>
              <a:gd name="GluePoint10X" fmla="*/ 16749 w 17837"/>
              <a:gd name="GluePoint10Y" fmla="*/ 18986 h 20225"/>
              <a:gd name="GluePoint11X" fmla="*/ 16023 w 17837"/>
              <a:gd name="GluePoint11Y" fmla="*/ 15600 h 20225"/>
              <a:gd name="GluePoint12X" fmla="*/ 10672 w 17837"/>
              <a:gd name="GluePoint12Y" fmla="*/ 16507 h 20225"/>
              <a:gd name="GluePoint13X" fmla="*/ 4686 w 17837"/>
              <a:gd name="GluePoint13Y" fmla="*/ 11458 h 20225"/>
              <a:gd name="GluePoint14X" fmla="*/ 17656 w 17837"/>
              <a:gd name="GluePoint14Y" fmla="*/ 11458 h 20225"/>
            </a:gdLst>
            <a:ahLst/>
            <a:cxnLst/>
            <a:rect l="textAreaLeft" t="textAreaTop" r="textAreaRight" b="textAreaBottom"/>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98" name="任意多边形: 形状 75"/>
          <p:cNvSpPr>
            <a:spLocks noGrp="1"/>
          </p:cNvSpPr>
          <p:nvPr/>
        </p:nvSpPr>
        <p:spPr>
          <a:xfrm>
            <a:off x="11223720" y="6695640"/>
            <a:ext cx="47520" cy="32400"/>
          </a:xfrm>
          <a:custGeom>
            <a:avLst/>
            <a:gdLst>
              <a:gd name="textAreaLeft" fmla="*/ 0 w 47520"/>
              <a:gd name="textAreaRight" fmla="*/ 47880 w 47520"/>
              <a:gd name="textAreaTop" fmla="*/ 0 h 32400"/>
              <a:gd name="textAreaBottom" fmla="*/ 32760 h 32400"/>
              <a:gd name="GluePoint1X" fmla="*/ 151 w 28721"/>
              <a:gd name="GluePoint1Y" fmla="*/ 6258 h 19802"/>
              <a:gd name="GluePoint2X" fmla="*/ 0 w 28721"/>
              <a:gd name="GluePoint2Y" fmla="*/ 484 h 19802"/>
              <a:gd name="GluePoint3X" fmla="*/ 4172 w 28721"/>
              <a:gd name="GluePoint3Y" fmla="*/ 484 h 19802"/>
              <a:gd name="GluePoint4X" fmla="*/ 4384 w 28721"/>
              <a:gd name="GluePoint4Y" fmla="*/ 3326 h 19802"/>
              <a:gd name="GluePoint5X" fmla="*/ 4505 w 28721"/>
              <a:gd name="GluePoint5Y" fmla="*/ 3326 h 19802"/>
              <a:gd name="GluePoint6X" fmla="*/ 10461 w 28721"/>
              <a:gd name="GluePoint6Y" fmla="*/ 30 h 19802"/>
              <a:gd name="GluePoint7X" fmla="*/ 15842 w 28721"/>
              <a:gd name="GluePoint7Y" fmla="*/ 3598 h 19802"/>
              <a:gd name="GluePoint8X" fmla="*/ 15933 w 28721"/>
              <a:gd name="GluePoint8Y" fmla="*/ 3598 h 19802"/>
              <a:gd name="GluePoint9X" fmla="*/ 18321 w 28721"/>
              <a:gd name="GluePoint9Y" fmla="*/ 1149 h 19802"/>
              <a:gd name="GluePoint10X" fmla="*/ 22251 w 28721"/>
              <a:gd name="GluePoint10Y" fmla="*/ 0 h 19802"/>
              <a:gd name="GluePoint11X" fmla="*/ 28721 w 28721"/>
              <a:gd name="GluePoint11Y" fmla="*/ 8405 h 19802"/>
              <a:gd name="GluePoint12X" fmla="*/ 28721 w 28721"/>
              <a:gd name="GluePoint12Y" fmla="*/ 19802 h 19802"/>
              <a:gd name="GluePoint13X" fmla="*/ 23944 w 28721"/>
              <a:gd name="GluePoint13Y" fmla="*/ 19802 h 19802"/>
              <a:gd name="GluePoint14X" fmla="*/ 23944 w 28721"/>
              <a:gd name="GluePoint14Y" fmla="*/ 9070 h 19802"/>
              <a:gd name="GluePoint15X" fmla="*/ 20498 w 28721"/>
              <a:gd name="GluePoint15Y" fmla="*/ 3960 h 19802"/>
              <a:gd name="GluePoint16X" fmla="*/ 17112 w 28721"/>
              <a:gd name="GluePoint16Y" fmla="*/ 6530 h 19802"/>
              <a:gd name="GluePoint17X" fmla="*/ 16870 w 28721"/>
              <a:gd name="GluePoint17Y" fmla="*/ 8163 h 19802"/>
              <a:gd name="GluePoint18X" fmla="*/ 16870 w 28721"/>
              <a:gd name="GluePoint18Y" fmla="*/ 19802 h 19802"/>
              <a:gd name="GluePoint19X" fmla="*/ 12093 w 28721"/>
              <a:gd name="GluePoint19Y" fmla="*/ 19802 h 19802"/>
              <a:gd name="GluePoint20X" fmla="*/ 12093 w 28721"/>
              <a:gd name="GluePoint20Y" fmla="*/ 8586 h 19802"/>
              <a:gd name="GluePoint21X" fmla="*/ 8767 w 28721"/>
              <a:gd name="GluePoint21Y" fmla="*/ 3960 h 19802"/>
              <a:gd name="GluePoint22X" fmla="*/ 5230 w 28721"/>
              <a:gd name="GluePoint22Y" fmla="*/ 6742 h 19802"/>
              <a:gd name="GluePoint23X" fmla="*/ 4988 w 28721"/>
              <a:gd name="GluePoint23Y" fmla="*/ 8344 h 19802"/>
              <a:gd name="GluePoint24X" fmla="*/ 4988 w 28721"/>
              <a:gd name="GluePoint24Y" fmla="*/ 19802 h 19802"/>
              <a:gd name="GluePoint25X" fmla="*/ 212 w 28721"/>
              <a:gd name="GluePoint25Y" fmla="*/ 19802 h 19802"/>
              <a:gd name="GluePoint26X" fmla="*/ 212 w 28721"/>
              <a:gd name="GluePoint26Y" fmla="*/ 6198 h 19802"/>
            </a:gdLst>
            <a:ahLst/>
            <a:cxnLst/>
            <a:rect l="textAreaLeft" t="textAreaTop" r="textAreaRight" b="textAreaBottom"/>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499" name="任意多边形: 形状 76"/>
          <p:cNvSpPr>
            <a:spLocks noGrp="1"/>
          </p:cNvSpPr>
          <p:nvPr/>
        </p:nvSpPr>
        <p:spPr>
          <a:xfrm>
            <a:off x="11275200" y="6696360"/>
            <a:ext cx="32040" cy="46440"/>
          </a:xfrm>
          <a:custGeom>
            <a:avLst/>
            <a:gdLst>
              <a:gd name="textAreaLeft" fmla="*/ 0 w 32040"/>
              <a:gd name="textAreaRight" fmla="*/ 32400 w 32040"/>
              <a:gd name="textAreaTop" fmla="*/ 0 h 46440"/>
              <a:gd name="textAreaBottom" fmla="*/ 46800 h 46440"/>
              <a:gd name="GluePoint1X" fmla="*/ 5381 w 19379"/>
              <a:gd name="GluePoint1Y" fmla="*/ 30 h 28146"/>
              <a:gd name="GluePoint2X" fmla="*/ 8858 w 19379"/>
              <a:gd name="GluePoint2Y" fmla="*/ 10400 h 28146"/>
              <a:gd name="GluePoint3X" fmla="*/ 9947 w 19379"/>
              <a:gd name="GluePoint3Y" fmla="*/ 14149 h 28146"/>
              <a:gd name="GluePoint4X" fmla="*/ 10068 w 19379"/>
              <a:gd name="GluePoint4Y" fmla="*/ 14149 h 28146"/>
              <a:gd name="GluePoint5X" fmla="*/ 11095 w 19379"/>
              <a:gd name="GluePoint5Y" fmla="*/ 10340 h 28146"/>
              <a:gd name="GluePoint6X" fmla="*/ 14149 w 19379"/>
              <a:gd name="GluePoint6Y" fmla="*/ 0 h 28146"/>
              <a:gd name="GluePoint7X" fmla="*/ 19379 w 19379"/>
              <a:gd name="GluePoint7Y" fmla="*/ 0 h 28146"/>
              <a:gd name="GluePoint8X" fmla="*/ 14542 w 19379"/>
              <a:gd name="GluePoint8Y" fmla="*/ 13212 h 28146"/>
              <a:gd name="GluePoint9X" fmla="*/ 7800 w 19379"/>
              <a:gd name="GluePoint9Y" fmla="*/ 25668 h 28146"/>
              <a:gd name="GluePoint10X" fmla="*/ 2660 w 19379"/>
              <a:gd name="GluePoint10Y" fmla="*/ 28147 h 28146"/>
              <a:gd name="GluePoint11X" fmla="*/ 1542 w 19379"/>
              <a:gd name="GluePoint11Y" fmla="*/ 24035 h 28146"/>
              <a:gd name="GluePoint12X" fmla="*/ 4384 w 19379"/>
              <a:gd name="GluePoint12Y" fmla="*/ 22705 h 28146"/>
              <a:gd name="GluePoint13X" fmla="*/ 7074 w 19379"/>
              <a:gd name="GluePoint13Y" fmla="*/ 19621 h 28146"/>
              <a:gd name="GluePoint14X" fmla="*/ 7377 w 19379"/>
              <a:gd name="GluePoint14Y" fmla="*/ 18775 h 28146"/>
              <a:gd name="GluePoint15X" fmla="*/ 7105 w 19379"/>
              <a:gd name="GluePoint15Y" fmla="*/ 17807 h 28146"/>
              <a:gd name="GluePoint16X" fmla="*/ 0 w 19379"/>
              <a:gd name="GluePoint16Y" fmla="*/ 30 h 28146"/>
              <a:gd name="GluePoint17X" fmla="*/ 5412 w 19379"/>
              <a:gd name="GluePoint17Y" fmla="*/ 30 h 28146"/>
            </a:gdLst>
            <a:ahLst/>
            <a:cxnLst/>
            <a:rect l="textAreaLeft" t="textAreaTop" r="textAreaRight" b="textAreaBottom"/>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500" name="任意多边形: 形状 77"/>
          <p:cNvSpPr>
            <a:spLocks noGrp="1"/>
          </p:cNvSpPr>
          <p:nvPr/>
        </p:nvSpPr>
        <p:spPr>
          <a:xfrm>
            <a:off x="1132380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501" name="任意多边形: 形状 78"/>
          <p:cNvSpPr>
            <a:spLocks noGrp="1"/>
          </p:cNvSpPr>
          <p:nvPr/>
        </p:nvSpPr>
        <p:spPr>
          <a:xfrm>
            <a:off x="1135944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502" name="任意多边形: 形状 79"/>
          <p:cNvSpPr>
            <a:spLocks noGrp="1"/>
          </p:cNvSpPr>
          <p:nvPr/>
        </p:nvSpPr>
        <p:spPr>
          <a:xfrm>
            <a:off x="1139616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326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503" name="任意多边形: 形状 80"/>
          <p:cNvSpPr>
            <a:spLocks noGrp="1"/>
          </p:cNvSpPr>
          <p:nvPr/>
        </p:nvSpPr>
        <p:spPr>
          <a:xfrm>
            <a:off x="1143000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914 w 15479"/>
              <a:gd name="GluePoint7Y" fmla="*/ 3809 h 20225"/>
              <a:gd name="GluePoint8X" fmla="*/ 4988 w 15479"/>
              <a:gd name="GluePoint8Y" fmla="*/ 10098 h 20225"/>
              <a:gd name="GluePoint9X" fmla="*/ 1094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504" name="任意多边形: 形状 81"/>
          <p:cNvSpPr>
            <a:spLocks noGrp="1"/>
          </p:cNvSpPr>
          <p:nvPr/>
        </p:nvSpPr>
        <p:spPr>
          <a:xfrm>
            <a:off x="11461320" y="6682320"/>
            <a:ext cx="9360" cy="46080"/>
          </a:xfrm>
          <a:custGeom>
            <a:avLst/>
            <a:gdLst>
              <a:gd name="textAreaLeft" fmla="*/ 0 w 9360"/>
              <a:gd name="textAreaRight" fmla="*/ 9720 w 9360"/>
              <a:gd name="textAreaTop" fmla="*/ 0 h 46080"/>
              <a:gd name="textAreaBottom" fmla="*/ 46440 h 46080"/>
              <a:gd name="GluePoint1X" fmla="*/ 454 w 5774"/>
              <a:gd name="GluePoint1Y" fmla="*/ 27935 h 27935"/>
              <a:gd name="GluePoint2X" fmla="*/ 454 w 5774"/>
              <a:gd name="GluePoint2Y" fmla="*/ 8556 h 27935"/>
              <a:gd name="GluePoint3X" fmla="*/ 5351 w 5774"/>
              <a:gd name="GluePoint3Y" fmla="*/ 8556 h 27935"/>
              <a:gd name="GluePoint4X" fmla="*/ 5351 w 5774"/>
              <a:gd name="GluePoint4Y" fmla="*/ 27935 h 27935"/>
              <a:gd name="GluePoint5X" fmla="*/ 454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12 w 5774"/>
              <a:gd name="GluePoint11Y" fmla="*/ 5593 h 27935"/>
            </a:gdLst>
            <a:ahLst/>
            <a:cxnLst/>
            <a:rect l="textAreaLeft" t="textAreaTop" r="textAreaRight" b="textAreaBottom"/>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505" name="任意多边形: 形状 82"/>
          <p:cNvSpPr>
            <a:spLocks noGrp="1"/>
          </p:cNvSpPr>
          <p:nvPr/>
        </p:nvSpPr>
        <p:spPr>
          <a:xfrm>
            <a:off x="114768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506" name="任意多边形: 形状 83"/>
          <p:cNvSpPr>
            <a:spLocks noGrp="1"/>
          </p:cNvSpPr>
          <p:nvPr/>
        </p:nvSpPr>
        <p:spPr>
          <a:xfrm>
            <a:off x="115128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507" name="任意多边形: 形状 84"/>
          <p:cNvSpPr>
            <a:spLocks noGrp="1"/>
          </p:cNvSpPr>
          <p:nvPr/>
        </p:nvSpPr>
        <p:spPr>
          <a:xfrm>
            <a:off x="11548800" y="6695640"/>
            <a:ext cx="25560" cy="33120"/>
          </a:xfrm>
          <a:custGeom>
            <a:avLst/>
            <a:gdLst>
              <a:gd name="textAreaLeft" fmla="*/ 0 w 25560"/>
              <a:gd name="textAreaRight" fmla="*/ 25920 w 25560"/>
              <a:gd name="textAreaTop" fmla="*/ 0 h 33120"/>
              <a:gd name="textAreaBottom" fmla="*/ 33480 h 33120"/>
              <a:gd name="GluePoint1X" fmla="*/ 15449 w 15509"/>
              <a:gd name="GluePoint1Y" fmla="*/ 19228 h 20225"/>
              <a:gd name="GluePoint2X" fmla="*/ 9977 w 15509"/>
              <a:gd name="GluePoint2Y" fmla="*/ 20226 h 20225"/>
              <a:gd name="GluePoint3X" fmla="*/ 0 w 15509"/>
              <a:gd name="GluePoint3Y" fmla="*/ 10309 h 20225"/>
              <a:gd name="GluePoint4X" fmla="*/ 10763 w 15509"/>
              <a:gd name="GluePoint4Y" fmla="*/ 0 h 20225"/>
              <a:gd name="GluePoint5X" fmla="*/ 15509 w 15509"/>
              <a:gd name="GluePoint5Y" fmla="*/ 877 h 20225"/>
              <a:gd name="GluePoint6X" fmla="*/ 14633 w 15509"/>
              <a:gd name="GluePoint6Y" fmla="*/ 4565 h 20225"/>
              <a:gd name="GluePoint7X" fmla="*/ 10944 w 15509"/>
              <a:gd name="GluePoint7Y" fmla="*/ 3809 h 20225"/>
              <a:gd name="GluePoint8X" fmla="*/ 5019 w 15509"/>
              <a:gd name="GluePoint8Y" fmla="*/ 10098 h 20225"/>
              <a:gd name="GluePoint9X" fmla="*/ 10975 w 15509"/>
              <a:gd name="GluePoint9Y" fmla="*/ 16356 h 20225"/>
              <a:gd name="GluePoint10X" fmla="*/ 14814 w 15509"/>
              <a:gd name="GluePoint10Y" fmla="*/ 15600 h 20225"/>
              <a:gd name="GluePoint11X" fmla="*/ 15479 w 15509"/>
              <a:gd name="GluePoint11Y" fmla="*/ 19228 h 20225"/>
            </a:gdLst>
            <a:ahLst/>
            <a:cxnLst/>
            <a:rect l="textAreaLeft" t="textAreaTop" r="textAreaRight" b="textAreaBottom"/>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508" name="任意多边形: 形状 85"/>
          <p:cNvSpPr>
            <a:spLocks noGrp="1"/>
          </p:cNvSpPr>
          <p:nvPr/>
        </p:nvSpPr>
        <p:spPr>
          <a:xfrm>
            <a:off x="1157796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2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509" name="任意多边形: 形状 86"/>
          <p:cNvSpPr>
            <a:spLocks noGrp="1"/>
          </p:cNvSpPr>
          <p:nvPr/>
        </p:nvSpPr>
        <p:spPr>
          <a:xfrm>
            <a:off x="11612160" y="6695640"/>
            <a:ext cx="22680" cy="33120"/>
          </a:xfrm>
          <a:custGeom>
            <a:avLst/>
            <a:gdLst>
              <a:gd name="textAreaLeft" fmla="*/ 0 w 22680"/>
              <a:gd name="textAreaRight" fmla="*/ 23040 w 22680"/>
              <a:gd name="textAreaTop" fmla="*/ 0 h 33120"/>
              <a:gd name="textAreaBottom" fmla="*/ 33480 h 33120"/>
              <a:gd name="GluePoint1X" fmla="*/ 93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511" name="任意多边形: 形状 13"/>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512" name="任意多边形: 形状 94"/>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513" name="任意多边形: 形状 122"/>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514" name="任意多边形: 形状 123"/>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515" name="任意多边形: 形状 124"/>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517" name="任意多边形: 形状 126"/>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518" name="任意多边形: 形状 127"/>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519" name="任意多边形: 形状 128"/>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520" name="任意多边形: 形状 129"/>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521" name="任意多边形: 形状 130"/>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522" name="任意多边形: 形状 132"/>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523" name="PlaceHolder 2"/>
          <p:cNvSpPr>
            <a:spLocks noGrp="1"/>
          </p:cNvSpPr>
          <p:nvPr>
            <p:ph type="body" idx="10" hasCustomPrompt="1"/>
          </p:nvPr>
        </p:nvSpPr>
        <p:spPr>
          <a:xfrm>
            <a:off x="3813840" y="1921680"/>
            <a:ext cx="1210320" cy="366120"/>
          </a:xfrm>
          <a:prstGeom prst="rect">
            <a:avLst/>
          </a:prstGeom>
          <a:noFill/>
          <a:ln w="0">
            <a:noFill/>
          </a:ln>
        </p:spPr>
        <p:txBody>
          <a:bodyPr lIns="91440" tIns="45720" rIns="91440" bIns="45720" anchor="t">
            <a:spAutoFit/>
          </a:bodyPr>
          <a:lstStyle>
            <a:lvl1pPr indent="-228600" algn="ctr" defTabSz="914400">
              <a:lnSpc>
                <a:spcPct val="90000"/>
              </a:lnSpc>
              <a:spcBef>
                <a:spcPts val="1000"/>
              </a:spcBef>
              <a:buNone/>
              <a:tabLst>
                <a:tab pos="0" algn="l"/>
              </a:tabLst>
              <a:defRPr sz="2000" b="1" u="none">
                <a:solidFill>
                  <a:schemeClr val="accent1"/>
                </a:solidFill>
                <a:latin typeface="微软雅黑"/>
                <a:ea typeface="微软雅黑"/>
                <a:cs typeface="微软雅黑"/>
              </a:defRPr>
            </a:lvl1pPr>
          </a:lstStyle>
          <a:p>
            <a:pPr indent="0" algn="ctr" defTabSz="914400">
              <a:lnSpc>
                <a:spcPct val="90000"/>
              </a:lnSpc>
              <a:spcBef>
                <a:spcPts val="1000"/>
              </a:spcBef>
              <a:buNone/>
              <a:tabLst>
                <a:tab pos="0" algn="l"/>
              </a:tabLst>
            </a:pPr>
            <a:r>
              <a:rPr sz="2000" b="1" u="none">
                <a:solidFill>
                  <a:schemeClr val="accent1"/>
                </a:solidFill>
                <a:latin typeface="微软雅黑"/>
                <a:ea typeface="微软雅黑"/>
                <a:cs typeface="微软雅黑"/>
              </a:rPr>
              <a:t>输入标题</a:t>
            </a:r>
            <a:endParaRPr sz="2000" b="0" u="none">
              <a:solidFill>
                <a:srgbClr val="000000"/>
              </a:solidFill>
              <a:latin typeface="Arial" panose="020B0604020202090204"/>
              <a:ea typeface="Arial" panose="020B0604020202090204"/>
              <a:cs typeface="Arial" panose="020B0604020202090204"/>
            </a:endParaRPr>
          </a:p>
        </p:txBody>
      </p:sp>
      <p:sp>
        <p:nvSpPr>
          <p:cNvPr id="1524" name="PlaceHolder 3"/>
          <p:cNvSpPr>
            <a:spLocks noGrp="1"/>
          </p:cNvSpPr>
          <p:nvPr>
            <p:ph type="body" idx="20" hasCustomPrompt="1"/>
          </p:nvPr>
        </p:nvSpPr>
        <p:spPr>
          <a:xfrm>
            <a:off x="3813840" y="4095360"/>
            <a:ext cx="6061680" cy="717480"/>
          </a:xfrm>
          <a:prstGeom prst="rect">
            <a:avLst/>
          </a:prstGeom>
          <a:noFill/>
          <a:ln w="0">
            <a:noFill/>
          </a:ln>
        </p:spPr>
        <p:txBody>
          <a:bodyPr lIns="119880" tIns="59760" rIns="119880" bIns="59760" anchor="t">
            <a:spAutoFit/>
          </a:bodyPr>
          <a:lstStyle>
            <a:lvl1pPr indent="0" algn="just" defTabSz="914400">
              <a:lnSpc>
                <a:spcPct val="140000"/>
              </a:lnSpc>
              <a:spcAft>
                <a:spcPts val="1200"/>
              </a:spcAft>
              <a:buNone/>
              <a:tabLst>
                <a:tab pos="0" algn="l"/>
              </a:tabLst>
              <a:defRPr sz="1400" b="0" u="none">
                <a:solidFill>
                  <a:srgbClr val="000000"/>
                </a:solidFill>
                <a:latin typeface="Arial" panose="020B0604020202090204"/>
                <a:ea typeface="Arial" panose="020B0604020202090204"/>
                <a:cs typeface="Arial" panose="020B0604020202090204"/>
              </a:defRPr>
            </a:lvl1pPr>
          </a:lstStyle>
          <a:p>
            <a:pPr indent="0" algn="just" defTabSz="914400">
              <a:lnSpc>
                <a:spcPct val="140000"/>
              </a:lnSpc>
              <a:spcAft>
                <a:spcPts val="1200"/>
              </a:spcAft>
              <a:buNone/>
              <a:tabLst>
                <a:tab pos="0" algn="l"/>
              </a:tabLst>
            </a:pPr>
            <a:r>
              <a:rPr sz="1400" b="0" u="none">
                <a:solidFill>
                  <a:srgbClr val="000000"/>
                </a:solidFill>
                <a:latin typeface="Arial" panose="020B0604020202090204"/>
                <a:ea typeface="Arial" panose="020B0604020202090204"/>
                <a:cs typeface="Arial" panose="020B0604020202090204"/>
              </a:rPr>
              <a:t>输入说明内容输入说明内容输入说明内容输入说明内容输入说明内容输入说明内容输入说明内容输入说明内容输入说明内容输入说明内容输入说明内容输入说明内容输入说明内容输入说明内容</a:t>
            </a:r>
            <a:endParaRPr sz="1400" b="0" u="none">
              <a:solidFill>
                <a:srgbClr val="000000"/>
              </a:solidFill>
              <a:latin typeface="Arial" panose="020B0604020202090204"/>
              <a:ea typeface="Arial" panose="020B0604020202090204"/>
              <a:cs typeface="Arial" panose="020B0604020202090204"/>
            </a:endParaRPr>
          </a:p>
        </p:txBody>
      </p:sp>
      <p:sp>
        <p:nvSpPr>
          <p:cNvPr id="1525" name="TextBox 8"/>
          <p:cNvSpPr>
            <a:spLocks noGrp="1"/>
          </p:cNvSpPr>
          <p:nvPr/>
        </p:nvSpPr>
        <p:spPr>
          <a:xfrm>
            <a:off x="499680" y="6525720"/>
            <a:ext cx="1873800" cy="216360"/>
          </a:xfrm>
          <a:custGeom>
            <a:avLst/>
            <a:gdLst>
              <a:gd name="textAreaLeft" fmla="*/ 0 w 1873800"/>
              <a:gd name="textAreaRight" fmla="*/ 1874160 w 1873800"/>
              <a:gd name="textAreaTop" fmla="*/ 0 h 216360"/>
              <a:gd name="textAreaBottom" fmla="*/ 216720 h 216360"/>
            </a:gdLst>
            <a:ahLst/>
            <a:cxnLst/>
            <a:rect l="textAreaLeft" t="textAreaTop" r="textAreaRight" b="textAreaBottom"/>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lt1"/>
              </a:solidFill>
              <a:latin typeface="钟齐志莽行书"/>
              <a:ea typeface="钟齐志莽行书"/>
              <a:cs typeface="钟齐志莽行书"/>
            </a:endParaRPr>
          </a:p>
        </p:txBody>
      </p:sp>
      <p:sp>
        <p:nvSpPr>
          <p:cNvPr id="1527" name="矩形 88"/>
          <p:cNvSpPr>
            <a:spLocks noGrp="1"/>
          </p:cNvSpPr>
          <p:nvPr/>
        </p:nvSpPr>
        <p:spPr>
          <a:xfrm>
            <a:off x="880920" y="5677560"/>
            <a:ext cx="1490760" cy="523800"/>
          </a:xfrm>
          <a:prstGeom prst="rect">
            <a:avLst/>
          </a:prstGeom>
          <a:solidFill>
            <a:schemeClr val="tx1">
              <a:lumMod val="50000"/>
              <a:lumOff val="50000"/>
            </a:schemeClr>
          </a:solidFill>
          <a:ln>
            <a:solidFill>
              <a:srgbClr val="000000">
                <a:lumMod val="50000"/>
                <a:lumOff val="50000"/>
              </a:srgbClr>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微软雅黑"/>
              <a:ea typeface="微软雅黑"/>
              <a:cs typeface="微软雅黑"/>
            </a:endParaRPr>
          </a:p>
        </p:txBody>
      </p:sp>
      <p:sp>
        <p:nvSpPr>
          <p:cNvPr id="1528" name="矩形 48"/>
          <p:cNvSpPr>
            <a:spLocks noGrp="1"/>
          </p:cNvSpPr>
          <p:nvPr/>
        </p:nvSpPr>
        <p:spPr>
          <a:xfrm>
            <a:off x="1395000" y="5855040"/>
            <a:ext cx="209160" cy="249480"/>
          </a:xfrm>
          <a:custGeom>
            <a:avLst/>
            <a:gdLst>
              <a:gd name="textAreaLeft" fmla="*/ 0 w 209160"/>
              <a:gd name="textAreaRight" fmla="*/ 209520 w 209160"/>
              <a:gd name="textAreaTop" fmla="*/ 0 h 249480"/>
              <a:gd name="textAreaBottom" fmla="*/ 249840 h 249480"/>
              <a:gd name="GluePoint1X" fmla="*/ 0 w 790749"/>
              <a:gd name="GluePoint1Y" fmla="*/ 0 h 1305602"/>
              <a:gd name="GluePoint2X" fmla="*/ 790749 w 790749"/>
              <a:gd name="GluePoint2Y" fmla="*/ 0 h 1305602"/>
              <a:gd name="GluePoint3X" fmla="*/ 771699 w 790749"/>
              <a:gd name="GluePoint3Y" fmla="*/ 645202 h 1305602"/>
              <a:gd name="GluePoint4X" fmla="*/ 0 w 790749"/>
              <a:gd name="GluePoint4Y" fmla="*/ 1305602 h 1305602"/>
              <a:gd name="GluePoint5X" fmla="*/ 0 w 790749"/>
              <a:gd name="GluePoint5Y" fmla="*/ 0 h 1305602"/>
            </a:gdLst>
            <a:ahLst/>
            <a:cxnLst/>
            <a:rect l="textAreaLeft" t="textAreaTop" r="textAreaRight" b="textAreaBottom"/>
            <a:pathLst>
              <a:path w="790749" h="943652">
                <a:moveTo>
                  <a:pt x="0" y="0"/>
                </a:moveTo>
                <a:lnTo>
                  <a:pt x="790749" y="0"/>
                </a:lnTo>
                <a:lnTo>
                  <a:pt x="784399" y="295952"/>
                </a:lnTo>
                <a:lnTo>
                  <a:pt x="6350" y="943652"/>
                </a:lnTo>
                <a:cubicBezTo>
                  <a:pt x="4233" y="504218"/>
                  <a:pt x="2117" y="439434"/>
                  <a:pt x="0" y="0"/>
                </a:cubicBez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微软雅黑"/>
              <a:ea typeface="微软雅黑"/>
              <a:cs typeface="微软雅黑"/>
            </a:endParaRPr>
          </a:p>
        </p:txBody>
      </p:sp>
      <p:sp>
        <p:nvSpPr>
          <p:cNvPr id="1529" name="矩形 92"/>
          <p:cNvSpPr>
            <a:spLocks noGrp="1"/>
          </p:cNvSpPr>
          <p:nvPr/>
        </p:nvSpPr>
        <p:spPr>
          <a:xfrm>
            <a:off x="245160" y="4759920"/>
            <a:ext cx="593640" cy="1441440"/>
          </a:xfrm>
          <a:prstGeom prst="rect">
            <a:avLst/>
          </a:prstGeom>
          <a:solidFill>
            <a:schemeClr val="bg1">
              <a:lumMod val="50000"/>
            </a:schemeClr>
          </a:solidFill>
          <a:ln>
            <a:solidFill>
              <a:srgbClr val="000000">
                <a:lumMod val="50000"/>
                <a:lumOff val="50000"/>
              </a:srgbClr>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微软雅黑"/>
              <a:ea typeface="微软雅黑"/>
              <a:cs typeface="微软雅黑"/>
            </a:endParaRPr>
          </a:p>
        </p:txBody>
      </p:sp>
      <p:sp>
        <p:nvSpPr>
          <p:cNvPr id="1530" name="矩形 93"/>
          <p:cNvSpPr>
            <a:spLocks noGrp="1"/>
          </p:cNvSpPr>
          <p:nvPr/>
        </p:nvSpPr>
        <p:spPr>
          <a:xfrm>
            <a:off x="1659600" y="5967720"/>
            <a:ext cx="688680" cy="16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28440" rIns="90000" bIns="-28440" anchor="ctr">
            <a:noAutofit/>
          </a:bodyPr>
          <a:lstStyle/>
          <a:p>
            <a:pPr>
              <a:buNone/>
            </a:pPr>
            <a:endParaRPr sz="1800" b="0" u="none">
              <a:solidFill>
                <a:schemeClr val="lt1"/>
              </a:solidFill>
              <a:latin typeface="微软雅黑"/>
              <a:ea typeface="微软雅黑"/>
              <a:cs typeface="微软雅黑"/>
            </a:endParaRPr>
          </a:p>
        </p:txBody>
      </p:sp>
      <p:sp>
        <p:nvSpPr>
          <p:cNvPr id="1531" name="矩形 95"/>
          <p:cNvSpPr>
            <a:spLocks noGrp="1"/>
          </p:cNvSpPr>
          <p:nvPr/>
        </p:nvSpPr>
        <p:spPr>
          <a:xfrm>
            <a:off x="1611000" y="6001200"/>
            <a:ext cx="29880" cy="13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31320" rIns="90000" bIns="-31320" anchor="ctr">
            <a:noAutofit/>
          </a:bodyPr>
          <a:lstStyle/>
          <a:p>
            <a:pPr>
              <a:buNone/>
            </a:pPr>
            <a:endParaRPr sz="1800" b="0" u="none">
              <a:solidFill>
                <a:schemeClr val="lt1"/>
              </a:solidFill>
              <a:latin typeface="微软雅黑"/>
              <a:ea typeface="微软雅黑"/>
              <a:cs typeface="微软雅黑"/>
            </a:endParaRPr>
          </a:p>
        </p:txBody>
      </p:sp>
      <p:sp>
        <p:nvSpPr>
          <p:cNvPr id="1532" name="矩形 96"/>
          <p:cNvSpPr>
            <a:spLocks noGrp="1"/>
          </p:cNvSpPr>
          <p:nvPr/>
        </p:nvSpPr>
        <p:spPr>
          <a:xfrm>
            <a:off x="1571400" y="6028920"/>
            <a:ext cx="29880" cy="13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31320" rIns="90000" bIns="-31320" anchor="ctr">
            <a:noAutofit/>
          </a:bodyPr>
          <a:lstStyle/>
          <a:p>
            <a:pPr>
              <a:buNone/>
            </a:pPr>
            <a:endParaRPr sz="1800" b="0" u="none">
              <a:solidFill>
                <a:schemeClr val="lt1"/>
              </a:solidFill>
              <a:latin typeface="微软雅黑"/>
              <a:ea typeface="微软雅黑"/>
              <a:cs typeface="微软雅黑"/>
            </a:endParaRPr>
          </a:p>
        </p:txBody>
      </p:sp>
      <p:sp>
        <p:nvSpPr>
          <p:cNvPr id="1533" name="矩形 97"/>
          <p:cNvSpPr>
            <a:spLocks noGrp="1"/>
          </p:cNvSpPr>
          <p:nvPr/>
        </p:nvSpPr>
        <p:spPr>
          <a:xfrm>
            <a:off x="1529280" y="6061680"/>
            <a:ext cx="29880" cy="13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31320" rIns="90000" bIns="-31320" anchor="ctr">
            <a:noAutofit/>
          </a:bodyPr>
          <a:lstStyle/>
          <a:p>
            <a:pPr>
              <a:buNone/>
            </a:pPr>
            <a:endParaRPr sz="1800" b="0" u="none">
              <a:solidFill>
                <a:schemeClr val="lt1"/>
              </a:solidFill>
              <a:latin typeface="微软雅黑"/>
              <a:ea typeface="微软雅黑"/>
              <a:cs typeface="微软雅黑"/>
            </a:endParaRPr>
          </a:p>
        </p:txBody>
      </p:sp>
      <p:sp>
        <p:nvSpPr>
          <p:cNvPr id="1534" name="矩形 98"/>
          <p:cNvSpPr>
            <a:spLocks noGrp="1"/>
          </p:cNvSpPr>
          <p:nvPr/>
        </p:nvSpPr>
        <p:spPr>
          <a:xfrm>
            <a:off x="1490760" y="6090480"/>
            <a:ext cx="29880" cy="13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31320" rIns="90000" bIns="-31320" anchor="ctr">
            <a:noAutofit/>
          </a:bodyPr>
          <a:lstStyle/>
          <a:p>
            <a:pPr>
              <a:buNone/>
            </a:pPr>
            <a:endParaRPr sz="1800" b="0" u="none">
              <a:solidFill>
                <a:schemeClr val="lt1"/>
              </a:solidFill>
              <a:latin typeface="微软雅黑"/>
              <a:ea typeface="微软雅黑"/>
              <a:cs typeface="微软雅黑"/>
            </a:endParaRPr>
          </a:p>
        </p:txBody>
      </p:sp>
      <p:sp>
        <p:nvSpPr>
          <p:cNvPr id="1535" name="矩形 99"/>
          <p:cNvSpPr>
            <a:spLocks noGrp="1"/>
          </p:cNvSpPr>
          <p:nvPr/>
        </p:nvSpPr>
        <p:spPr>
          <a:xfrm>
            <a:off x="1448640" y="6120720"/>
            <a:ext cx="29880" cy="13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31320" rIns="90000" bIns="-31320" anchor="ctr">
            <a:noAutofit/>
          </a:bodyPr>
          <a:lstStyle/>
          <a:p>
            <a:pPr>
              <a:buNone/>
            </a:pPr>
            <a:endParaRPr sz="1800" b="0" u="none">
              <a:solidFill>
                <a:schemeClr val="lt1"/>
              </a:solidFill>
              <a:latin typeface="微软雅黑"/>
              <a:ea typeface="微软雅黑"/>
              <a:cs typeface="微软雅黑"/>
            </a:endParaRPr>
          </a:p>
        </p:txBody>
      </p:sp>
      <p:sp>
        <p:nvSpPr>
          <p:cNvPr id="1536" name="矩形 100"/>
          <p:cNvSpPr>
            <a:spLocks noGrp="1"/>
          </p:cNvSpPr>
          <p:nvPr/>
        </p:nvSpPr>
        <p:spPr>
          <a:xfrm>
            <a:off x="1406520" y="6153480"/>
            <a:ext cx="29880" cy="13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31320" rIns="90000" bIns="-31320" anchor="ctr">
            <a:noAutofit/>
          </a:bodyPr>
          <a:lstStyle/>
          <a:p>
            <a:pPr>
              <a:buNone/>
            </a:pPr>
            <a:endParaRPr sz="1800" b="0" u="none">
              <a:solidFill>
                <a:schemeClr val="lt1"/>
              </a:solidFill>
              <a:latin typeface="微软雅黑"/>
              <a:ea typeface="微软雅黑"/>
              <a:cs typeface="微软雅黑"/>
            </a:endParaRPr>
          </a:p>
        </p:txBody>
      </p:sp>
      <p:sp>
        <p:nvSpPr>
          <p:cNvPr id="1537" name="矩形 101"/>
          <p:cNvSpPr>
            <a:spLocks noGrp="1"/>
          </p:cNvSpPr>
          <p:nvPr/>
        </p:nvSpPr>
        <p:spPr>
          <a:xfrm>
            <a:off x="365400" y="485676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38" name="矩形 102"/>
          <p:cNvSpPr>
            <a:spLocks noGrp="1"/>
          </p:cNvSpPr>
          <p:nvPr/>
        </p:nvSpPr>
        <p:spPr>
          <a:xfrm>
            <a:off x="605880" y="485676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39" name="矩形 103"/>
          <p:cNvSpPr>
            <a:spLocks noGrp="1"/>
          </p:cNvSpPr>
          <p:nvPr/>
        </p:nvSpPr>
        <p:spPr>
          <a:xfrm>
            <a:off x="365400" y="496944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40" name="矩形 104"/>
          <p:cNvSpPr>
            <a:spLocks noGrp="1"/>
          </p:cNvSpPr>
          <p:nvPr/>
        </p:nvSpPr>
        <p:spPr>
          <a:xfrm>
            <a:off x="605880" y="496944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41" name="矩形 105"/>
          <p:cNvSpPr>
            <a:spLocks noGrp="1"/>
          </p:cNvSpPr>
          <p:nvPr/>
        </p:nvSpPr>
        <p:spPr>
          <a:xfrm>
            <a:off x="365400" y="508212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42" name="矩形 106"/>
          <p:cNvSpPr>
            <a:spLocks noGrp="1"/>
          </p:cNvSpPr>
          <p:nvPr/>
        </p:nvSpPr>
        <p:spPr>
          <a:xfrm>
            <a:off x="605880" y="508212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43" name="矩形 107"/>
          <p:cNvSpPr>
            <a:spLocks noGrp="1"/>
          </p:cNvSpPr>
          <p:nvPr/>
        </p:nvSpPr>
        <p:spPr>
          <a:xfrm>
            <a:off x="365400" y="519516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44" name="矩形 108"/>
          <p:cNvSpPr>
            <a:spLocks noGrp="1"/>
          </p:cNvSpPr>
          <p:nvPr/>
        </p:nvSpPr>
        <p:spPr>
          <a:xfrm>
            <a:off x="605880" y="519516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45" name="矩形 109"/>
          <p:cNvSpPr>
            <a:spLocks noGrp="1"/>
          </p:cNvSpPr>
          <p:nvPr/>
        </p:nvSpPr>
        <p:spPr>
          <a:xfrm>
            <a:off x="361440" y="530784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46" name="矩形 110"/>
          <p:cNvSpPr>
            <a:spLocks noGrp="1"/>
          </p:cNvSpPr>
          <p:nvPr/>
        </p:nvSpPr>
        <p:spPr>
          <a:xfrm>
            <a:off x="601560" y="530784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47" name="矩形 111"/>
          <p:cNvSpPr>
            <a:spLocks noGrp="1"/>
          </p:cNvSpPr>
          <p:nvPr/>
        </p:nvSpPr>
        <p:spPr>
          <a:xfrm>
            <a:off x="361440" y="542052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48" name="矩形 112"/>
          <p:cNvSpPr>
            <a:spLocks noGrp="1"/>
          </p:cNvSpPr>
          <p:nvPr/>
        </p:nvSpPr>
        <p:spPr>
          <a:xfrm>
            <a:off x="601560" y="542052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49" name="矩形 113"/>
          <p:cNvSpPr>
            <a:spLocks noGrp="1"/>
          </p:cNvSpPr>
          <p:nvPr/>
        </p:nvSpPr>
        <p:spPr>
          <a:xfrm>
            <a:off x="361440" y="553320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50" name="矩形 114"/>
          <p:cNvSpPr>
            <a:spLocks noGrp="1"/>
          </p:cNvSpPr>
          <p:nvPr/>
        </p:nvSpPr>
        <p:spPr>
          <a:xfrm>
            <a:off x="601560" y="553320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51" name="矩形 115"/>
          <p:cNvSpPr>
            <a:spLocks noGrp="1"/>
          </p:cNvSpPr>
          <p:nvPr/>
        </p:nvSpPr>
        <p:spPr>
          <a:xfrm>
            <a:off x="361440" y="564588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52" name="矩形 116"/>
          <p:cNvSpPr>
            <a:spLocks noGrp="1"/>
          </p:cNvSpPr>
          <p:nvPr/>
        </p:nvSpPr>
        <p:spPr>
          <a:xfrm>
            <a:off x="601560" y="564588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53" name="矩形 117"/>
          <p:cNvSpPr>
            <a:spLocks noGrp="1"/>
          </p:cNvSpPr>
          <p:nvPr/>
        </p:nvSpPr>
        <p:spPr>
          <a:xfrm>
            <a:off x="365400" y="575856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54" name="矩形 118"/>
          <p:cNvSpPr>
            <a:spLocks noGrp="1"/>
          </p:cNvSpPr>
          <p:nvPr/>
        </p:nvSpPr>
        <p:spPr>
          <a:xfrm>
            <a:off x="605880" y="575856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55" name="矩形 119"/>
          <p:cNvSpPr>
            <a:spLocks noGrp="1"/>
          </p:cNvSpPr>
          <p:nvPr/>
        </p:nvSpPr>
        <p:spPr>
          <a:xfrm>
            <a:off x="365400" y="587124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56" name="矩形 120"/>
          <p:cNvSpPr>
            <a:spLocks noGrp="1"/>
          </p:cNvSpPr>
          <p:nvPr/>
        </p:nvSpPr>
        <p:spPr>
          <a:xfrm>
            <a:off x="605880" y="587124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57" name="矩形 121"/>
          <p:cNvSpPr>
            <a:spLocks noGrp="1"/>
          </p:cNvSpPr>
          <p:nvPr/>
        </p:nvSpPr>
        <p:spPr>
          <a:xfrm>
            <a:off x="365400" y="598428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58" name="矩形 131"/>
          <p:cNvSpPr>
            <a:spLocks noGrp="1"/>
          </p:cNvSpPr>
          <p:nvPr/>
        </p:nvSpPr>
        <p:spPr>
          <a:xfrm>
            <a:off x="605880" y="598428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59" name="矩形 133"/>
          <p:cNvSpPr>
            <a:spLocks noGrp="1"/>
          </p:cNvSpPr>
          <p:nvPr/>
        </p:nvSpPr>
        <p:spPr>
          <a:xfrm>
            <a:off x="365400" y="609696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60" name="矩形 134"/>
          <p:cNvSpPr>
            <a:spLocks noGrp="1"/>
          </p:cNvSpPr>
          <p:nvPr/>
        </p:nvSpPr>
        <p:spPr>
          <a:xfrm>
            <a:off x="605880" y="6096960"/>
            <a:ext cx="119520" cy="31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13320" rIns="90000" bIns="-13320" anchor="ctr">
            <a:noAutofit/>
          </a:bodyPr>
          <a:lstStyle/>
          <a:p>
            <a:pPr>
              <a:buNone/>
            </a:pPr>
            <a:endParaRPr sz="1800" b="0" u="none">
              <a:solidFill>
                <a:schemeClr val="lt1"/>
              </a:solidFill>
              <a:latin typeface="微软雅黑"/>
              <a:ea typeface="微软雅黑"/>
              <a:cs typeface="微软雅黑"/>
            </a:endParaRPr>
          </a:p>
        </p:txBody>
      </p:sp>
      <p:sp>
        <p:nvSpPr>
          <p:cNvPr id="1561" name="矩形 135"/>
          <p:cNvSpPr>
            <a:spLocks noGrp="1"/>
          </p:cNvSpPr>
          <p:nvPr/>
        </p:nvSpPr>
        <p:spPr>
          <a:xfrm>
            <a:off x="908640" y="5856120"/>
            <a:ext cx="209160" cy="3456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微软雅黑"/>
              <a:ea typeface="微软雅黑"/>
              <a:cs typeface="微软雅黑"/>
            </a:endParaRPr>
          </a:p>
        </p:txBody>
      </p:sp>
      <p:pic>
        <p:nvPicPr>
          <p:cNvPr id="1695" name="图片 136"/>
          <p:cNvPicPr>
            <a:picLocks noChangeAspect="1"/>
          </p:cNvPicPr>
          <p:nvPr/>
        </p:nvPicPr>
        <p:blipFill>
          <a:blip r:embed="rId3"/>
          <a:stretch>
            <a:fillRect/>
          </a:stretch>
        </p:blipFill>
        <p:spPr>
          <a:xfrm>
            <a:off x="1667520" y="6045840"/>
            <a:ext cx="649800" cy="103680"/>
          </a:xfrm>
          <a:prstGeom prst="rect">
            <a:avLst/>
          </a:prstGeom>
          <a:ln w="0">
            <a:noFill/>
          </a:ln>
        </p:spPr>
      </p:pic>
      <p:sp>
        <p:nvSpPr>
          <p:cNvPr id="1563" name="矩形 137"/>
          <p:cNvSpPr>
            <a:spLocks noGrp="1"/>
          </p:cNvSpPr>
          <p:nvPr/>
        </p:nvSpPr>
        <p:spPr>
          <a:xfrm>
            <a:off x="1152720" y="5855040"/>
            <a:ext cx="209160" cy="3456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微软雅黑"/>
              <a:ea typeface="微软雅黑"/>
              <a:cs typeface="微软雅黑"/>
            </a:endParaRPr>
          </a:p>
        </p:txBody>
      </p:sp>
      <p:sp>
        <p:nvSpPr>
          <p:cNvPr id="1564" name="矩形 138"/>
          <p:cNvSpPr>
            <a:spLocks noGrp="1"/>
          </p:cNvSpPr>
          <p:nvPr/>
        </p:nvSpPr>
        <p:spPr>
          <a:xfrm>
            <a:off x="1637280" y="5855040"/>
            <a:ext cx="209160" cy="846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39960" rIns="90000" bIns="39960" anchor="ctr">
            <a:noAutofit/>
          </a:bodyPr>
          <a:lstStyle/>
          <a:p>
            <a:pPr>
              <a:buNone/>
            </a:pPr>
            <a:endParaRPr sz="1800" b="0" u="none">
              <a:solidFill>
                <a:schemeClr val="lt1"/>
              </a:solidFill>
              <a:latin typeface="微软雅黑"/>
              <a:ea typeface="微软雅黑"/>
              <a:cs typeface="微软雅黑"/>
            </a:endParaRPr>
          </a:p>
        </p:txBody>
      </p:sp>
      <p:sp>
        <p:nvSpPr>
          <p:cNvPr id="1565" name="矩形 139"/>
          <p:cNvSpPr>
            <a:spLocks noGrp="1"/>
          </p:cNvSpPr>
          <p:nvPr/>
        </p:nvSpPr>
        <p:spPr>
          <a:xfrm>
            <a:off x="1879200" y="5855040"/>
            <a:ext cx="469080" cy="846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39960" rIns="90000" bIns="39960" anchor="ctr">
            <a:noAutofit/>
          </a:bodyPr>
          <a:lstStyle/>
          <a:p>
            <a:pPr>
              <a:buNone/>
            </a:pPr>
            <a:endParaRPr sz="1800" b="0" u="none">
              <a:solidFill>
                <a:schemeClr val="lt1"/>
              </a:solidFill>
              <a:latin typeface="微软雅黑"/>
              <a:ea typeface="微软雅黑"/>
              <a:cs typeface="微软雅黑"/>
            </a:endParaRPr>
          </a:p>
        </p:txBody>
      </p:sp>
      <p:sp>
        <p:nvSpPr>
          <p:cNvPr id="1566" name="矩形 140"/>
          <p:cNvSpPr>
            <a:spLocks noGrp="1"/>
          </p:cNvSpPr>
          <p:nvPr/>
        </p:nvSpPr>
        <p:spPr>
          <a:xfrm>
            <a:off x="1639080" y="5620680"/>
            <a:ext cx="734760" cy="56520"/>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p:style>
        <p:txBody>
          <a:bodyPr lIns="90000" tIns="11880" rIns="90000" bIns="11880" anchor="ctr">
            <a:noAutofit/>
          </a:bodyPr>
          <a:lstStyle/>
          <a:p>
            <a:pPr>
              <a:buNone/>
            </a:pPr>
            <a:endParaRPr sz="1800" b="0" u="none">
              <a:solidFill>
                <a:schemeClr val="lt1"/>
              </a:solidFill>
              <a:latin typeface="微软雅黑"/>
              <a:ea typeface="微软雅黑"/>
              <a:cs typeface="微软雅黑"/>
            </a:endParaRPr>
          </a:p>
        </p:txBody>
      </p:sp>
      <p:sp>
        <p:nvSpPr>
          <p:cNvPr id="1567" name="PlaceHolder 4"/>
          <p:cNvSpPr>
            <a:spLocks noGrp="1"/>
          </p:cNvSpPr>
          <p:nvPr>
            <p:ph type="body" idx="30" hasCustomPrompt="1"/>
          </p:nvPr>
        </p:nvSpPr>
        <p:spPr>
          <a:xfrm>
            <a:off x="3813840" y="3650040"/>
            <a:ext cx="1210320" cy="366120"/>
          </a:xfrm>
          <a:prstGeom prst="rect">
            <a:avLst/>
          </a:prstGeom>
          <a:noFill/>
          <a:ln w="0">
            <a:noFill/>
          </a:ln>
        </p:spPr>
        <p:txBody>
          <a:bodyPr lIns="91440" tIns="45720" rIns="91440" bIns="45720" anchor="t">
            <a:spAutoFit/>
          </a:bodyPr>
          <a:lstStyle>
            <a:lvl1pPr indent="-228600" algn="ctr" defTabSz="914400">
              <a:lnSpc>
                <a:spcPct val="90000"/>
              </a:lnSpc>
              <a:spcBef>
                <a:spcPts val="1000"/>
              </a:spcBef>
              <a:buNone/>
              <a:tabLst>
                <a:tab pos="0" algn="l"/>
              </a:tabLst>
              <a:defRPr sz="2000" b="1" u="none">
                <a:solidFill>
                  <a:schemeClr val="accent1"/>
                </a:solidFill>
                <a:latin typeface="微软雅黑"/>
                <a:ea typeface="微软雅黑"/>
                <a:cs typeface="微软雅黑"/>
              </a:defRPr>
            </a:lvl1pPr>
          </a:lstStyle>
          <a:p>
            <a:pPr indent="0" algn="ctr" defTabSz="914400">
              <a:lnSpc>
                <a:spcPct val="90000"/>
              </a:lnSpc>
              <a:spcBef>
                <a:spcPts val="1000"/>
              </a:spcBef>
              <a:buNone/>
              <a:tabLst>
                <a:tab pos="0" algn="l"/>
              </a:tabLst>
            </a:pPr>
            <a:r>
              <a:rPr sz="2000" b="1" u="none">
                <a:solidFill>
                  <a:schemeClr val="accent1"/>
                </a:solidFill>
                <a:latin typeface="微软雅黑"/>
                <a:ea typeface="微软雅黑"/>
                <a:cs typeface="微软雅黑"/>
              </a:rPr>
              <a:t>输入标题</a:t>
            </a:r>
            <a:endParaRPr sz="2000" b="0" u="none">
              <a:solidFill>
                <a:srgbClr val="000000"/>
              </a:solidFill>
              <a:latin typeface="Arial" panose="020B0604020202090204"/>
              <a:ea typeface="Arial" panose="020B0604020202090204"/>
              <a:cs typeface="Arial" panose="020B0604020202090204"/>
            </a:endParaRPr>
          </a:p>
        </p:txBody>
      </p:sp>
      <p:sp>
        <p:nvSpPr>
          <p:cNvPr id="1568" name="PlaceHolder 5"/>
          <p:cNvSpPr>
            <a:spLocks noGrp="1"/>
          </p:cNvSpPr>
          <p:nvPr>
            <p:ph type="body" idx="40" hasCustomPrompt="1"/>
          </p:nvPr>
        </p:nvSpPr>
        <p:spPr>
          <a:xfrm>
            <a:off x="3813840" y="2367000"/>
            <a:ext cx="6061680" cy="717480"/>
          </a:xfrm>
          <a:prstGeom prst="rect">
            <a:avLst/>
          </a:prstGeom>
          <a:noFill/>
          <a:ln w="0">
            <a:noFill/>
          </a:ln>
        </p:spPr>
        <p:txBody>
          <a:bodyPr lIns="119880" tIns="59760" rIns="119880" bIns="59760" anchor="t">
            <a:spAutoFit/>
          </a:bodyPr>
          <a:lstStyle>
            <a:lvl1pPr indent="0" algn="just" defTabSz="914400">
              <a:lnSpc>
                <a:spcPct val="140000"/>
              </a:lnSpc>
              <a:spcAft>
                <a:spcPts val="1200"/>
              </a:spcAft>
              <a:buNone/>
              <a:tabLst>
                <a:tab pos="0" algn="l"/>
              </a:tabLst>
              <a:defRPr sz="1400" b="0" u="none">
                <a:solidFill>
                  <a:srgbClr val="000000"/>
                </a:solidFill>
                <a:latin typeface="Arial" panose="020B0604020202090204"/>
                <a:ea typeface="Arial" panose="020B0604020202090204"/>
                <a:cs typeface="Arial" panose="020B0604020202090204"/>
              </a:defRPr>
            </a:lvl1pPr>
          </a:lstStyle>
          <a:p>
            <a:pPr indent="0" algn="just" defTabSz="914400">
              <a:lnSpc>
                <a:spcPct val="140000"/>
              </a:lnSpc>
              <a:spcAft>
                <a:spcPts val="1200"/>
              </a:spcAft>
              <a:buNone/>
              <a:tabLst>
                <a:tab pos="0" algn="l"/>
              </a:tabLst>
            </a:pPr>
            <a:r>
              <a:rPr sz="1400" b="0" u="none">
                <a:solidFill>
                  <a:srgbClr val="000000"/>
                </a:solidFill>
                <a:latin typeface="Arial" panose="020B0604020202090204"/>
                <a:ea typeface="Arial" panose="020B0604020202090204"/>
                <a:cs typeface="Arial" panose="020B0604020202090204"/>
              </a:rPr>
              <a:t>输入说明内容输入说明内容输入说明内容输入说明内容输入说明内容输入说明内容输入说明内容输入说明内容输入说明内容输入说明内容输入说明内容输入说明内容输入说明内容输入说明内容</a:t>
            </a:r>
            <a:endParaRPr sz="1400" b="0" u="none">
              <a:solidFill>
                <a:srgbClr val="000000"/>
              </a:solidFill>
              <a:latin typeface="Arial" panose="020B0604020202090204"/>
              <a:ea typeface="Arial" panose="020B0604020202090204"/>
              <a:cs typeface="Arial" panose="020B060402020209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内容页4">
    <p:bg>
      <p:bgPr>
        <a:solidFill>
          <a:srgbClr val="FFFFFF"/>
        </a:solidFill>
        <a:effectLst/>
      </p:bgPr>
    </p:bg>
    <p:spTree>
      <p:nvGrpSpPr>
        <p:cNvPr id="1" name=""/>
        <p:cNvGrpSpPr/>
        <p:nvPr/>
      </p:nvGrpSpPr>
      <p:grpSpPr/>
      <p:pic>
        <p:nvPicPr>
          <p:cNvPr id="1674"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571"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572"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573"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574"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575"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577"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578"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579"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580"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581"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582"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1686" name="图片 2"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585" name="Freeform 1031"/>
          <p:cNvSpPr>
            <a:spLocks noGrp="1"/>
          </p:cNvSpPr>
          <p:nvPr/>
        </p:nvSpPr>
        <p:spPr>
          <a:xfrm>
            <a:off x="511560" y="415080"/>
            <a:ext cx="295920" cy="387360"/>
          </a:xfrm>
          <a:custGeom>
            <a:avLst/>
            <a:gdLst>
              <a:gd name="textAreaLeft" fmla="*/ 0 w 295920"/>
              <a:gd name="textAreaRight" fmla="*/ 296280 w 295920"/>
              <a:gd name="textAreaTop" fmla="*/ 0 h 387360"/>
              <a:gd name="textAreaBottom" fmla="*/ 387720 h 387360"/>
              <a:gd name="GluePoint1X" fmla="*/ 162 w 539"/>
              <a:gd name="GluePoint1Y" fmla="*/ 705 h 705"/>
              <a:gd name="GluePoint2X" fmla="*/ 0 w 539"/>
              <a:gd name="GluePoint2Y" fmla="*/ 705 h 705"/>
              <a:gd name="GluePoint3X" fmla="*/ 375 w 539"/>
              <a:gd name="GluePoint3Y" fmla="*/ 0 h 705"/>
              <a:gd name="GluePoint4X" fmla="*/ 539 w 539"/>
              <a:gd name="GluePoint4Y" fmla="*/ 0 h 705"/>
              <a:gd name="GluePoint5X" fmla="*/ 162 w 539"/>
              <a:gd name="GluePoint5Y" fmla="*/ 705 h 705"/>
            </a:gdLst>
            <a:ahLst/>
            <a:cxnLst/>
            <a:rect l="textAreaLeft" t="textAreaTop" r="textAreaRight" b="textAreaBottom"/>
            <a:pathLst>
              <a:path w="539" h="705">
                <a:moveTo>
                  <a:pt x="162" y="705"/>
                </a:moveTo>
                <a:lnTo>
                  <a:pt x="0" y="705"/>
                </a:lnTo>
                <a:lnTo>
                  <a:pt x="375" y="0"/>
                </a:lnTo>
                <a:lnTo>
                  <a:pt x="539" y="0"/>
                </a:lnTo>
                <a:lnTo>
                  <a:pt x="162" y="705"/>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586" name="Freeform 1034"/>
          <p:cNvSpPr>
            <a:spLocks noGrp="1"/>
          </p:cNvSpPr>
          <p:nvPr/>
        </p:nvSpPr>
        <p:spPr>
          <a:xfrm>
            <a:off x="435600" y="456840"/>
            <a:ext cx="185400" cy="242640"/>
          </a:xfrm>
          <a:custGeom>
            <a:avLst/>
            <a:gdLst>
              <a:gd name="textAreaLeft" fmla="*/ 0 w 185400"/>
              <a:gd name="textAreaRight" fmla="*/ 185760 w 185400"/>
              <a:gd name="textAreaTop" fmla="*/ 0 h 242640"/>
              <a:gd name="textAreaBottom" fmla="*/ 243000 h 242640"/>
              <a:gd name="GluePoint1X" fmla="*/ 102 w 338"/>
              <a:gd name="GluePoint1Y" fmla="*/ 442 h 442"/>
              <a:gd name="GluePoint2X" fmla="*/ 0 w 338"/>
              <a:gd name="GluePoint2Y" fmla="*/ 442 h 442"/>
              <a:gd name="GluePoint3X" fmla="*/ 235 w 338"/>
              <a:gd name="GluePoint3Y" fmla="*/ 0 h 442"/>
              <a:gd name="GluePoint4X" fmla="*/ 338 w 338"/>
              <a:gd name="GluePoint4Y" fmla="*/ 0 h 442"/>
              <a:gd name="GluePoint5X" fmla="*/ 102 w 338"/>
              <a:gd name="GluePoint5Y" fmla="*/ 442 h 442"/>
            </a:gdLst>
            <a:ahLst/>
            <a:cxnLst/>
            <a:rect l="textAreaLeft" t="textAreaTop" r="textAreaRight" b="textAreaBottom"/>
            <a:pathLst>
              <a:path w="338" h="442">
                <a:moveTo>
                  <a:pt x="102" y="442"/>
                </a:moveTo>
                <a:lnTo>
                  <a:pt x="0" y="442"/>
                </a:lnTo>
                <a:lnTo>
                  <a:pt x="235" y="0"/>
                </a:lnTo>
                <a:lnTo>
                  <a:pt x="338" y="0"/>
                </a:lnTo>
                <a:lnTo>
                  <a:pt x="102" y="442"/>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587" name="Freeform 1032"/>
          <p:cNvSpPr>
            <a:spLocks noGrp="1"/>
          </p:cNvSpPr>
          <p:nvPr/>
        </p:nvSpPr>
        <p:spPr>
          <a:xfrm>
            <a:off x="696240" y="572400"/>
            <a:ext cx="185400" cy="243360"/>
          </a:xfrm>
          <a:custGeom>
            <a:avLst/>
            <a:gdLst>
              <a:gd name="textAreaLeft" fmla="*/ 0 w 185400"/>
              <a:gd name="textAreaRight" fmla="*/ 185760 w 185400"/>
              <a:gd name="textAreaTop" fmla="*/ 0 h 243360"/>
              <a:gd name="textAreaBottom" fmla="*/ 243720 h 243360"/>
              <a:gd name="GluePoint1X" fmla="*/ 102 w 338"/>
              <a:gd name="GluePoint1Y" fmla="*/ 443 h 443"/>
              <a:gd name="GluePoint2X" fmla="*/ 0 w 338"/>
              <a:gd name="GluePoint2Y" fmla="*/ 443 h 443"/>
              <a:gd name="GluePoint3X" fmla="*/ 235 w 338"/>
              <a:gd name="GluePoint3Y" fmla="*/ 0 h 443"/>
              <a:gd name="GluePoint4X" fmla="*/ 338 w 338"/>
              <a:gd name="GluePoint4Y" fmla="*/ 0 h 443"/>
              <a:gd name="GluePoint5X" fmla="*/ 102 w 338"/>
              <a:gd name="GluePoint5Y" fmla="*/ 443 h 443"/>
            </a:gdLst>
            <a:ahLst/>
            <a:cxnLst/>
            <a:rect l="textAreaLeft" t="textAreaTop" r="textAreaRight" b="textAreaBottom"/>
            <a:pathLst>
              <a:path w="338" h="443">
                <a:moveTo>
                  <a:pt x="102" y="443"/>
                </a:moveTo>
                <a:lnTo>
                  <a:pt x="0" y="443"/>
                </a:lnTo>
                <a:lnTo>
                  <a:pt x="235" y="0"/>
                </a:lnTo>
                <a:lnTo>
                  <a:pt x="338" y="0"/>
                </a:lnTo>
                <a:lnTo>
                  <a:pt x="102" y="443"/>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588" name="Freeform 1033"/>
          <p:cNvSpPr>
            <a:spLocks noGrp="1"/>
          </p:cNvSpPr>
          <p:nvPr/>
        </p:nvSpPr>
        <p:spPr>
          <a:xfrm>
            <a:off x="543960" y="318960"/>
            <a:ext cx="185400" cy="242640"/>
          </a:xfrm>
          <a:custGeom>
            <a:avLst/>
            <a:gdLst>
              <a:gd name="textAreaLeft" fmla="*/ 0 w 185400"/>
              <a:gd name="textAreaRight" fmla="*/ 185760 w 185400"/>
              <a:gd name="textAreaTop" fmla="*/ 0 h 242640"/>
              <a:gd name="textAreaBottom" fmla="*/ 243000 h 242640"/>
              <a:gd name="GluePoint1X" fmla="*/ 103 w 338"/>
              <a:gd name="GluePoint1Y" fmla="*/ 442 h 442"/>
              <a:gd name="GluePoint2X" fmla="*/ 0 w 338"/>
              <a:gd name="GluePoint2Y" fmla="*/ 442 h 442"/>
              <a:gd name="GluePoint3X" fmla="*/ 236 w 338"/>
              <a:gd name="GluePoint3Y" fmla="*/ 0 h 442"/>
              <a:gd name="GluePoint4X" fmla="*/ 338 w 338"/>
              <a:gd name="GluePoint4Y" fmla="*/ 0 h 442"/>
              <a:gd name="GluePoint5X" fmla="*/ 103 w 338"/>
              <a:gd name="GluePoint5Y" fmla="*/ 442 h 442"/>
            </a:gdLst>
            <a:ahLst/>
            <a:cxnLst/>
            <a:rect l="textAreaLeft" t="textAreaTop" r="textAreaRight" b="textAreaBottom"/>
            <a:pathLst>
              <a:path w="338" h="442">
                <a:moveTo>
                  <a:pt x="103" y="442"/>
                </a:moveTo>
                <a:lnTo>
                  <a:pt x="0" y="442"/>
                </a:lnTo>
                <a:lnTo>
                  <a:pt x="236" y="0"/>
                </a:lnTo>
                <a:lnTo>
                  <a:pt x="338" y="0"/>
                </a:lnTo>
                <a:lnTo>
                  <a:pt x="103" y="442"/>
                </a:lnTo>
                <a:close/>
              </a:path>
            </a:pathLst>
          </a:custGeom>
          <a:solidFill>
            <a:schemeClr val="accent1">
              <a:alpha val="73000"/>
            </a:schemeClr>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589" name="Freeform 1029"/>
          <p:cNvSpPr>
            <a:spLocks noGrp="1"/>
          </p:cNvSpPr>
          <p:nvPr/>
        </p:nvSpPr>
        <p:spPr>
          <a:xfrm>
            <a:off x="595440" y="327240"/>
            <a:ext cx="5800320" cy="440280"/>
          </a:xfrm>
          <a:prstGeom prst="parallelogram">
            <a:avLst>
              <a:gd name="adj" fmla="val 53329"/>
            </a:avLst>
          </a:prstGeom>
          <a:gradFill rotWithShape="0">
            <a:gsLst>
              <a:gs pos="0">
                <a:srgbClr val="ED6F00">
                  <a:alpha val="9000"/>
                </a:srgbClr>
              </a:gs>
              <a:gs pos="100000">
                <a:srgbClr val="ED6F00">
                  <a:alpha val="0"/>
                </a:srgbClr>
              </a:gs>
            </a:gsLst>
            <a:lin ang="2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590" name="Freeform 1030"/>
          <p:cNvSpPr>
            <a:spLocks noGrp="1"/>
          </p:cNvSpPr>
          <p:nvPr/>
        </p:nvSpPr>
        <p:spPr>
          <a:xfrm>
            <a:off x="585360" y="327240"/>
            <a:ext cx="336600" cy="440280"/>
          </a:xfrm>
          <a:custGeom>
            <a:avLst/>
            <a:gdLst>
              <a:gd name="textAreaLeft" fmla="*/ 0 w 336600"/>
              <a:gd name="textAreaRight" fmla="*/ 336960 w 336600"/>
              <a:gd name="textAreaTop" fmla="*/ 0 h 440280"/>
              <a:gd name="textAreaBottom" fmla="*/ 440640 h 440280"/>
              <a:gd name="GluePoint1X" fmla="*/ 161 w 539"/>
              <a:gd name="GluePoint1Y" fmla="*/ 705 h 705"/>
              <a:gd name="GluePoint2X" fmla="*/ 0 w 539"/>
              <a:gd name="GluePoint2Y" fmla="*/ 705 h 705"/>
              <a:gd name="GluePoint3X" fmla="*/ 377 w 539"/>
              <a:gd name="GluePoint3Y" fmla="*/ 0 h 705"/>
              <a:gd name="GluePoint4X" fmla="*/ 539 w 539"/>
              <a:gd name="GluePoint4Y" fmla="*/ 0 h 705"/>
              <a:gd name="GluePoint5X" fmla="*/ 161 w 539"/>
              <a:gd name="GluePoint5Y" fmla="*/ 705 h 705"/>
            </a:gdLst>
            <a:ahLst/>
            <a:cxnLst/>
            <a:rect l="textAreaLeft" t="textAreaTop" r="textAreaRight" b="textAreaBottom"/>
            <a:pathLst>
              <a:path w="539" h="705">
                <a:moveTo>
                  <a:pt x="161" y="705"/>
                </a:moveTo>
                <a:lnTo>
                  <a:pt x="0" y="705"/>
                </a:lnTo>
                <a:lnTo>
                  <a:pt x="377" y="0"/>
                </a:lnTo>
                <a:lnTo>
                  <a:pt x="539" y="0"/>
                </a:lnTo>
                <a:lnTo>
                  <a:pt x="161" y="705"/>
                </a:lnTo>
                <a:close/>
              </a:path>
            </a:pathLst>
          </a:custGeom>
          <a:gradFill rotWithShape="0">
            <a:gsLst>
              <a:gs pos="26000">
                <a:srgbClr val="ED6F00"/>
              </a:gs>
              <a:gs pos="100000">
                <a:srgbClr val="FFA85B"/>
              </a:gs>
            </a:gsLst>
            <a:lin ang="162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591" name="PlaceHolder 1"/>
          <p:cNvSpPr>
            <a:spLocks noGrp="1"/>
          </p:cNvSpPr>
          <p:nvPr>
            <p:ph type="title"/>
          </p:nvPr>
        </p:nvSpPr>
        <p:spPr>
          <a:xfrm>
            <a:off x="1003680" y="364320"/>
            <a:ext cx="6845040" cy="369000"/>
          </a:xfrm>
          <a:prstGeom prst="rect">
            <a:avLst/>
          </a:prstGeom>
          <a:noFill/>
          <a:ln w="0">
            <a:noFill/>
          </a:ln>
        </p:spPr>
        <p:txBody>
          <a:bodyPr lIns="90000" tIns="45000" rIns="90000" bIns="45000" anchor="t">
            <a:normAutofit fontScale="85000" lnSpcReduction="9999"/>
          </a:bodyPr>
          <a:lstStyle>
            <a:lvl1pPr indent="0" algn="l" defTabSz="914400">
              <a:lnSpc>
                <a:spcPct val="100000"/>
              </a:lnSpc>
              <a:buNone/>
              <a:tabLst>
                <a:tab pos="0" algn="l"/>
              </a:tabLst>
              <a:defRPr sz="2400" b="1" u="none" spc="99">
                <a:solidFill>
                  <a:schemeClr val="accent1"/>
                </a:solidFill>
                <a:latin typeface="思源黑体 CN Bold"/>
                <a:ea typeface="思源黑体 CN Bold"/>
                <a:cs typeface="思源黑体 CN Bold"/>
              </a:defRPr>
            </a:lvl1pPr>
          </a:lstStyle>
          <a:p>
            <a:pPr indent="0" algn="l" defTabSz="914400">
              <a:lnSpc>
                <a:spcPct val="100000"/>
              </a:lnSpc>
              <a:buNone/>
              <a:tabLst>
                <a:tab pos="0" algn="l"/>
              </a:tabLst>
            </a:pPr>
            <a:r>
              <a:rPr sz="2400" b="1" u="none" spc="99">
                <a:solidFill>
                  <a:schemeClr val="accent1"/>
                </a:solidFill>
                <a:latin typeface="思源黑体 CN Bold"/>
                <a:ea typeface="思源黑体 CN Bold"/>
                <a:cs typeface="思源黑体 CN Bold"/>
              </a:rPr>
              <a:t>单击此处编辑母版标题样式</a:t>
            </a:r>
            <a:endParaRPr sz="2400" b="1" u="none" spc="99">
              <a:solidFill>
                <a:schemeClr val="accent1"/>
              </a:solidFill>
              <a:latin typeface="思源黑体 CN Bold"/>
              <a:ea typeface="思源黑体 CN Bold"/>
              <a:cs typeface="思源黑体 CN Bold"/>
            </a:endParaRPr>
          </a:p>
        </p:txBody>
      </p:sp>
      <p:sp>
        <p:nvSpPr>
          <p:cNvPr id="1592" name="任意多边形: 形状 9"/>
          <p:cNvSpPr>
            <a:spLocks noGrp="1"/>
          </p:cNvSpPr>
          <p:nvPr/>
        </p:nvSpPr>
        <p:spPr>
          <a:xfrm>
            <a:off x="0" y="6427800"/>
            <a:ext cx="12191760" cy="429840"/>
          </a:xfrm>
          <a:custGeom>
            <a:avLst/>
            <a:gdLst>
              <a:gd name="textAreaLeft" fmla="*/ 0 w 12191760"/>
              <a:gd name="textAreaRight" fmla="*/ 12192120 w 12191760"/>
              <a:gd name="textAreaTop" fmla="*/ 0 h 429840"/>
              <a:gd name="textAreaBottom" fmla="*/ 430200 h 429840"/>
              <a:gd name="GluePoint1X" fmla="*/ 0 w 12192000"/>
              <a:gd name="GluePoint1Y" fmla="*/ 0 h 381000"/>
              <a:gd name="GluePoint2X" fmla="*/ 12192000 w 12192000"/>
              <a:gd name="GluePoint2Y" fmla="*/ 0 h 381000"/>
              <a:gd name="GluePoint3X" fmla="*/ 12192000 w 12192000"/>
              <a:gd name="GluePoint3Y" fmla="*/ 381000 h 381000"/>
              <a:gd name="GluePoint4X" fmla="*/ 0 w 12192000"/>
              <a:gd name="GluePoint4Y" fmla="*/ 381000 h 381000"/>
            </a:gdLst>
            <a:ahLst/>
            <a:cxnLst/>
            <a:rect l="textAreaLeft" t="textAreaTop" r="textAreaRight" b="textAreaBottom"/>
            <a:pathLst>
              <a:path w="12192000" h="381000">
                <a:moveTo>
                  <a:pt x="0" y="0"/>
                </a:moveTo>
                <a:lnTo>
                  <a:pt x="12192000" y="0"/>
                </a:lnTo>
                <a:lnTo>
                  <a:pt x="12192000" y="381000"/>
                </a:lnTo>
                <a:lnTo>
                  <a:pt x="0" y="381000"/>
                </a:lnTo>
                <a:close/>
              </a:path>
            </a:pathLst>
          </a:custGeom>
          <a:solidFill>
            <a:srgbClr val="ED6F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1595" name="任意多边形: 形状 33"/>
          <p:cNvSpPr>
            <a:spLocks noGrp="1"/>
          </p:cNvSpPr>
          <p:nvPr/>
        </p:nvSpPr>
        <p:spPr>
          <a:xfrm>
            <a:off x="10206000" y="6556680"/>
            <a:ext cx="88200" cy="100800"/>
          </a:xfrm>
          <a:custGeom>
            <a:avLst/>
            <a:gdLst>
              <a:gd name="textAreaLeft" fmla="*/ 0 w 88200"/>
              <a:gd name="textAreaRight" fmla="*/ 88560 w 88200"/>
              <a:gd name="textAreaTop" fmla="*/ 0 h 100800"/>
              <a:gd name="textAreaBottom" fmla="*/ 101160 h 100800"/>
              <a:gd name="GluePoint1X" fmla="*/ 21465 w 53300"/>
              <a:gd name="GluePoint1Y" fmla="*/ 19954 h 60737"/>
              <a:gd name="GluePoint2X" fmla="*/ 21465 w 53300"/>
              <a:gd name="GluePoint2Y" fmla="*/ 31321 h 60737"/>
              <a:gd name="GluePoint3X" fmla="*/ 8798 w 53300"/>
              <a:gd name="GluePoint3Y" fmla="*/ 31321 h 60737"/>
              <a:gd name="GluePoint4X" fmla="*/ 8798 w 53300"/>
              <a:gd name="GluePoint4Y" fmla="*/ 19954 h 60737"/>
              <a:gd name="GluePoint5X" fmla="*/ 21465 w 53300"/>
              <a:gd name="GluePoint5Y" fmla="*/ 19954 h 60737"/>
              <a:gd name="GluePoint6X" fmla="*/ 8798 w 53300"/>
              <a:gd name="GluePoint6Y" fmla="*/ 42961 h 60737"/>
              <a:gd name="GluePoint7X" fmla="*/ 8798 w 53300"/>
              <a:gd name="GluePoint7Y" fmla="*/ 38305 h 60737"/>
              <a:gd name="GluePoint8X" fmla="*/ 21465 w 53300"/>
              <a:gd name="GluePoint8Y" fmla="*/ 38305 h 60737"/>
              <a:gd name="GluePoint9X" fmla="*/ 21465 w 53300"/>
              <a:gd name="GluePoint9Y" fmla="*/ 60738 h 60737"/>
              <a:gd name="GluePoint10X" fmla="*/ 30777 w 53300"/>
              <a:gd name="GluePoint10Y" fmla="*/ 60738 h 60737"/>
              <a:gd name="GluePoint11X" fmla="*/ 30777 w 53300"/>
              <a:gd name="GluePoint11Y" fmla="*/ 38305 h 60737"/>
              <a:gd name="GluePoint12X" fmla="*/ 43717 w 53300"/>
              <a:gd name="GluePoint12Y" fmla="*/ 38305 h 60737"/>
              <a:gd name="GluePoint13X" fmla="*/ 43717 w 53300"/>
              <a:gd name="GluePoint13Y" fmla="*/ 42175 h 60737"/>
              <a:gd name="GluePoint14X" fmla="*/ 53300 w 53300"/>
              <a:gd name="GluePoint14Y" fmla="*/ 42175 h 60737"/>
              <a:gd name="GluePoint15X" fmla="*/ 53300 w 53300"/>
              <a:gd name="GluePoint15Y" fmla="*/ 12698 h 60737"/>
              <a:gd name="GluePoint16X" fmla="*/ 30807 w 53300"/>
              <a:gd name="GluePoint16Y" fmla="*/ 12698 h 60737"/>
              <a:gd name="GluePoint17X" fmla="*/ 30807 w 53300"/>
              <a:gd name="GluePoint17Y" fmla="*/ 6228 h 60737"/>
              <a:gd name="GluePoint18X" fmla="*/ 31684 w 53300"/>
              <a:gd name="GluePoint18Y" fmla="*/ 1270 h 60737"/>
              <a:gd name="GluePoint19X" fmla="*/ 31865 w 53300"/>
              <a:gd name="GluePoint19Y" fmla="*/ 514 h 60737"/>
              <a:gd name="GluePoint20X" fmla="*/ 30112 w 53300"/>
              <a:gd name="GluePoint20Y" fmla="*/ 60 h 60737"/>
              <a:gd name="GluePoint21X" fmla="*/ 27330 w 53300"/>
              <a:gd name="GluePoint21Y" fmla="*/ 0 h 60737"/>
              <a:gd name="GluePoint22X" fmla="*/ 21223 w 53300"/>
              <a:gd name="GluePoint22Y" fmla="*/ 0 h 60737"/>
              <a:gd name="GluePoint23X" fmla="*/ 21223 w 53300"/>
              <a:gd name="GluePoint23Y" fmla="*/ 12668 h 60737"/>
              <a:gd name="GluePoint24X" fmla="*/ 0 w 53300"/>
              <a:gd name="GluePoint24Y" fmla="*/ 12668 h 60737"/>
              <a:gd name="GluePoint25X" fmla="*/ 0 w 53300"/>
              <a:gd name="GluePoint25Y" fmla="*/ 42930 h 60737"/>
              <a:gd name="GluePoint26X" fmla="*/ 8798 w 53300"/>
              <a:gd name="GluePoint26Y" fmla="*/ 42930 h 60737"/>
              <a:gd name="GluePoint27X" fmla="*/ 30777 w 53300"/>
              <a:gd name="GluePoint27Y" fmla="*/ 31321 h 60737"/>
              <a:gd name="GluePoint28X" fmla="*/ 30777 w 53300"/>
              <a:gd name="GluePoint28Y" fmla="*/ 19954 h 60737"/>
              <a:gd name="GluePoint29X" fmla="*/ 43717 w 53300"/>
              <a:gd name="GluePoint29Y" fmla="*/ 19954 h 60737"/>
              <a:gd name="GluePoint30X" fmla="*/ 43717 w 53300"/>
              <a:gd name="GluePoint30Y" fmla="*/ 31321 h 60737"/>
              <a:gd name="GluePoint31X" fmla="*/ 30777 w 53300"/>
              <a:gd name="GluePoint31Y" fmla="*/ 31321 h 60737"/>
            </a:gdLst>
            <a:ahLst/>
            <a:cxnLst/>
            <a:rect l="textAreaLeft" t="textAreaTop" r="textAreaRight" b="textAreaBottom"/>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596" name="任意多边形: 形状 34"/>
          <p:cNvSpPr>
            <a:spLocks noGrp="1"/>
          </p:cNvSpPr>
          <p:nvPr/>
        </p:nvSpPr>
        <p:spPr>
          <a:xfrm>
            <a:off x="10353240" y="6559560"/>
            <a:ext cx="89640" cy="97560"/>
          </a:xfrm>
          <a:custGeom>
            <a:avLst/>
            <a:gdLst>
              <a:gd name="textAreaLeft" fmla="*/ 0 w 89640"/>
              <a:gd name="textAreaRight" fmla="*/ 90000 w 89640"/>
              <a:gd name="textAreaTop" fmla="*/ 0 h 97560"/>
              <a:gd name="textAreaBottom" fmla="*/ 97920 h 97560"/>
              <a:gd name="GluePoint1X" fmla="*/ 45531 w 54056"/>
              <a:gd name="GluePoint1Y" fmla="*/ 48614 h 58923"/>
              <a:gd name="GluePoint2X" fmla="*/ 8284 w 54056"/>
              <a:gd name="GluePoint2Y" fmla="*/ 48614 h 58923"/>
              <a:gd name="GluePoint3X" fmla="*/ 8284 w 54056"/>
              <a:gd name="GluePoint3Y" fmla="*/ 6984 h 58923"/>
              <a:gd name="GluePoint4X" fmla="*/ 45531 w 54056"/>
              <a:gd name="GluePoint4Y" fmla="*/ 6984 h 58923"/>
              <a:gd name="GluePoint5X" fmla="*/ 45531 w 54056"/>
              <a:gd name="GluePoint5Y" fmla="*/ 48614 h 58923"/>
              <a:gd name="GluePoint6X" fmla="*/ 8284 w 54056"/>
              <a:gd name="GluePoint6Y" fmla="*/ 58893 h 58923"/>
              <a:gd name="GluePoint7X" fmla="*/ 8284 w 54056"/>
              <a:gd name="GluePoint7Y" fmla="*/ 55538 h 58923"/>
              <a:gd name="GluePoint8X" fmla="*/ 45531 w 54056"/>
              <a:gd name="GluePoint8Y" fmla="*/ 55538 h 58923"/>
              <a:gd name="GluePoint9X" fmla="*/ 45531 w 54056"/>
              <a:gd name="GluePoint9Y" fmla="*/ 58379 h 58923"/>
              <a:gd name="GluePoint10X" fmla="*/ 54056 w 54056"/>
              <a:gd name="GluePoint10Y" fmla="*/ 58379 h 58923"/>
              <a:gd name="GluePoint11X" fmla="*/ 54056 w 54056"/>
              <a:gd name="GluePoint11Y" fmla="*/ 0 h 58923"/>
              <a:gd name="GluePoint12X" fmla="*/ 0 w 54056"/>
              <a:gd name="GluePoint12Y" fmla="*/ 0 h 58923"/>
              <a:gd name="GluePoint13X" fmla="*/ 0 w 54056"/>
              <a:gd name="GluePoint13Y" fmla="*/ 58924 h 58923"/>
              <a:gd name="GluePoint14X" fmla="*/ 8284 w 54056"/>
              <a:gd name="GluePoint14Y" fmla="*/ 58924 h 58923"/>
              <a:gd name="GluePoint15X" fmla="*/ 11640 w 54056"/>
              <a:gd name="GluePoint15Y" fmla="*/ 29477 h 58923"/>
              <a:gd name="GluePoint16X" fmla="*/ 22251 w 54056"/>
              <a:gd name="GluePoint16Y" fmla="*/ 29477 h 58923"/>
              <a:gd name="GluePoint17X" fmla="*/ 22251 w 54056"/>
              <a:gd name="GluePoint17Y" fmla="*/ 38003 h 58923"/>
              <a:gd name="GluePoint18X" fmla="*/ 10098 w 54056"/>
              <a:gd name="GluePoint18Y" fmla="*/ 38003 h 58923"/>
              <a:gd name="GluePoint19X" fmla="*/ 10098 w 54056"/>
              <a:gd name="GluePoint19Y" fmla="*/ 44714 h 58923"/>
              <a:gd name="GluePoint20X" fmla="*/ 43717 w 54056"/>
              <a:gd name="GluePoint20Y" fmla="*/ 44714 h 58923"/>
              <a:gd name="GluePoint21X" fmla="*/ 43717 w 54056"/>
              <a:gd name="GluePoint21Y" fmla="*/ 38003 h 58923"/>
              <a:gd name="GluePoint22X" fmla="*/ 38819 w 54056"/>
              <a:gd name="GluePoint22Y" fmla="*/ 38003 h 58923"/>
              <a:gd name="GluePoint23X" fmla="*/ 42689 w 54056"/>
              <a:gd name="GluePoint23Y" fmla="*/ 35403 h 58923"/>
              <a:gd name="GluePoint24X" fmla="*/ 39061 w 54056"/>
              <a:gd name="GluePoint24Y" fmla="*/ 29447 h 58923"/>
              <a:gd name="GluePoint25X" fmla="*/ 42144 w 54056"/>
              <a:gd name="GluePoint25Y" fmla="*/ 29447 h 58923"/>
              <a:gd name="GluePoint26X" fmla="*/ 42144 w 54056"/>
              <a:gd name="GluePoint26Y" fmla="*/ 22977 h 58923"/>
              <a:gd name="GluePoint27X" fmla="*/ 30505 w 54056"/>
              <a:gd name="GluePoint27Y" fmla="*/ 22977 h 58923"/>
              <a:gd name="GluePoint28X" fmla="*/ 30505 w 54056"/>
              <a:gd name="GluePoint28Y" fmla="*/ 17293 h 58923"/>
              <a:gd name="GluePoint29X" fmla="*/ 43172 w 54056"/>
              <a:gd name="GluePoint29Y" fmla="*/ 17293 h 58923"/>
              <a:gd name="GluePoint30X" fmla="*/ 43172 w 54056"/>
              <a:gd name="GluePoint30Y" fmla="*/ 10823 h 58923"/>
              <a:gd name="GluePoint31X" fmla="*/ 10581 w 54056"/>
              <a:gd name="GluePoint31Y" fmla="*/ 10823 h 58923"/>
              <a:gd name="GluePoint32X" fmla="*/ 10581 w 54056"/>
              <a:gd name="GluePoint32Y" fmla="*/ 17293 h 58923"/>
              <a:gd name="GluePoint33X" fmla="*/ 22221 w 54056"/>
              <a:gd name="GluePoint33Y" fmla="*/ 17293 h 58923"/>
              <a:gd name="GluePoint34X" fmla="*/ 22221 w 54056"/>
              <a:gd name="GluePoint34Y" fmla="*/ 22977 h 58923"/>
              <a:gd name="GluePoint35X" fmla="*/ 11609 w 54056"/>
              <a:gd name="GluePoint35Y" fmla="*/ 22977 h 58923"/>
              <a:gd name="GluePoint36X" fmla="*/ 11609 w 54056"/>
              <a:gd name="GluePoint36Y" fmla="*/ 29447 h 58923"/>
              <a:gd name="GluePoint37X" fmla="*/ 35705 w 54056"/>
              <a:gd name="GluePoint37Y" fmla="*/ 38003 h 58923"/>
              <a:gd name="GluePoint38X" fmla="*/ 30535 w 54056"/>
              <a:gd name="GluePoint38Y" fmla="*/ 38003 h 58923"/>
              <a:gd name="GluePoint39X" fmla="*/ 30535 w 54056"/>
              <a:gd name="GluePoint39Y" fmla="*/ 29477 h 58923"/>
              <a:gd name="GluePoint40X" fmla="*/ 35705 w 54056"/>
              <a:gd name="GluePoint40Y" fmla="*/ 29477 h 58923"/>
              <a:gd name="GluePoint41X" fmla="*/ 31835 w 54056"/>
              <a:gd name="GluePoint41Y" fmla="*/ 32077 h 58923"/>
              <a:gd name="GluePoint42X" fmla="*/ 35705 w 54056"/>
              <a:gd name="GluePoint42Y" fmla="*/ 38033 h 58923"/>
            </a:gdLst>
            <a:ahLst/>
            <a:cxnLst/>
            <a:rect l="textAreaLeft" t="textAreaTop" r="textAreaRight" b="textAreaBottom"/>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597" name="任意多边形: 形状 35"/>
          <p:cNvSpPr>
            <a:spLocks noGrp="1"/>
          </p:cNvSpPr>
          <p:nvPr/>
        </p:nvSpPr>
        <p:spPr>
          <a:xfrm>
            <a:off x="10494720" y="6557400"/>
            <a:ext cx="102240" cy="99360"/>
          </a:xfrm>
          <a:custGeom>
            <a:avLst/>
            <a:gdLst>
              <a:gd name="textAreaLeft" fmla="*/ 0 w 102240"/>
              <a:gd name="textAreaRight" fmla="*/ 102600 w 102240"/>
              <a:gd name="textAreaTop" fmla="*/ 0 h 99360"/>
              <a:gd name="textAreaBottom" fmla="*/ 99720 h 99360"/>
              <a:gd name="GluePoint1X" fmla="*/ 45017 w 61584"/>
              <a:gd name="GluePoint1Y" fmla="*/ 13998 h 59981"/>
              <a:gd name="GluePoint2X" fmla="*/ 39061 w 61584"/>
              <a:gd name="GluePoint2Y" fmla="*/ 18654 h 59981"/>
              <a:gd name="GluePoint3X" fmla="*/ 37640 w 61584"/>
              <a:gd name="GluePoint3Y" fmla="*/ 16779 h 59981"/>
              <a:gd name="GluePoint4X" fmla="*/ 31019 w 61584"/>
              <a:gd name="GluePoint4Y" fmla="*/ 8314 h 59981"/>
              <a:gd name="GluePoint5X" fmla="*/ 37489 w 61584"/>
              <a:gd name="GluePoint5Y" fmla="*/ 3658 h 59981"/>
              <a:gd name="GluePoint6X" fmla="*/ 44986 w 61584"/>
              <a:gd name="GluePoint6Y" fmla="*/ 13998 h 59981"/>
              <a:gd name="GluePoint7X" fmla="*/ 45803 w 61584"/>
              <a:gd name="GluePoint7Y" fmla="*/ 30 h 59981"/>
              <a:gd name="GluePoint8X" fmla="*/ 51244 w 61584"/>
              <a:gd name="GluePoint8Y" fmla="*/ 30 h 59981"/>
              <a:gd name="GluePoint9X" fmla="*/ 54600 w 61584"/>
              <a:gd name="GluePoint9Y" fmla="*/ 1058 h 59981"/>
              <a:gd name="GluePoint10X" fmla="*/ 54510 w 61584"/>
              <a:gd name="GluePoint10Y" fmla="*/ 1814 h 59981"/>
              <a:gd name="GluePoint11X" fmla="*/ 54086 w 61584"/>
              <a:gd name="GluePoint11Y" fmla="*/ 5986 h 59981"/>
              <a:gd name="GluePoint12X" fmla="*/ 54086 w 61584"/>
              <a:gd name="GluePoint12Y" fmla="*/ 34949 h 59981"/>
              <a:gd name="GluePoint13X" fmla="*/ 61070 w 61584"/>
              <a:gd name="GluePoint13Y" fmla="*/ 33921 h 59981"/>
              <a:gd name="GluePoint14X" fmla="*/ 61584 w 61584"/>
              <a:gd name="GluePoint14Y" fmla="*/ 40633 h 59981"/>
              <a:gd name="GluePoint15X" fmla="*/ 54086 w 61584"/>
              <a:gd name="GluePoint15Y" fmla="*/ 41933 h 59981"/>
              <a:gd name="GluePoint16X" fmla="*/ 54086 w 61584"/>
              <a:gd name="GluePoint16Y" fmla="*/ 59982 h 59981"/>
              <a:gd name="GluePoint17X" fmla="*/ 45803 w 61584"/>
              <a:gd name="GluePoint17Y" fmla="*/ 59982 h 59981"/>
              <a:gd name="GluePoint18X" fmla="*/ 45803 w 61584"/>
              <a:gd name="GluePoint18Y" fmla="*/ 43233 h 59981"/>
              <a:gd name="GluePoint19X" fmla="*/ 26937 w 61584"/>
              <a:gd name="GluePoint19Y" fmla="*/ 46075 h 59981"/>
              <a:gd name="GluePoint20X" fmla="*/ 26151 w 61584"/>
              <a:gd name="GluePoint20Y" fmla="*/ 40391 h 59981"/>
              <a:gd name="GluePoint21X" fmla="*/ 25123 w 61584"/>
              <a:gd name="GluePoint21Y" fmla="*/ 41177 h 59981"/>
              <a:gd name="GluePoint22X" fmla="*/ 24337 w 61584"/>
              <a:gd name="GluePoint22Y" fmla="*/ 40179 h 59981"/>
              <a:gd name="GluePoint23X" fmla="*/ 20195 w 61584"/>
              <a:gd name="GluePoint23Y" fmla="*/ 34707 h 59981"/>
              <a:gd name="GluePoint24X" fmla="*/ 20195 w 61584"/>
              <a:gd name="GluePoint24Y" fmla="*/ 59468 h 59981"/>
              <a:gd name="GluePoint25X" fmla="*/ 12426 w 61584"/>
              <a:gd name="GluePoint25Y" fmla="*/ 59468 h 59981"/>
              <a:gd name="GluePoint26X" fmla="*/ 12426 w 61584"/>
              <a:gd name="GluePoint26Y" fmla="*/ 37277 h 59981"/>
              <a:gd name="GluePoint27X" fmla="*/ 10642 w 61584"/>
              <a:gd name="GluePoint27Y" fmla="*/ 40512 h 59981"/>
              <a:gd name="GluePoint28X" fmla="*/ 5170 w 61584"/>
              <a:gd name="GluePoint28Y" fmla="*/ 49703 h 59981"/>
              <a:gd name="GluePoint29X" fmla="*/ 877 w 61584"/>
              <a:gd name="GluePoint29Y" fmla="*/ 44261 h 59981"/>
              <a:gd name="GluePoint30X" fmla="*/ 0 w 61584"/>
              <a:gd name="GluePoint30Y" fmla="*/ 43233 h 59981"/>
              <a:gd name="GluePoint31X" fmla="*/ 11126 w 61584"/>
              <a:gd name="GluePoint31Y" fmla="*/ 23823 h 59981"/>
              <a:gd name="GluePoint32X" fmla="*/ 1542 w 61584"/>
              <a:gd name="GluePoint32Y" fmla="*/ 23823 h 59981"/>
              <a:gd name="GluePoint33X" fmla="*/ 1542 w 61584"/>
              <a:gd name="GluePoint33Y" fmla="*/ 17112 h 59981"/>
              <a:gd name="GluePoint34X" fmla="*/ 12395 w 61584"/>
              <a:gd name="GluePoint34Y" fmla="*/ 17112 h 59981"/>
              <a:gd name="GluePoint35X" fmla="*/ 12395 w 61584"/>
              <a:gd name="GluePoint35Y" fmla="*/ 9856 h 59981"/>
              <a:gd name="GluePoint36X" fmla="*/ 4112 w 61584"/>
              <a:gd name="GluePoint36Y" fmla="*/ 10642 h 59981"/>
              <a:gd name="GluePoint37X" fmla="*/ 1270 w 61584"/>
              <a:gd name="GluePoint37Y" fmla="*/ 4172 h 59981"/>
              <a:gd name="GluePoint38X" fmla="*/ 25335 w 61584"/>
              <a:gd name="GluePoint38Y" fmla="*/ 544 h 59981"/>
              <a:gd name="GluePoint39X" fmla="*/ 26998 w 61584"/>
              <a:gd name="GluePoint39Y" fmla="*/ 3658 h 59981"/>
              <a:gd name="GluePoint40X" fmla="*/ 28691 w 61584"/>
              <a:gd name="GluePoint40Y" fmla="*/ 6772 h 59981"/>
              <a:gd name="GluePoint41X" fmla="*/ 28993 w 61584"/>
              <a:gd name="GluePoint41Y" fmla="*/ 7800 h 59981"/>
              <a:gd name="GluePoint42X" fmla="*/ 28691 w 61584"/>
              <a:gd name="GluePoint42Y" fmla="*/ 8314 h 59981"/>
              <a:gd name="GluePoint43X" fmla="*/ 20165 w 61584"/>
              <a:gd name="GluePoint43Y" fmla="*/ 9100 h 59981"/>
              <a:gd name="GluePoint44X" fmla="*/ 20165 w 61584"/>
              <a:gd name="GluePoint44Y" fmla="*/ 17112 h 59981"/>
              <a:gd name="GluePoint45X" fmla="*/ 28963 w 61584"/>
              <a:gd name="GluePoint45Y" fmla="*/ 17112 h 59981"/>
              <a:gd name="GluePoint46X" fmla="*/ 28963 w 61584"/>
              <a:gd name="GluePoint46Y" fmla="*/ 23823 h 59981"/>
              <a:gd name="GluePoint47X" fmla="*/ 20165 w 61584"/>
              <a:gd name="GluePoint47Y" fmla="*/ 23823 h 59981"/>
              <a:gd name="GluePoint48X" fmla="*/ 20165 w 61584"/>
              <a:gd name="GluePoint48Y" fmla="*/ 29779 h 59981"/>
              <a:gd name="GluePoint49X" fmla="*/ 23793 w 61584"/>
              <a:gd name="GluePoint49Y" fmla="*/ 27179 h 59981"/>
              <a:gd name="GluePoint50X" fmla="*/ 31291 w 61584"/>
              <a:gd name="GluePoint50Y" fmla="*/ 36491 h 59981"/>
              <a:gd name="GluePoint51X" fmla="*/ 28449 w 61584"/>
              <a:gd name="GluePoint51Y" fmla="*/ 38819 h 59981"/>
              <a:gd name="GluePoint52X" fmla="*/ 45772 w 61584"/>
              <a:gd name="GluePoint52Y" fmla="*/ 36219 h 59981"/>
              <a:gd name="GluePoint53X" fmla="*/ 45772 w 61584"/>
              <a:gd name="GluePoint53Y" fmla="*/ 0 h 59981"/>
              <a:gd name="GluePoint54X" fmla="*/ 43203 w 61584"/>
              <a:gd name="GluePoint54Y" fmla="*/ 31563 h 59981"/>
              <a:gd name="GluePoint55X" fmla="*/ 36219 w 61584"/>
              <a:gd name="GluePoint55Y" fmla="*/ 34919 h 59981"/>
              <a:gd name="GluePoint56X" fmla="*/ 29749 w 61584"/>
              <a:gd name="GluePoint56Y" fmla="*/ 23521 h 59981"/>
              <a:gd name="GluePoint57X" fmla="*/ 36733 w 61584"/>
              <a:gd name="GluePoint57Y" fmla="*/ 19379 h 59981"/>
              <a:gd name="GluePoint58X" fmla="*/ 43203 w 61584"/>
              <a:gd name="GluePoint58Y" fmla="*/ 31533 h 59981"/>
            </a:gdLst>
            <a:ahLst/>
            <a:cxnLst/>
            <a:rect l="textAreaLeft" t="textAreaTop" r="textAreaRight" b="textAreaBottom"/>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598" name="任意多边形: 形状 36"/>
          <p:cNvSpPr>
            <a:spLocks noGrp="1"/>
          </p:cNvSpPr>
          <p:nvPr/>
        </p:nvSpPr>
        <p:spPr>
          <a:xfrm>
            <a:off x="10646280" y="6555960"/>
            <a:ext cx="95040" cy="101880"/>
          </a:xfrm>
          <a:custGeom>
            <a:avLst/>
            <a:gdLst>
              <a:gd name="textAreaLeft" fmla="*/ 0 w 95040"/>
              <a:gd name="textAreaRight" fmla="*/ 95400 w 95040"/>
              <a:gd name="textAreaTop" fmla="*/ 0 h 101880"/>
              <a:gd name="textAreaBottom" fmla="*/ 102240 h 101880"/>
              <a:gd name="GluePoint1X" fmla="*/ 25637 w 57442"/>
              <a:gd name="GluePoint1Y" fmla="*/ 12154 h 61463"/>
              <a:gd name="GluePoint2X" fmla="*/ 22554 w 57442"/>
              <a:gd name="GluePoint2Y" fmla="*/ 1814 h 61463"/>
              <a:gd name="GluePoint3X" fmla="*/ 24458 w 57442"/>
              <a:gd name="GluePoint3Y" fmla="*/ 1512 h 61463"/>
              <a:gd name="GluePoint4X" fmla="*/ 32137 w 57442"/>
              <a:gd name="GluePoint4Y" fmla="*/ 514 h 61463"/>
              <a:gd name="GluePoint5X" fmla="*/ 32561 w 57442"/>
              <a:gd name="GluePoint5Y" fmla="*/ 2267 h 61463"/>
              <a:gd name="GluePoint6X" fmla="*/ 34193 w 57442"/>
              <a:gd name="GluePoint6Y" fmla="*/ 10854 h 61463"/>
              <a:gd name="GluePoint7X" fmla="*/ 25668 w 57442"/>
              <a:gd name="GluePoint7Y" fmla="*/ 12154 h 61463"/>
              <a:gd name="GluePoint8X" fmla="*/ 15812 w 57442"/>
              <a:gd name="GluePoint8Y" fmla="*/ 14481 h 61463"/>
              <a:gd name="GluePoint9X" fmla="*/ 34707 w 57442"/>
              <a:gd name="GluePoint9Y" fmla="*/ 14481 h 61463"/>
              <a:gd name="GluePoint10X" fmla="*/ 42991 w 57442"/>
              <a:gd name="GluePoint10Y" fmla="*/ 0 h 61463"/>
              <a:gd name="GluePoint11X" fmla="*/ 52817 w 57442"/>
              <a:gd name="GluePoint11Y" fmla="*/ 3870 h 61463"/>
              <a:gd name="GluePoint12X" fmla="*/ 51486 w 57442"/>
              <a:gd name="GluePoint12Y" fmla="*/ 5502 h 61463"/>
              <a:gd name="GluePoint13X" fmla="*/ 49975 w 57442"/>
              <a:gd name="GluePoint13Y" fmla="*/ 6984 h 61463"/>
              <a:gd name="GluePoint14X" fmla="*/ 47707 w 57442"/>
              <a:gd name="GluePoint14Y" fmla="*/ 9765 h 61463"/>
              <a:gd name="GluePoint15X" fmla="*/ 44019 w 57442"/>
              <a:gd name="GluePoint15Y" fmla="*/ 14209 h 61463"/>
              <a:gd name="GluePoint16X" fmla="*/ 56686 w 57442"/>
              <a:gd name="GluePoint16Y" fmla="*/ 14209 h 61463"/>
              <a:gd name="GluePoint17X" fmla="*/ 56686 w 57442"/>
              <a:gd name="GluePoint17Y" fmla="*/ 28177 h 61463"/>
              <a:gd name="GluePoint18X" fmla="*/ 47889 w 57442"/>
              <a:gd name="GluePoint18Y" fmla="*/ 28177 h 61463"/>
              <a:gd name="GluePoint19X" fmla="*/ 47889 w 57442"/>
              <a:gd name="GluePoint19Y" fmla="*/ 21465 h 61463"/>
              <a:gd name="GluePoint20X" fmla="*/ 8828 w 57442"/>
              <a:gd name="GluePoint20Y" fmla="*/ 21465 h 61463"/>
              <a:gd name="GluePoint21X" fmla="*/ 8828 w 57442"/>
              <a:gd name="GluePoint21Y" fmla="*/ 28177 h 61463"/>
              <a:gd name="GluePoint22X" fmla="*/ 544 w 57442"/>
              <a:gd name="GluePoint22Y" fmla="*/ 28177 h 61463"/>
              <a:gd name="GluePoint23X" fmla="*/ 544 w 57442"/>
              <a:gd name="GluePoint23Y" fmla="*/ 14451 h 61463"/>
              <a:gd name="GluePoint24X" fmla="*/ 13212 w 57442"/>
              <a:gd name="GluePoint24Y" fmla="*/ 14451 h 61463"/>
              <a:gd name="GluePoint25X" fmla="*/ 6500 w 57442"/>
              <a:gd name="GluePoint25Y" fmla="*/ 5926 h 61463"/>
              <a:gd name="GluePoint26X" fmla="*/ 15056 w 57442"/>
              <a:gd name="GluePoint26Y" fmla="*/ 1784 h 61463"/>
              <a:gd name="GluePoint27X" fmla="*/ 21526 w 57442"/>
              <a:gd name="GluePoint27Y" fmla="*/ 11095 h 61463"/>
              <a:gd name="GluePoint28X" fmla="*/ 17082 w 57442"/>
              <a:gd name="GluePoint28Y" fmla="*/ 13756 h 61463"/>
              <a:gd name="GluePoint29X" fmla="*/ 15812 w 57442"/>
              <a:gd name="GluePoint29Y" fmla="*/ 14481 h 61463"/>
              <a:gd name="GluePoint30X" fmla="*/ 31079 w 57442"/>
              <a:gd name="GluePoint30Y" fmla="*/ 32863 h 61463"/>
              <a:gd name="GluePoint31X" fmla="*/ 10642 w 57442"/>
              <a:gd name="GluePoint31Y" fmla="*/ 32863 h 61463"/>
              <a:gd name="GluePoint32X" fmla="*/ 10642 w 57442"/>
              <a:gd name="GluePoint32Y" fmla="*/ 25879 h 61463"/>
              <a:gd name="GluePoint33X" fmla="*/ 46075 w 57442"/>
              <a:gd name="GluePoint33Y" fmla="*/ 25879 h 61463"/>
              <a:gd name="GluePoint34X" fmla="*/ 34435 w 57442"/>
              <a:gd name="GluePoint34Y" fmla="*/ 38547 h 61463"/>
              <a:gd name="GluePoint35X" fmla="*/ 34435 w 57442"/>
              <a:gd name="GluePoint35Y" fmla="*/ 39061 h 61463"/>
              <a:gd name="GluePoint36X" fmla="*/ 57442 w 57442"/>
              <a:gd name="GluePoint36Y" fmla="*/ 39061 h 61463"/>
              <a:gd name="GluePoint37X" fmla="*/ 57442 w 57442"/>
              <a:gd name="GluePoint37Y" fmla="*/ 46286 h 61463"/>
              <a:gd name="GluePoint38X" fmla="*/ 34163 w 57442"/>
              <a:gd name="GluePoint38Y" fmla="*/ 46286 h 61463"/>
              <a:gd name="GluePoint39X" fmla="*/ 34163 w 57442"/>
              <a:gd name="GluePoint39Y" fmla="*/ 54751 h 61463"/>
              <a:gd name="GluePoint40X" fmla="*/ 31896 w 57442"/>
              <a:gd name="GluePoint40Y" fmla="*/ 60072 h 61463"/>
              <a:gd name="GluePoint41X" fmla="*/ 20195 w 57442"/>
              <a:gd name="GluePoint41Y" fmla="*/ 61463 h 61463"/>
              <a:gd name="GluePoint42X" fmla="*/ 17595 w 57442"/>
              <a:gd name="GluePoint42Y" fmla="*/ 52998 h 61463"/>
              <a:gd name="GluePoint43X" fmla="*/ 18744 w 57442"/>
              <a:gd name="GluePoint43Y" fmla="*/ 52847 h 61463"/>
              <a:gd name="GluePoint44X" fmla="*/ 25335 w 57442"/>
              <a:gd name="GluePoint44Y" fmla="*/ 50156 h 61463"/>
              <a:gd name="GluePoint45X" fmla="*/ 25335 w 57442"/>
              <a:gd name="GluePoint45Y" fmla="*/ 46286 h 61463"/>
              <a:gd name="GluePoint46X" fmla="*/ 0 w 57442"/>
              <a:gd name="GluePoint46Y" fmla="*/ 46286 h 61463"/>
              <a:gd name="GluePoint47X" fmla="*/ 0 w 57442"/>
              <a:gd name="GluePoint47Y" fmla="*/ 39061 h 61463"/>
              <a:gd name="GluePoint48X" fmla="*/ 25335 w 57442"/>
              <a:gd name="GluePoint48Y" fmla="*/ 39061 h 61463"/>
              <a:gd name="GluePoint49X" fmla="*/ 25335 w 57442"/>
              <a:gd name="GluePoint49Y" fmla="*/ 36975 h 61463"/>
              <a:gd name="GluePoint50X" fmla="*/ 26484 w 57442"/>
              <a:gd name="GluePoint50Y" fmla="*/ 35342 h 61463"/>
              <a:gd name="GluePoint51X" fmla="*/ 31049 w 57442"/>
              <a:gd name="GluePoint51Y" fmla="*/ 32863 h 61463"/>
            </a:gdLst>
            <a:ahLst/>
            <a:cxnLst/>
            <a:rect l="textAreaLeft" t="textAreaTop" r="textAreaRight" b="textAreaBottom"/>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599" name="任意多边形: 形状 37"/>
          <p:cNvSpPr>
            <a:spLocks noGrp="1"/>
          </p:cNvSpPr>
          <p:nvPr/>
        </p:nvSpPr>
        <p:spPr>
          <a:xfrm>
            <a:off x="10792800" y="6556320"/>
            <a:ext cx="97920" cy="100080"/>
          </a:xfrm>
          <a:custGeom>
            <a:avLst/>
            <a:gdLst>
              <a:gd name="textAreaLeft" fmla="*/ 0 w 97920"/>
              <a:gd name="textAreaRight" fmla="*/ 98280 w 97920"/>
              <a:gd name="textAreaTop" fmla="*/ 0 h 100080"/>
              <a:gd name="textAreaBottom" fmla="*/ 100440 h 100080"/>
              <a:gd name="GluePoint1X" fmla="*/ 7770 w 58984"/>
              <a:gd name="GluePoint1Y" fmla="*/ 25093 h 60465"/>
              <a:gd name="GluePoint2X" fmla="*/ 12668 w 58984"/>
              <a:gd name="GluePoint2Y" fmla="*/ 34919 h 60465"/>
              <a:gd name="GluePoint3X" fmla="*/ 7498 w 58984"/>
              <a:gd name="GluePoint3Y" fmla="*/ 40089 h 60465"/>
              <a:gd name="GluePoint4X" fmla="*/ 7498 w 58984"/>
              <a:gd name="GluePoint4Y" fmla="*/ 9584 h 60465"/>
              <a:gd name="GluePoint5X" fmla="*/ 11367 w 58984"/>
              <a:gd name="GluePoint5Y" fmla="*/ 9584 h 60465"/>
              <a:gd name="GluePoint6X" fmla="*/ 7740 w 58984"/>
              <a:gd name="GluePoint6Y" fmla="*/ 25093 h 60465"/>
              <a:gd name="GluePoint7X" fmla="*/ 20195 w 58984"/>
              <a:gd name="GluePoint7Y" fmla="*/ 20195 h 60465"/>
              <a:gd name="GluePoint8X" fmla="*/ 24065 w 58984"/>
              <a:gd name="GluePoint8Y" fmla="*/ 20195 h 60465"/>
              <a:gd name="GluePoint9X" fmla="*/ 24065 w 58984"/>
              <a:gd name="GluePoint9Y" fmla="*/ 25365 h 60465"/>
              <a:gd name="GluePoint10X" fmla="*/ 51728 w 58984"/>
              <a:gd name="GluePoint10Y" fmla="*/ 25365 h 60465"/>
              <a:gd name="GluePoint11X" fmla="*/ 51728 w 58984"/>
              <a:gd name="GluePoint11Y" fmla="*/ 20195 h 60465"/>
              <a:gd name="GluePoint12X" fmla="*/ 55870 w 58984"/>
              <a:gd name="GluePoint12Y" fmla="*/ 20195 h 60465"/>
              <a:gd name="GluePoint13X" fmla="*/ 55870 w 58984"/>
              <a:gd name="GluePoint13Y" fmla="*/ 7256 h 60465"/>
              <a:gd name="GluePoint14X" fmla="*/ 42689 w 58984"/>
              <a:gd name="GluePoint14Y" fmla="*/ 7256 h 60465"/>
              <a:gd name="GluePoint15X" fmla="*/ 40633 w 58984"/>
              <a:gd name="GluePoint15Y" fmla="*/ 0 h 60465"/>
              <a:gd name="GluePoint16X" fmla="*/ 32107 w 58984"/>
              <a:gd name="GluePoint16Y" fmla="*/ 786 h 60465"/>
              <a:gd name="GluePoint17X" fmla="*/ 32682 w 58984"/>
              <a:gd name="GluePoint17Y" fmla="*/ 2540 h 60465"/>
              <a:gd name="GluePoint18X" fmla="*/ 34405 w 58984"/>
              <a:gd name="GluePoint18Y" fmla="*/ 7256 h 60465"/>
              <a:gd name="GluePoint19X" fmla="*/ 20195 w 58984"/>
              <a:gd name="GluePoint19Y" fmla="*/ 7256 h 60465"/>
              <a:gd name="GluePoint20X" fmla="*/ 20195 w 58984"/>
              <a:gd name="GluePoint20Y" fmla="*/ 20195 h 60465"/>
              <a:gd name="GluePoint21X" fmla="*/ 0 w 58984"/>
              <a:gd name="GluePoint21Y" fmla="*/ 60465 h 60465"/>
              <a:gd name="GluePoint22X" fmla="*/ 7498 w 58984"/>
              <a:gd name="GluePoint22Y" fmla="*/ 60465 h 60465"/>
              <a:gd name="GluePoint23X" fmla="*/ 7498 w 58984"/>
              <a:gd name="GluePoint23Y" fmla="*/ 41903 h 60465"/>
              <a:gd name="GluePoint24X" fmla="*/ 9312 w 58984"/>
              <a:gd name="GluePoint24Y" fmla="*/ 47586 h 60465"/>
              <a:gd name="GluePoint25X" fmla="*/ 19409 w 58984"/>
              <a:gd name="GluePoint25Y" fmla="*/ 36975 h 60465"/>
              <a:gd name="GluePoint26X" fmla="*/ 28207 w 58984"/>
              <a:gd name="GluePoint26Y" fmla="*/ 36975 h 60465"/>
              <a:gd name="GluePoint27X" fmla="*/ 12940 w 58984"/>
              <a:gd name="GluePoint27Y" fmla="*/ 53965 h 60465"/>
              <a:gd name="GluePoint28X" fmla="*/ 18351 w 58984"/>
              <a:gd name="GluePoint28Y" fmla="*/ 60435 h 60465"/>
              <a:gd name="GluePoint29X" fmla="*/ 32228 w 58984"/>
              <a:gd name="GluePoint29Y" fmla="*/ 51124 h 60465"/>
              <a:gd name="GluePoint30X" fmla="*/ 35433 w 58984"/>
              <a:gd name="GluePoint30Y" fmla="*/ 36975 h 60465"/>
              <a:gd name="GluePoint31X" fmla="*/ 37761 w 58984"/>
              <a:gd name="GluePoint31Y" fmla="*/ 36975 h 60465"/>
              <a:gd name="GluePoint32X" fmla="*/ 37761 w 58984"/>
              <a:gd name="GluePoint32Y" fmla="*/ 55265 h 60465"/>
              <a:gd name="GluePoint33X" fmla="*/ 42930 w 58984"/>
              <a:gd name="GluePoint33Y" fmla="*/ 59407 h 60465"/>
              <a:gd name="GluePoint34X" fmla="*/ 50942 w 58984"/>
              <a:gd name="GluePoint34Y" fmla="*/ 59407 h 60465"/>
              <a:gd name="GluePoint35X" fmla="*/ 56868 w 58984"/>
              <a:gd name="GluePoint35Y" fmla="*/ 57261 h 60465"/>
              <a:gd name="GluePoint36X" fmla="*/ 58984 w 58984"/>
              <a:gd name="GluePoint36Y" fmla="*/ 48856 h 60465"/>
              <a:gd name="GluePoint37X" fmla="*/ 51728 w 58984"/>
              <a:gd name="GluePoint37Y" fmla="*/ 46014 h 60465"/>
              <a:gd name="GluePoint38X" fmla="*/ 49400 w 58984"/>
              <a:gd name="GluePoint38Y" fmla="*/ 52484 h 60465"/>
              <a:gd name="GluePoint39X" fmla="*/ 46830 w 58984"/>
              <a:gd name="GluePoint39Y" fmla="*/ 52484 h 60465"/>
              <a:gd name="GluePoint40X" fmla="*/ 45531 w 58984"/>
              <a:gd name="GluePoint40Y" fmla="*/ 50670 h 60465"/>
              <a:gd name="GluePoint41X" fmla="*/ 45531 w 58984"/>
              <a:gd name="GluePoint41Y" fmla="*/ 36975 h 60465"/>
              <a:gd name="GluePoint42X" fmla="*/ 56928 w 58984"/>
              <a:gd name="GluePoint42Y" fmla="*/ 36975 h 60465"/>
              <a:gd name="GluePoint43X" fmla="*/ 56928 w 58984"/>
              <a:gd name="GluePoint43Y" fmla="*/ 29991 h 60465"/>
              <a:gd name="GluePoint44X" fmla="*/ 19440 w 58984"/>
              <a:gd name="GluePoint44Y" fmla="*/ 29991 h 60465"/>
              <a:gd name="GluePoint45X" fmla="*/ 19440 w 58984"/>
              <a:gd name="GluePoint45Y" fmla="*/ 35161 h 60465"/>
              <a:gd name="GluePoint46X" fmla="*/ 15298 w 58984"/>
              <a:gd name="GluePoint46Y" fmla="*/ 23763 h 60465"/>
              <a:gd name="GluePoint47X" fmla="*/ 16507 w 58984"/>
              <a:gd name="GluePoint47Y" fmla="*/ 17323 h 60465"/>
              <a:gd name="GluePoint48X" fmla="*/ 19168 w 58984"/>
              <a:gd name="GluePoint48Y" fmla="*/ 3054 h 60465"/>
              <a:gd name="GluePoint49X" fmla="*/ 30 w 58984"/>
              <a:gd name="GluePoint49Y" fmla="*/ 3054 h 60465"/>
              <a:gd name="GluePoint50X" fmla="*/ 30 w 58984"/>
              <a:gd name="GluePoint50Y" fmla="*/ 60405 h 60465"/>
              <a:gd name="GluePoint51X" fmla="*/ 27935 w 58984"/>
              <a:gd name="GluePoint51Y" fmla="*/ 18895 h 60465"/>
              <a:gd name="GluePoint52X" fmla="*/ 27935 w 58984"/>
              <a:gd name="GluePoint52Y" fmla="*/ 13726 h 60465"/>
              <a:gd name="GluePoint53X" fmla="*/ 47344 w 58984"/>
              <a:gd name="GluePoint53Y" fmla="*/ 13726 h 60465"/>
              <a:gd name="GluePoint54X" fmla="*/ 47344 w 58984"/>
              <a:gd name="GluePoint54Y" fmla="*/ 18895 h 60465"/>
              <a:gd name="GluePoint55X" fmla="*/ 27935 w 58984"/>
              <a:gd name="GluePoint55Y" fmla="*/ 18895 h 60465"/>
            </a:gdLst>
            <a:ahLst/>
            <a:cxnLst/>
            <a:rect l="textAreaLeft" t="textAreaTop" r="textAreaRight" b="textAreaBottom"/>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00" name="任意多边形: 形状 38"/>
          <p:cNvSpPr>
            <a:spLocks noGrp="1"/>
          </p:cNvSpPr>
          <p:nvPr/>
        </p:nvSpPr>
        <p:spPr>
          <a:xfrm>
            <a:off x="10939320" y="6556320"/>
            <a:ext cx="100440" cy="101520"/>
          </a:xfrm>
          <a:custGeom>
            <a:avLst/>
            <a:gdLst>
              <a:gd name="textAreaLeft" fmla="*/ 0 w 100440"/>
              <a:gd name="textAreaRight" fmla="*/ 100800 w 100440"/>
              <a:gd name="textAreaTop" fmla="*/ 0 h 101520"/>
              <a:gd name="textAreaBottom" fmla="*/ 101880 h 101520"/>
              <a:gd name="GluePoint1X" fmla="*/ 242 w 60525"/>
              <a:gd name="GluePoint1Y" fmla="*/ 14754 h 61221"/>
              <a:gd name="GluePoint2X" fmla="*/ 242 w 60525"/>
              <a:gd name="GluePoint2Y" fmla="*/ 8284 h 61221"/>
              <a:gd name="GluePoint3X" fmla="*/ 8767 w 60525"/>
              <a:gd name="GluePoint3Y" fmla="*/ 8284 h 61221"/>
              <a:gd name="GluePoint4X" fmla="*/ 9040 w 60525"/>
              <a:gd name="GluePoint4Y" fmla="*/ 7407 h 61221"/>
              <a:gd name="GluePoint5X" fmla="*/ 11126 w 60525"/>
              <a:gd name="GluePoint5Y" fmla="*/ 0 h 61221"/>
              <a:gd name="GluePoint6X" fmla="*/ 19651 w 60525"/>
              <a:gd name="GluePoint6Y" fmla="*/ 2600 h 61221"/>
              <a:gd name="GluePoint7X" fmla="*/ 16809 w 60525"/>
              <a:gd name="GluePoint7Y" fmla="*/ 8284 h 61221"/>
              <a:gd name="GluePoint8X" fmla="*/ 28207 w 60525"/>
              <a:gd name="GluePoint8Y" fmla="*/ 8284 h 61221"/>
              <a:gd name="GluePoint9X" fmla="*/ 28207 w 60525"/>
              <a:gd name="GluePoint9Y" fmla="*/ 14754 h 61221"/>
              <a:gd name="GluePoint10X" fmla="*/ 14512 w 60525"/>
              <a:gd name="GluePoint10Y" fmla="*/ 14754 h 61221"/>
              <a:gd name="GluePoint11X" fmla="*/ 13061 w 60525"/>
              <a:gd name="GluePoint11Y" fmla="*/ 18382 h 61221"/>
              <a:gd name="GluePoint12X" fmla="*/ 9614 w 60525"/>
              <a:gd name="GluePoint12Y" fmla="*/ 27179 h 61221"/>
              <a:gd name="GluePoint13X" fmla="*/ 13756 w 60525"/>
              <a:gd name="GluePoint13Y" fmla="*/ 27179 h 61221"/>
              <a:gd name="GluePoint14X" fmla="*/ 13756 w 60525"/>
              <a:gd name="GluePoint14Y" fmla="*/ 17868 h 61221"/>
              <a:gd name="GluePoint15X" fmla="*/ 15298 w 60525"/>
              <a:gd name="GluePoint15Y" fmla="*/ 17868 h 61221"/>
              <a:gd name="GluePoint16X" fmla="*/ 19984 w 60525"/>
              <a:gd name="GluePoint16Y" fmla="*/ 18019 h 61221"/>
              <a:gd name="GluePoint17X" fmla="*/ 21495 w 60525"/>
              <a:gd name="GluePoint17Y" fmla="*/ 18623 h 61221"/>
              <a:gd name="GluePoint18X" fmla="*/ 21405 w 60525"/>
              <a:gd name="GluePoint18Y" fmla="*/ 19833 h 61221"/>
              <a:gd name="GluePoint19X" fmla="*/ 20981 w 60525"/>
              <a:gd name="GluePoint19Y" fmla="*/ 24065 h 61221"/>
              <a:gd name="GluePoint20X" fmla="*/ 20981 w 60525"/>
              <a:gd name="GluePoint20Y" fmla="*/ 27179 h 61221"/>
              <a:gd name="GluePoint21X" fmla="*/ 28479 w 60525"/>
              <a:gd name="GluePoint21Y" fmla="*/ 27179 h 61221"/>
              <a:gd name="GluePoint22X" fmla="*/ 28479 w 60525"/>
              <a:gd name="GluePoint22Y" fmla="*/ 33649 h 61221"/>
              <a:gd name="GluePoint23X" fmla="*/ 20981 w 60525"/>
              <a:gd name="GluePoint23Y" fmla="*/ 33649 h 61221"/>
              <a:gd name="GluePoint24X" fmla="*/ 20981 w 60525"/>
              <a:gd name="GluePoint24Y" fmla="*/ 39091 h 61221"/>
              <a:gd name="GluePoint25X" fmla="*/ 30535 w 60525"/>
              <a:gd name="GluePoint25Y" fmla="*/ 38063 h 61221"/>
              <a:gd name="GluePoint26X" fmla="*/ 30535 w 60525"/>
              <a:gd name="GluePoint26Y" fmla="*/ 44775 h 61221"/>
              <a:gd name="GluePoint27X" fmla="*/ 20981 w 60525"/>
              <a:gd name="GluePoint27Y" fmla="*/ 45803 h 61221"/>
              <a:gd name="GluePoint28X" fmla="*/ 20981 w 60525"/>
              <a:gd name="GluePoint28Y" fmla="*/ 59952 h 61221"/>
              <a:gd name="GluePoint29X" fmla="*/ 13726 w 60525"/>
              <a:gd name="GluePoint29Y" fmla="*/ 59952 h 61221"/>
              <a:gd name="GluePoint30X" fmla="*/ 13726 w 60525"/>
              <a:gd name="GluePoint30Y" fmla="*/ 47072 h 61221"/>
              <a:gd name="GluePoint31X" fmla="*/ 1814 w 60525"/>
              <a:gd name="GluePoint31Y" fmla="*/ 49672 h 61221"/>
              <a:gd name="GluePoint32X" fmla="*/ 0 w 60525"/>
              <a:gd name="GluePoint32Y" fmla="*/ 40875 h 61221"/>
              <a:gd name="GluePoint33X" fmla="*/ 13695 w 60525"/>
              <a:gd name="GluePoint33Y" fmla="*/ 39847 h 61221"/>
              <a:gd name="GluePoint34X" fmla="*/ 13695 w 60525"/>
              <a:gd name="GluePoint34Y" fmla="*/ 33921 h 61221"/>
              <a:gd name="GluePoint35X" fmla="*/ 13030 w 60525"/>
              <a:gd name="GluePoint35Y" fmla="*/ 33921 h 61221"/>
              <a:gd name="GluePoint36X" fmla="*/ 2600 w 60525"/>
              <a:gd name="GluePoint36Y" fmla="*/ 34919 h 61221"/>
              <a:gd name="GluePoint37X" fmla="*/ 514 w 60525"/>
              <a:gd name="GluePoint37Y" fmla="*/ 27421 h 61221"/>
              <a:gd name="GluePoint38X" fmla="*/ 1330 w 60525"/>
              <a:gd name="GluePoint38Y" fmla="*/ 26544 h 61221"/>
              <a:gd name="GluePoint39X" fmla="*/ 2086 w 60525"/>
              <a:gd name="GluePoint39Y" fmla="*/ 25879 h 61221"/>
              <a:gd name="GluePoint40X" fmla="*/ 5442 w 60525"/>
              <a:gd name="GluePoint40Y" fmla="*/ 18654 h 61221"/>
              <a:gd name="GluePoint41X" fmla="*/ 6742 w 60525"/>
              <a:gd name="GluePoint41Y" fmla="*/ 14754 h 61221"/>
              <a:gd name="GluePoint42X" fmla="*/ 272 w 60525"/>
              <a:gd name="GluePoint42Y" fmla="*/ 14754 h 61221"/>
              <a:gd name="GluePoint43X" fmla="*/ 37217 w 60525"/>
              <a:gd name="GluePoint43Y" fmla="*/ 28449 h 61221"/>
              <a:gd name="GluePoint44X" fmla="*/ 37217 w 60525"/>
              <a:gd name="GluePoint44Y" fmla="*/ 20437 h 61221"/>
              <a:gd name="GluePoint45X" fmla="*/ 41630 w 60525"/>
              <a:gd name="GluePoint45Y" fmla="*/ 20437 h 61221"/>
              <a:gd name="GluePoint46X" fmla="*/ 46286 w 60525"/>
              <a:gd name="GluePoint46Y" fmla="*/ 21737 h 61221"/>
              <a:gd name="GluePoint47X" fmla="*/ 46165 w 60525"/>
              <a:gd name="GluePoint47Y" fmla="*/ 22584 h 61221"/>
              <a:gd name="GluePoint48X" fmla="*/ 45772 w 60525"/>
              <a:gd name="GluePoint48Y" fmla="*/ 26907 h 61221"/>
              <a:gd name="GluePoint49X" fmla="*/ 45772 w 60525"/>
              <a:gd name="GluePoint49Y" fmla="*/ 28449 h 61221"/>
              <a:gd name="GluePoint50X" fmla="*/ 60526 w 60525"/>
              <a:gd name="GluePoint50Y" fmla="*/ 53300 h 61221"/>
              <a:gd name="GluePoint51X" fmla="*/ 53542 w 60525"/>
              <a:gd name="GluePoint51Y" fmla="*/ 60465 h 61221"/>
              <a:gd name="GluePoint52X" fmla="*/ 42417 w 60525"/>
              <a:gd name="GluePoint52Y" fmla="*/ 44744 h 61221"/>
              <a:gd name="GluePoint53X" fmla="*/ 29749 w 60525"/>
              <a:gd name="GluePoint53Y" fmla="*/ 61221 h 61221"/>
              <a:gd name="GluePoint54X" fmla="*/ 22765 w 60525"/>
              <a:gd name="GluePoint54Y" fmla="*/ 55538 h 61221"/>
              <a:gd name="GluePoint55X" fmla="*/ 37247 w 60525"/>
              <a:gd name="GluePoint55Y" fmla="*/ 28419 h 61221"/>
              <a:gd name="GluePoint56X" fmla="*/ 38758 w 60525"/>
              <a:gd name="GluePoint56Y" fmla="*/ 10884 h 61221"/>
              <a:gd name="GluePoint57X" fmla="*/ 59710 w 60525"/>
              <a:gd name="GluePoint57Y" fmla="*/ 10884 h 61221"/>
              <a:gd name="GluePoint58X" fmla="*/ 56596 w 60525"/>
              <a:gd name="GluePoint58Y" fmla="*/ 24851 h 61221"/>
              <a:gd name="GluePoint59X" fmla="*/ 48312 w 60525"/>
              <a:gd name="GluePoint59Y" fmla="*/ 24337 h 61221"/>
              <a:gd name="GluePoint60X" fmla="*/ 49854 w 60525"/>
              <a:gd name="GluePoint60Y" fmla="*/ 18140 h 61221"/>
              <a:gd name="GluePoint61X" fmla="*/ 36128 w 60525"/>
              <a:gd name="GluePoint61Y" fmla="*/ 18140 h 61221"/>
              <a:gd name="GluePoint62X" fmla="*/ 32258 w 60525"/>
              <a:gd name="GluePoint62Y" fmla="*/ 25879 h 61221"/>
              <a:gd name="GluePoint63X" fmla="*/ 24488 w 60525"/>
              <a:gd name="GluePoint63Y" fmla="*/ 23037 h 61221"/>
              <a:gd name="GluePoint64X" fmla="*/ 33286 w 60525"/>
              <a:gd name="GluePoint64Y" fmla="*/ 30 h 61221"/>
              <a:gd name="GluePoint65X" fmla="*/ 39877 w 60525"/>
              <a:gd name="GluePoint65Y" fmla="*/ 1905 h 61221"/>
              <a:gd name="GluePoint66X" fmla="*/ 43112 w 60525"/>
              <a:gd name="GluePoint66Y" fmla="*/ 2872 h 61221"/>
              <a:gd name="GluePoint67X" fmla="*/ 38698 w 60525"/>
              <a:gd name="GluePoint67Y" fmla="*/ 10884 h 61221"/>
            </a:gdLst>
            <a:ahLst/>
            <a:cxnLst/>
            <a:rect l="textAreaLeft" t="textAreaTop" r="textAreaRight" b="textAreaBottom"/>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01" name="任意多边形: 形状 39"/>
          <p:cNvSpPr>
            <a:spLocks noGrp="1"/>
          </p:cNvSpPr>
          <p:nvPr/>
        </p:nvSpPr>
        <p:spPr>
          <a:xfrm>
            <a:off x="11086200" y="6557040"/>
            <a:ext cx="101880" cy="100080"/>
          </a:xfrm>
          <a:custGeom>
            <a:avLst/>
            <a:gdLst>
              <a:gd name="textAreaLeft" fmla="*/ 0 w 101880"/>
              <a:gd name="textAreaRight" fmla="*/ 102240 w 101880"/>
              <a:gd name="textAreaTop" fmla="*/ 0 h 100080"/>
              <a:gd name="textAreaBottom" fmla="*/ 100440 h 100080"/>
              <a:gd name="GluePoint1X" fmla="*/ 17868 w 61553"/>
              <a:gd name="GluePoint1Y" fmla="*/ 16007 h 60479"/>
              <a:gd name="GluePoint2X" fmla="*/ 17868 w 61553"/>
              <a:gd name="GluePoint2Y" fmla="*/ 59663 h 60479"/>
              <a:gd name="GluePoint3X" fmla="*/ 9856 w 61553"/>
              <a:gd name="GluePoint3Y" fmla="*/ 59663 h 60479"/>
              <a:gd name="GluePoint4X" fmla="*/ 9856 w 61553"/>
              <a:gd name="GluePoint4Y" fmla="*/ 30761 h 60479"/>
              <a:gd name="GluePoint5X" fmla="*/ 5714 w 61553"/>
              <a:gd name="GluePoint5Y" fmla="*/ 36202 h 60479"/>
              <a:gd name="GluePoint6X" fmla="*/ 5654 w 61553"/>
              <a:gd name="GluePoint6Y" fmla="*/ 36323 h 60479"/>
              <a:gd name="GluePoint7X" fmla="*/ 5442 w 61553"/>
              <a:gd name="GluePoint7Y" fmla="*/ 36202 h 60479"/>
              <a:gd name="GluePoint8X" fmla="*/ 0 w 61553"/>
              <a:gd name="GluePoint8Y" fmla="*/ 31305 h 60479"/>
              <a:gd name="GluePoint9X" fmla="*/ 0 w 61553"/>
              <a:gd name="GluePoint9Y" fmla="*/ 31063 h 60479"/>
              <a:gd name="GluePoint10X" fmla="*/ 12668 w 61553"/>
              <a:gd name="GluePoint10Y" fmla="*/ 14 h 60479"/>
              <a:gd name="GluePoint11X" fmla="*/ 21465 w 61553"/>
              <a:gd name="GluePoint11Y" fmla="*/ 2100 h 60479"/>
              <a:gd name="GluePoint12X" fmla="*/ 22251 w 61553"/>
              <a:gd name="GluePoint12Y" fmla="*/ 3400 h 60479"/>
              <a:gd name="GluePoint13X" fmla="*/ 21647 w 61553"/>
              <a:gd name="GluePoint13Y" fmla="*/ 5123 h 60479"/>
              <a:gd name="GluePoint14X" fmla="*/ 17868 w 61553"/>
              <a:gd name="GluePoint14Y" fmla="*/ 16098 h 60479"/>
              <a:gd name="GluePoint15X" fmla="*/ 32077 w 61553"/>
              <a:gd name="GluePoint15Y" fmla="*/ 13437 h 60479"/>
              <a:gd name="GluePoint16X" fmla="*/ 37247 w 61553"/>
              <a:gd name="GluePoint16Y" fmla="*/ 13437 h 60479"/>
              <a:gd name="GluePoint17X" fmla="*/ 37247 w 61553"/>
              <a:gd name="GluePoint17Y" fmla="*/ 226 h 60479"/>
              <a:gd name="GluePoint18X" fmla="*/ 40089 w 61553"/>
              <a:gd name="GluePoint18Y" fmla="*/ 226 h 60479"/>
              <a:gd name="GluePoint19X" fmla="*/ 44956 w 61553"/>
              <a:gd name="GluePoint19Y" fmla="*/ 407 h 60479"/>
              <a:gd name="GluePoint20X" fmla="*/ 46317 w 61553"/>
              <a:gd name="GluePoint20Y" fmla="*/ 1253 h 60479"/>
              <a:gd name="GluePoint21X" fmla="*/ 46135 w 61553"/>
              <a:gd name="GluePoint21Y" fmla="*/ 2977 h 60479"/>
              <a:gd name="GluePoint22X" fmla="*/ 45531 w 61553"/>
              <a:gd name="GluePoint22Y" fmla="*/ 5667 h 60479"/>
              <a:gd name="GluePoint23X" fmla="*/ 45531 w 61553"/>
              <a:gd name="GluePoint23Y" fmla="*/ 13437 h 60479"/>
              <a:gd name="GluePoint24X" fmla="*/ 58198 w 61553"/>
              <a:gd name="GluePoint24Y" fmla="*/ 13437 h 60479"/>
              <a:gd name="GluePoint25X" fmla="*/ 58198 w 61553"/>
              <a:gd name="GluePoint25Y" fmla="*/ 20421 h 60479"/>
              <a:gd name="GluePoint26X" fmla="*/ 45531 w 61553"/>
              <a:gd name="GluePoint26Y" fmla="*/ 20421 h 60479"/>
              <a:gd name="GluePoint27X" fmla="*/ 45531 w 61553"/>
              <a:gd name="GluePoint27Y" fmla="*/ 31819 h 60479"/>
              <a:gd name="GluePoint28X" fmla="*/ 61554 w 61553"/>
              <a:gd name="GluePoint28Y" fmla="*/ 31819 h 60479"/>
              <a:gd name="GluePoint29X" fmla="*/ 61554 w 61553"/>
              <a:gd name="GluePoint29Y" fmla="*/ 39075 h 60479"/>
              <a:gd name="GluePoint30X" fmla="*/ 45531 w 61553"/>
              <a:gd name="GluePoint30Y" fmla="*/ 39075 h 60479"/>
              <a:gd name="GluePoint31X" fmla="*/ 45531 w 61553"/>
              <a:gd name="GluePoint31Y" fmla="*/ 60479 h 60479"/>
              <a:gd name="GluePoint32X" fmla="*/ 37519 w 61553"/>
              <a:gd name="GluePoint32Y" fmla="*/ 60479 h 60479"/>
              <a:gd name="GluePoint33X" fmla="*/ 37519 w 61553"/>
              <a:gd name="GluePoint33Y" fmla="*/ 39075 h 60479"/>
              <a:gd name="GluePoint34X" fmla="*/ 19923 w 61553"/>
              <a:gd name="GluePoint34Y" fmla="*/ 39075 h 60479"/>
              <a:gd name="GluePoint35X" fmla="*/ 19923 w 61553"/>
              <a:gd name="GluePoint35Y" fmla="*/ 31819 h 60479"/>
              <a:gd name="GluePoint36X" fmla="*/ 37519 w 61553"/>
              <a:gd name="GluePoint36Y" fmla="*/ 31819 h 60479"/>
              <a:gd name="GluePoint37X" fmla="*/ 37519 w 61553"/>
              <a:gd name="GluePoint37Y" fmla="*/ 20421 h 60479"/>
              <a:gd name="GluePoint38X" fmla="*/ 30293 w 61553"/>
              <a:gd name="GluePoint38Y" fmla="*/ 20421 h 60479"/>
              <a:gd name="GluePoint39X" fmla="*/ 26423 w 61553"/>
              <a:gd name="GluePoint39Y" fmla="*/ 29733 h 60479"/>
              <a:gd name="GluePoint40X" fmla="*/ 19682 w 61553"/>
              <a:gd name="GluePoint40Y" fmla="*/ 27163 h 60479"/>
              <a:gd name="GluePoint41X" fmla="*/ 25879 w 61553"/>
              <a:gd name="GluePoint41Y" fmla="*/ 5426 h 60479"/>
              <a:gd name="GluePoint42X" fmla="*/ 33105 w 61553"/>
              <a:gd name="GluePoint42Y" fmla="*/ 6967 h 60479"/>
              <a:gd name="GluePoint43X" fmla="*/ 33861 w 61553"/>
              <a:gd name="GluePoint43Y" fmla="*/ 7270 h 60479"/>
              <a:gd name="GluePoint44X" fmla="*/ 33649 w 61553"/>
              <a:gd name="GluePoint44Y" fmla="*/ 8267 h 60479"/>
              <a:gd name="GluePoint45X" fmla="*/ 32954 w 61553"/>
              <a:gd name="GluePoint45Y" fmla="*/ 10565 h 60479"/>
              <a:gd name="GluePoint46X" fmla="*/ 32077 w 61553"/>
              <a:gd name="GluePoint46Y" fmla="*/ 13437 h 60479"/>
            </a:gdLst>
            <a:ahLst/>
            <a:cxnLst/>
            <a:rect l="textAreaLeft" t="textAreaTop" r="textAreaRight" b="textAreaBottom"/>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02" name="任意多边形: 形状 40"/>
          <p:cNvSpPr>
            <a:spLocks noGrp="1"/>
          </p:cNvSpPr>
          <p:nvPr/>
        </p:nvSpPr>
        <p:spPr>
          <a:xfrm>
            <a:off x="11233800" y="6560640"/>
            <a:ext cx="102960" cy="96480"/>
          </a:xfrm>
          <a:custGeom>
            <a:avLst/>
            <a:gdLst>
              <a:gd name="textAreaLeft" fmla="*/ 0 w 102960"/>
              <a:gd name="textAreaRight" fmla="*/ 103320 w 102960"/>
              <a:gd name="textAreaTop" fmla="*/ 0 h 96480"/>
              <a:gd name="textAreaBottom" fmla="*/ 96840 h 96480"/>
              <a:gd name="GluePoint1X" fmla="*/ 41389 w 62067"/>
              <a:gd name="GluePoint1Y" fmla="*/ 23037 h 58137"/>
              <a:gd name="GluePoint2X" fmla="*/ 41389 w 62067"/>
              <a:gd name="GluePoint2Y" fmla="*/ 6742 h 58137"/>
              <a:gd name="GluePoint3X" fmla="*/ 46558 w 62067"/>
              <a:gd name="GluePoint3Y" fmla="*/ 6742 h 58137"/>
              <a:gd name="GluePoint4X" fmla="*/ 46558 w 62067"/>
              <a:gd name="GluePoint4Y" fmla="*/ 23037 h 58137"/>
              <a:gd name="GluePoint5X" fmla="*/ 41389 w 62067"/>
              <a:gd name="GluePoint5Y" fmla="*/ 23037 h 58137"/>
              <a:gd name="GluePoint6X" fmla="*/ 1300 w 62067"/>
              <a:gd name="GluePoint6Y" fmla="*/ 8526 h 58137"/>
              <a:gd name="GluePoint7X" fmla="*/ 9312 w 62067"/>
              <a:gd name="GluePoint7Y" fmla="*/ 8526 h 58137"/>
              <a:gd name="GluePoint8X" fmla="*/ 0 w 62067"/>
              <a:gd name="GluePoint8Y" fmla="*/ 30505 h 58137"/>
              <a:gd name="GluePoint9X" fmla="*/ 2419 w 62067"/>
              <a:gd name="GluePoint9Y" fmla="*/ 34133 h 58137"/>
              <a:gd name="GluePoint10X" fmla="*/ 4656 w 62067"/>
              <a:gd name="GluePoint10Y" fmla="*/ 37489 h 58137"/>
              <a:gd name="GluePoint11X" fmla="*/ 6984 w 62067"/>
              <a:gd name="GluePoint11Y" fmla="*/ 34889 h 58137"/>
              <a:gd name="GluePoint12X" fmla="*/ 6984 w 62067"/>
              <a:gd name="GluePoint12Y" fmla="*/ 51396 h 58137"/>
              <a:gd name="GluePoint13X" fmla="*/ 14240 w 62067"/>
              <a:gd name="GluePoint13Y" fmla="*/ 51396 h 58137"/>
              <a:gd name="GluePoint14X" fmla="*/ 14240 w 62067"/>
              <a:gd name="GluePoint14Y" fmla="*/ 45500 h 58137"/>
              <a:gd name="GluePoint15X" fmla="*/ 19137 w 62067"/>
              <a:gd name="GluePoint15Y" fmla="*/ 45500 h 58137"/>
              <a:gd name="GluePoint16X" fmla="*/ 19137 w 62067"/>
              <a:gd name="GluePoint16Y" fmla="*/ 47586 h 58137"/>
              <a:gd name="GluePoint17X" fmla="*/ 26877 w 62067"/>
              <a:gd name="GluePoint17Y" fmla="*/ 47586 h 58137"/>
              <a:gd name="GluePoint18X" fmla="*/ 26877 w 62067"/>
              <a:gd name="GluePoint18Y" fmla="*/ 29991 h 58137"/>
              <a:gd name="GluePoint19X" fmla="*/ 33347 w 62067"/>
              <a:gd name="GluePoint19Y" fmla="*/ 29991 h 58137"/>
              <a:gd name="GluePoint20X" fmla="*/ 33347 w 62067"/>
              <a:gd name="GluePoint20Y" fmla="*/ 31533 h 58137"/>
              <a:gd name="GluePoint21X" fmla="*/ 22221 w 62067"/>
              <a:gd name="GluePoint21Y" fmla="*/ 52696 h 58137"/>
              <a:gd name="GluePoint22X" fmla="*/ 29961 w 62067"/>
              <a:gd name="GluePoint22Y" fmla="*/ 58138 h 58137"/>
              <a:gd name="GluePoint23X" fmla="*/ 41086 w 62067"/>
              <a:gd name="GluePoint23Y" fmla="*/ 31049 h 58137"/>
              <a:gd name="GluePoint24X" fmla="*/ 41086 w 62067"/>
              <a:gd name="GluePoint24Y" fmla="*/ 30021 h 58137"/>
              <a:gd name="GluePoint25X" fmla="*/ 46528 w 62067"/>
              <a:gd name="GluePoint25Y" fmla="*/ 30021 h 58137"/>
              <a:gd name="GluePoint26X" fmla="*/ 46528 w 62067"/>
              <a:gd name="GluePoint26Y" fmla="*/ 57896 h 58137"/>
              <a:gd name="GluePoint27X" fmla="*/ 54812 w 62067"/>
              <a:gd name="GluePoint27Y" fmla="*/ 57896 h 58137"/>
              <a:gd name="GluePoint28X" fmla="*/ 54812 w 62067"/>
              <a:gd name="GluePoint28Y" fmla="*/ 30021 h 58137"/>
              <a:gd name="GluePoint29X" fmla="*/ 62068 w 62067"/>
              <a:gd name="GluePoint29Y" fmla="*/ 30021 h 58137"/>
              <a:gd name="GluePoint30X" fmla="*/ 62068 w 62067"/>
              <a:gd name="GluePoint30Y" fmla="*/ 22765 h 58137"/>
              <a:gd name="GluePoint31X" fmla="*/ 54812 w 62067"/>
              <a:gd name="GluePoint31Y" fmla="*/ 22765 h 58137"/>
              <a:gd name="GluePoint32X" fmla="*/ 54812 w 62067"/>
              <a:gd name="GluePoint32Y" fmla="*/ 6984 h 58137"/>
              <a:gd name="GluePoint33X" fmla="*/ 59740 w 62067"/>
              <a:gd name="GluePoint33Y" fmla="*/ 6984 h 58137"/>
              <a:gd name="GluePoint34X" fmla="*/ 59740 w 62067"/>
              <a:gd name="GluePoint34Y" fmla="*/ 0 h 58137"/>
              <a:gd name="GluePoint35X" fmla="*/ 27663 w 62067"/>
              <a:gd name="GluePoint35Y" fmla="*/ 0 h 58137"/>
              <a:gd name="GluePoint36X" fmla="*/ 27663 w 62067"/>
              <a:gd name="GluePoint36Y" fmla="*/ 1542 h 58137"/>
              <a:gd name="GluePoint37X" fmla="*/ 1270 w 62067"/>
              <a:gd name="GluePoint37Y" fmla="*/ 1542 h 58137"/>
              <a:gd name="GluePoint38X" fmla="*/ 1270 w 62067"/>
              <a:gd name="GluePoint38Y" fmla="*/ 8526 h 58137"/>
              <a:gd name="GluePoint39X" fmla="*/ 17081 w 62067"/>
              <a:gd name="GluePoint39Y" fmla="*/ 10914 h 58137"/>
              <a:gd name="GluePoint40X" fmla="*/ 17595 w 62067"/>
              <a:gd name="GluePoint40Y" fmla="*/ 8526 h 58137"/>
              <a:gd name="GluePoint41X" fmla="*/ 28207 w 62067"/>
              <a:gd name="GluePoint41Y" fmla="*/ 8526 h 58137"/>
              <a:gd name="GluePoint42X" fmla="*/ 28207 w 62067"/>
              <a:gd name="GluePoint42Y" fmla="*/ 6984 h 58137"/>
              <a:gd name="GluePoint43X" fmla="*/ 33377 w 62067"/>
              <a:gd name="GluePoint43Y" fmla="*/ 6984 h 58137"/>
              <a:gd name="GluePoint44X" fmla="*/ 33377 w 62067"/>
              <a:gd name="GluePoint44Y" fmla="*/ 23007 h 58137"/>
              <a:gd name="GluePoint45X" fmla="*/ 26907 w 62067"/>
              <a:gd name="GluePoint45Y" fmla="*/ 23007 h 58137"/>
              <a:gd name="GluePoint46X" fmla="*/ 26907 w 62067"/>
              <a:gd name="GluePoint46Y" fmla="*/ 18351 h 58137"/>
              <a:gd name="GluePoint47X" fmla="*/ 15026 w 62067"/>
              <a:gd name="GluePoint47Y" fmla="*/ 18351 h 58137"/>
              <a:gd name="GluePoint48X" fmla="*/ 17081 w 62067"/>
              <a:gd name="GluePoint48Y" fmla="*/ 10914 h 58137"/>
              <a:gd name="GluePoint49X" fmla="*/ 19168 w 62067"/>
              <a:gd name="GluePoint49Y" fmla="*/ 25093 h 58137"/>
              <a:gd name="GluePoint50X" fmla="*/ 19168 w 62067"/>
              <a:gd name="GluePoint50Y" fmla="*/ 39333 h 58137"/>
              <a:gd name="GluePoint51X" fmla="*/ 14270 w 62067"/>
              <a:gd name="GluePoint51Y" fmla="*/ 39333 h 58137"/>
              <a:gd name="GluePoint52X" fmla="*/ 14270 w 62067"/>
              <a:gd name="GluePoint52Y" fmla="*/ 25093 h 58137"/>
              <a:gd name="GluePoint53X" fmla="*/ 19168 w 62067"/>
              <a:gd name="GluePoint53Y" fmla="*/ 25093 h 58137"/>
            </a:gdLst>
            <a:ahLst/>
            <a:cxnLst/>
            <a:rect l="textAreaLeft" t="textAreaTop" r="textAreaRight" b="textAreaBottom"/>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03" name="任意多边形: 形状 41"/>
          <p:cNvSpPr>
            <a:spLocks noGrp="1"/>
          </p:cNvSpPr>
          <p:nvPr/>
        </p:nvSpPr>
        <p:spPr>
          <a:xfrm>
            <a:off x="11384280" y="6557040"/>
            <a:ext cx="97560" cy="100440"/>
          </a:xfrm>
          <a:custGeom>
            <a:avLst/>
            <a:gdLst>
              <a:gd name="textAreaLeft" fmla="*/ 0 w 97560"/>
              <a:gd name="textAreaRight" fmla="*/ 97920 w 97560"/>
              <a:gd name="textAreaTop" fmla="*/ 0 h 100440"/>
              <a:gd name="textAreaBottom" fmla="*/ 100800 h 100440"/>
              <a:gd name="GluePoint1X" fmla="*/ 33347 w 58953"/>
              <a:gd name="GluePoint1Y" fmla="*/ 6845 h 60598"/>
              <a:gd name="GluePoint2X" fmla="*/ 55084 w 58953"/>
              <a:gd name="GluePoint2Y" fmla="*/ 6845 h 60598"/>
              <a:gd name="GluePoint3X" fmla="*/ 55084 w 58953"/>
              <a:gd name="GluePoint3Y" fmla="*/ 19271 h 60598"/>
              <a:gd name="GluePoint4X" fmla="*/ 46800 w 58953"/>
              <a:gd name="GluePoint4Y" fmla="*/ 19271 h 60598"/>
              <a:gd name="GluePoint5X" fmla="*/ 46800 w 58953"/>
              <a:gd name="GluePoint5Y" fmla="*/ 13829 h 60598"/>
              <a:gd name="GluePoint6X" fmla="*/ 10340 w 58953"/>
              <a:gd name="GluePoint6Y" fmla="*/ 13829 h 60598"/>
              <a:gd name="GluePoint7X" fmla="*/ 10340 w 58953"/>
              <a:gd name="GluePoint7Y" fmla="*/ 19785 h 60598"/>
              <a:gd name="GluePoint8X" fmla="*/ 2328 w 58953"/>
              <a:gd name="GluePoint8Y" fmla="*/ 19785 h 60598"/>
              <a:gd name="GluePoint9X" fmla="*/ 2328 w 58953"/>
              <a:gd name="GluePoint9Y" fmla="*/ 6845 h 60598"/>
              <a:gd name="GluePoint10X" fmla="*/ 24579 w 58953"/>
              <a:gd name="GluePoint10Y" fmla="*/ 6845 h 60598"/>
              <a:gd name="GluePoint11X" fmla="*/ 22765 w 58953"/>
              <a:gd name="GluePoint11Y" fmla="*/ 375 h 60598"/>
              <a:gd name="GluePoint12X" fmla="*/ 27814 w 58953"/>
              <a:gd name="GluePoint12Y" fmla="*/ 43 h 60598"/>
              <a:gd name="GluePoint13X" fmla="*/ 31472 w 58953"/>
              <a:gd name="GluePoint13Y" fmla="*/ 13 h 60598"/>
              <a:gd name="GluePoint14X" fmla="*/ 32863 w 58953"/>
              <a:gd name="GluePoint14Y" fmla="*/ 103 h 60598"/>
              <a:gd name="GluePoint15X" fmla="*/ 33044 w 58953"/>
              <a:gd name="GluePoint15Y" fmla="*/ 2220 h 60598"/>
              <a:gd name="GluePoint16X" fmla="*/ 33347 w 58953"/>
              <a:gd name="GluePoint16Y" fmla="*/ 6845 h 60598"/>
              <a:gd name="GluePoint17X" fmla="*/ 8284 w 58953"/>
              <a:gd name="GluePoint17Y" fmla="*/ 31666 h 60598"/>
              <a:gd name="GluePoint18X" fmla="*/ 2086 w 58953"/>
              <a:gd name="GluePoint18Y" fmla="*/ 26496 h 60598"/>
              <a:gd name="GluePoint19X" fmla="*/ 19168 w 58953"/>
              <a:gd name="GluePoint19Y" fmla="*/ 14343 h 60598"/>
              <a:gd name="GluePoint20X" fmla="*/ 26393 w 58953"/>
              <a:gd name="GluePoint20Y" fmla="*/ 18757 h 60598"/>
              <a:gd name="GluePoint21X" fmla="*/ 25879 w 58953"/>
              <a:gd name="GluePoint21Y" fmla="*/ 20208 h 60598"/>
              <a:gd name="GluePoint22X" fmla="*/ 25365 w 58953"/>
              <a:gd name="GluePoint22Y" fmla="*/ 20571 h 60598"/>
              <a:gd name="GluePoint23X" fmla="*/ 8284 w 58953"/>
              <a:gd name="GluePoint23Y" fmla="*/ 31696 h 60598"/>
              <a:gd name="GluePoint24X" fmla="*/ 54056 w 58953"/>
              <a:gd name="GluePoint24Y" fmla="*/ 26496 h 60598"/>
              <a:gd name="GluePoint25X" fmla="*/ 47858 w 58953"/>
              <a:gd name="GluePoint25Y" fmla="*/ 32694 h 60598"/>
              <a:gd name="GluePoint26X" fmla="*/ 32379 w 58953"/>
              <a:gd name="GluePoint26Y" fmla="*/ 21629 h 60598"/>
              <a:gd name="GluePoint27X" fmla="*/ 30263 w 58953"/>
              <a:gd name="GluePoint27Y" fmla="*/ 20268 h 60598"/>
              <a:gd name="GluePoint28X" fmla="*/ 36219 w 58953"/>
              <a:gd name="GluePoint28Y" fmla="*/ 15099 h 60598"/>
              <a:gd name="GluePoint29X" fmla="*/ 54056 w 58953"/>
              <a:gd name="GluePoint29Y" fmla="*/ 26466 h 60598"/>
              <a:gd name="GluePoint30X" fmla="*/ 29749 w 58953"/>
              <a:gd name="GluePoint30Y" fmla="*/ 31908 h 60598"/>
              <a:gd name="GluePoint31X" fmla="*/ 43444 w 58953"/>
              <a:gd name="GluePoint31Y" fmla="*/ 31908 h 60598"/>
              <a:gd name="GluePoint32X" fmla="*/ 43444 w 58953"/>
              <a:gd name="GluePoint32Y" fmla="*/ 49262 h 60598"/>
              <a:gd name="GluePoint33X" fmla="*/ 43717 w 58953"/>
              <a:gd name="GluePoint33Y" fmla="*/ 51166 h 60598"/>
              <a:gd name="GluePoint34X" fmla="*/ 44744 w 58953"/>
              <a:gd name="GluePoint34Y" fmla="*/ 51590 h 60598"/>
              <a:gd name="GluePoint35X" fmla="*/ 47344 w 58953"/>
              <a:gd name="GluePoint35Y" fmla="*/ 51590 h 60598"/>
              <a:gd name="GluePoint36X" fmla="*/ 49763 w 58953"/>
              <a:gd name="GluePoint36Y" fmla="*/ 50592 h 60598"/>
              <a:gd name="GluePoint37X" fmla="*/ 50428 w 58953"/>
              <a:gd name="GluePoint37Y" fmla="*/ 45120 h 60598"/>
              <a:gd name="GluePoint38X" fmla="*/ 58954 w 58953"/>
              <a:gd name="GluePoint38Y" fmla="*/ 47720 h 60598"/>
              <a:gd name="GluePoint39X" fmla="*/ 57170 w 58953"/>
              <a:gd name="GluePoint39Y" fmla="*/ 56971 h 60598"/>
              <a:gd name="GluePoint40X" fmla="*/ 51456 w 58953"/>
              <a:gd name="GluePoint40Y" fmla="*/ 59027 h 60598"/>
              <a:gd name="GluePoint41X" fmla="*/ 42144 w 58953"/>
              <a:gd name="GluePoint41Y" fmla="*/ 59027 h 60598"/>
              <a:gd name="GluePoint42X" fmla="*/ 36310 w 58953"/>
              <a:gd name="GluePoint42Y" fmla="*/ 58120 h 60598"/>
              <a:gd name="GluePoint43X" fmla="*/ 35372 w 58953"/>
              <a:gd name="GluePoint43Y" fmla="*/ 56820 h 60598"/>
              <a:gd name="GluePoint44X" fmla="*/ 35161 w 58953"/>
              <a:gd name="GluePoint44Y" fmla="*/ 54371 h 60598"/>
              <a:gd name="GluePoint45X" fmla="*/ 35161 w 58953"/>
              <a:gd name="GluePoint45Y" fmla="*/ 38922 h 60598"/>
              <a:gd name="GluePoint46X" fmla="*/ 28449 w 58953"/>
              <a:gd name="GluePoint46Y" fmla="*/ 38922 h 60598"/>
              <a:gd name="GluePoint47X" fmla="*/ 5412 w 58953"/>
              <a:gd name="GluePoint47Y" fmla="*/ 60599 h 60598"/>
              <a:gd name="GluePoint48X" fmla="*/ 0 w 58953"/>
              <a:gd name="GluePoint48Y" fmla="*/ 52890 h 60598"/>
              <a:gd name="GluePoint49X" fmla="*/ 19651 w 58953"/>
              <a:gd name="GluePoint49Y" fmla="*/ 39194 h 60598"/>
              <a:gd name="GluePoint50X" fmla="*/ 5170 w 58953"/>
              <a:gd name="GluePoint50Y" fmla="*/ 39194 h 60598"/>
              <a:gd name="GluePoint51X" fmla="*/ 5170 w 58953"/>
              <a:gd name="GluePoint51Y" fmla="*/ 32210 h 60598"/>
              <a:gd name="GluePoint52X" fmla="*/ 20951 w 58953"/>
              <a:gd name="GluePoint52Y" fmla="*/ 32210 h 60598"/>
              <a:gd name="GluePoint53X" fmla="*/ 21344 w 58953"/>
              <a:gd name="GluePoint53Y" fmla="*/ 28068 h 60598"/>
              <a:gd name="GluePoint54X" fmla="*/ 21737 w 58953"/>
              <a:gd name="GluePoint54Y" fmla="*/ 23927 h 60598"/>
              <a:gd name="GluePoint55X" fmla="*/ 31563 w 58953"/>
              <a:gd name="GluePoint55Y" fmla="*/ 24713 h 60598"/>
              <a:gd name="GluePoint56X" fmla="*/ 31140 w 58953"/>
              <a:gd name="GluePoint56Y" fmla="*/ 26375 h 60598"/>
              <a:gd name="GluePoint57X" fmla="*/ 29749 w 58953"/>
              <a:gd name="GluePoint57Y" fmla="*/ 31969 h 60598"/>
            </a:gdLst>
            <a:ahLst/>
            <a:cxnLst/>
            <a:rect l="textAreaLeft" t="textAreaTop" r="textAreaRight" b="textAreaBottom"/>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04" name="任意多边形: 形状 42"/>
          <p:cNvSpPr>
            <a:spLocks noGrp="1"/>
          </p:cNvSpPr>
          <p:nvPr/>
        </p:nvSpPr>
        <p:spPr>
          <a:xfrm>
            <a:off x="11530440" y="6557040"/>
            <a:ext cx="100800" cy="99720"/>
          </a:xfrm>
          <a:custGeom>
            <a:avLst/>
            <a:gdLst>
              <a:gd name="textAreaLeft" fmla="*/ 0 w 100800"/>
              <a:gd name="textAreaRight" fmla="*/ 101160 w 100800"/>
              <a:gd name="textAreaTop" fmla="*/ 0 h 99720"/>
              <a:gd name="textAreaBottom" fmla="*/ 100080 h 99720"/>
              <a:gd name="GluePoint1X" fmla="*/ 20165 w 60798"/>
              <a:gd name="GluePoint1Y" fmla="*/ 23793 h 60193"/>
              <a:gd name="GluePoint2X" fmla="*/ 20165 w 60798"/>
              <a:gd name="GluePoint2Y" fmla="*/ 33105 h 60193"/>
              <a:gd name="GluePoint3X" fmla="*/ 13181 w 60798"/>
              <a:gd name="GluePoint3Y" fmla="*/ 33105 h 60193"/>
              <a:gd name="GluePoint4X" fmla="*/ 13181 w 60798"/>
              <a:gd name="GluePoint4Y" fmla="*/ 23793 h 60193"/>
              <a:gd name="GluePoint5X" fmla="*/ 20165 w 60798"/>
              <a:gd name="GluePoint5Y" fmla="*/ 23793 h 60193"/>
              <a:gd name="GluePoint6X" fmla="*/ 30505 w 60798"/>
              <a:gd name="GluePoint6Y" fmla="*/ 8526 h 60193"/>
              <a:gd name="GluePoint7X" fmla="*/ 26756 w 60798"/>
              <a:gd name="GluePoint7Y" fmla="*/ 1935 h 60193"/>
              <a:gd name="GluePoint8X" fmla="*/ 25607 w 60798"/>
              <a:gd name="GluePoint8Y" fmla="*/ 0 h 60193"/>
              <a:gd name="GluePoint9X" fmla="*/ 5170 w 60798"/>
              <a:gd name="GluePoint9Y" fmla="*/ 4656 h 60193"/>
              <a:gd name="GluePoint10X" fmla="*/ 5170 w 60798"/>
              <a:gd name="GluePoint10Y" fmla="*/ 35433 h 60193"/>
              <a:gd name="GluePoint11X" fmla="*/ 4112 w 60798"/>
              <a:gd name="GluePoint11Y" fmla="*/ 45047 h 60193"/>
              <a:gd name="GluePoint12X" fmla="*/ 0 w 60798"/>
              <a:gd name="GluePoint12Y" fmla="*/ 55296 h 60193"/>
              <a:gd name="GluePoint13X" fmla="*/ 6470 w 60798"/>
              <a:gd name="GluePoint13Y" fmla="*/ 60193 h 60193"/>
              <a:gd name="GluePoint14X" fmla="*/ 12940 w 60798"/>
              <a:gd name="GluePoint14Y" fmla="*/ 39575 h 60193"/>
              <a:gd name="GluePoint15X" fmla="*/ 20195 w 60798"/>
              <a:gd name="GluePoint15Y" fmla="*/ 39575 h 60193"/>
              <a:gd name="GluePoint16X" fmla="*/ 20195 w 60798"/>
              <a:gd name="GluePoint16Y" fmla="*/ 41903 h 60193"/>
              <a:gd name="GluePoint17X" fmla="*/ 28479 w 60798"/>
              <a:gd name="GluePoint17Y" fmla="*/ 41903 h 60193"/>
              <a:gd name="GluePoint18X" fmla="*/ 28479 w 60798"/>
              <a:gd name="GluePoint18Y" fmla="*/ 16809 h 60193"/>
              <a:gd name="GluePoint19X" fmla="*/ 13212 w 60798"/>
              <a:gd name="GluePoint19Y" fmla="*/ 16809 h 60193"/>
              <a:gd name="GluePoint20X" fmla="*/ 13212 w 60798"/>
              <a:gd name="GluePoint20Y" fmla="*/ 10612 h 60193"/>
              <a:gd name="GluePoint21X" fmla="*/ 30535 w 60798"/>
              <a:gd name="GluePoint21Y" fmla="*/ 8526 h 60193"/>
              <a:gd name="GluePoint22X" fmla="*/ 52877 w 60798"/>
              <a:gd name="GluePoint22Y" fmla="*/ 9705 h 60193"/>
              <a:gd name="GluePoint23X" fmla="*/ 60254 w 60798"/>
              <a:gd name="GluePoint23Y" fmla="*/ 9312 h 60193"/>
              <a:gd name="GluePoint24X" fmla="*/ 55084 w 60798"/>
              <a:gd name="GluePoint24Y" fmla="*/ 514 h 60193"/>
              <a:gd name="GluePoint25X" fmla="*/ 32319 w 60798"/>
              <a:gd name="GluePoint25Y" fmla="*/ 4142 h 60193"/>
              <a:gd name="GluePoint26X" fmla="*/ 32319 w 60798"/>
              <a:gd name="GluePoint26Y" fmla="*/ 28963 h 60193"/>
              <a:gd name="GluePoint27X" fmla="*/ 29719 w 60798"/>
              <a:gd name="GluePoint27Y" fmla="*/ 43898 h 60193"/>
              <a:gd name="GluePoint28X" fmla="*/ 20437 w 60798"/>
              <a:gd name="GluePoint28Y" fmla="*/ 55296 h 60193"/>
              <a:gd name="GluePoint29X" fmla="*/ 28721 w 60798"/>
              <a:gd name="GluePoint29Y" fmla="*/ 59710 h 60193"/>
              <a:gd name="GluePoint30X" fmla="*/ 40361 w 60798"/>
              <a:gd name="GluePoint30Y" fmla="*/ 33135 h 60193"/>
              <a:gd name="GluePoint31X" fmla="*/ 40361 w 60798"/>
              <a:gd name="GluePoint31Y" fmla="*/ 26665 h 60193"/>
              <a:gd name="GluePoint32X" fmla="*/ 45803 w 60798"/>
              <a:gd name="GluePoint32Y" fmla="*/ 26665 h 60193"/>
              <a:gd name="GluePoint33X" fmla="*/ 45803 w 60798"/>
              <a:gd name="GluePoint33Y" fmla="*/ 59710 h 60193"/>
              <a:gd name="GluePoint34X" fmla="*/ 54328 w 60798"/>
              <a:gd name="GluePoint34Y" fmla="*/ 59710 h 60193"/>
              <a:gd name="GluePoint35X" fmla="*/ 54328 w 60798"/>
              <a:gd name="GluePoint35Y" fmla="*/ 26665 h 60193"/>
              <a:gd name="GluePoint36X" fmla="*/ 60798 w 60798"/>
              <a:gd name="GluePoint36Y" fmla="*/ 26665 h 60193"/>
              <a:gd name="GluePoint37X" fmla="*/ 60798 w 60798"/>
              <a:gd name="GluePoint37Y" fmla="*/ 19440 h 60193"/>
              <a:gd name="GluePoint38X" fmla="*/ 40603 w 60798"/>
              <a:gd name="GluePoint38Y" fmla="*/ 19440 h 60193"/>
              <a:gd name="GluePoint39X" fmla="*/ 40603 w 60798"/>
              <a:gd name="GluePoint39Y" fmla="*/ 10400 h 60193"/>
              <a:gd name="GluePoint40X" fmla="*/ 52907 w 60798"/>
              <a:gd name="GluePoint40Y" fmla="*/ 9765 h 60193"/>
            </a:gdLst>
            <a:ahLst/>
            <a:cxnLst/>
            <a:rect l="textAreaLeft" t="textAreaTop" r="textAreaRight" b="textAreaBottom"/>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06" name="任意多边形: 形状 44"/>
          <p:cNvSpPr>
            <a:spLocks noGrp="1"/>
          </p:cNvSpPr>
          <p:nvPr/>
        </p:nvSpPr>
        <p:spPr>
          <a:xfrm>
            <a:off x="10208160" y="6684120"/>
            <a:ext cx="7920" cy="44280"/>
          </a:xfrm>
          <a:custGeom>
            <a:avLst/>
            <a:gdLst>
              <a:gd name="textAreaLeft" fmla="*/ 0 w 7920"/>
              <a:gd name="textAreaRight" fmla="*/ 8280 w 7920"/>
              <a:gd name="textAreaTop" fmla="*/ 0 h 44280"/>
              <a:gd name="textAreaBottom" fmla="*/ 44640 h 44280"/>
              <a:gd name="GluePoint1X" fmla="*/ 4898 w 4897"/>
              <a:gd name="GluePoint1Y" fmla="*/ 0 h 26816"/>
              <a:gd name="GluePoint2X" fmla="*/ 4898 w 4897"/>
              <a:gd name="GluePoint2Y" fmla="*/ 26816 h 26816"/>
              <a:gd name="GluePoint3X" fmla="*/ 0 w 4897"/>
              <a:gd name="GluePoint3Y" fmla="*/ 26816 h 26816"/>
              <a:gd name="GluePoint4X" fmla="*/ 0 w 4897"/>
              <a:gd name="GluePoint4Y" fmla="*/ 0 h 26816"/>
              <a:gd name="GluePoint5X" fmla="*/ 4898 w 4897"/>
              <a:gd name="GluePoint5Y" fmla="*/ 0 h 26816"/>
            </a:gdLst>
            <a:ahLst/>
            <a:cxnLst/>
            <a:rect l="textAreaLeft" t="textAreaTop" r="textAreaRight" b="textAreaBottom"/>
            <a:pathLst>
              <a:path w="4897" h="26816">
                <a:moveTo>
                  <a:pt x="4898" y="0"/>
                </a:moveTo>
                <a:lnTo>
                  <a:pt x="4898" y="26816"/>
                </a:lnTo>
                <a:lnTo>
                  <a:pt x="0" y="26816"/>
                </a:lnTo>
                <a:lnTo>
                  <a:pt x="0" y="0"/>
                </a:lnTo>
                <a:lnTo>
                  <a:pt x="489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07" name="任意多边形: 形状 45"/>
          <p:cNvSpPr>
            <a:spLocks noGrp="1"/>
          </p:cNvSpPr>
          <p:nvPr/>
        </p:nvSpPr>
        <p:spPr>
          <a:xfrm>
            <a:off x="1022508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08" name="任意多边形: 形状 46"/>
          <p:cNvSpPr>
            <a:spLocks noGrp="1"/>
          </p:cNvSpPr>
          <p:nvPr/>
        </p:nvSpPr>
        <p:spPr>
          <a:xfrm>
            <a:off x="10261080" y="6695640"/>
            <a:ext cx="22680" cy="33120"/>
          </a:xfrm>
          <a:custGeom>
            <a:avLst/>
            <a:gdLst>
              <a:gd name="textAreaLeft" fmla="*/ 0 w 22680"/>
              <a:gd name="textAreaRight" fmla="*/ 23040 w 22680"/>
              <a:gd name="textAreaTop" fmla="*/ 0 h 33120"/>
              <a:gd name="textAreaBottom" fmla="*/ 33480 h 33120"/>
              <a:gd name="GluePoint1X" fmla="*/ 96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09" name="任意多边形: 形状 47"/>
          <p:cNvSpPr>
            <a:spLocks noGrp="1"/>
          </p:cNvSpPr>
          <p:nvPr/>
        </p:nvSpPr>
        <p:spPr>
          <a:xfrm>
            <a:off x="1028772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5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10" name="任意多边形: 形状 48"/>
          <p:cNvSpPr>
            <a:spLocks noGrp="1"/>
          </p:cNvSpPr>
          <p:nvPr/>
        </p:nvSpPr>
        <p:spPr>
          <a:xfrm>
            <a:off x="1031328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87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11" name="任意多边形: 形状 49"/>
          <p:cNvSpPr>
            <a:spLocks noGrp="1"/>
          </p:cNvSpPr>
          <p:nvPr/>
        </p:nvSpPr>
        <p:spPr>
          <a:xfrm>
            <a:off x="10327680" y="6688080"/>
            <a:ext cx="19800" cy="41040"/>
          </a:xfrm>
          <a:custGeom>
            <a:avLst/>
            <a:gdLst>
              <a:gd name="textAreaLeft" fmla="*/ 0 w 19800"/>
              <a:gd name="textAreaRight" fmla="*/ 20160 w 19800"/>
              <a:gd name="textAreaTop" fmla="*/ 0 h 41040"/>
              <a:gd name="textAreaBottom" fmla="*/ 41400 h 41040"/>
              <a:gd name="GluePoint1X" fmla="*/ 7558 w 12214"/>
              <a:gd name="GluePoint1Y" fmla="*/ 0 h 24790"/>
              <a:gd name="GluePoint2X" fmla="*/ 7558 w 12214"/>
              <a:gd name="GluePoint2Y" fmla="*/ 4988 h 24790"/>
              <a:gd name="GluePoint3X" fmla="*/ 12214 w 12214"/>
              <a:gd name="GluePoint3Y" fmla="*/ 4988 h 24790"/>
              <a:gd name="GluePoint4X" fmla="*/ 12214 w 12214"/>
              <a:gd name="GluePoint4Y" fmla="*/ 8647 h 24790"/>
              <a:gd name="GluePoint5X" fmla="*/ 7558 w 12214"/>
              <a:gd name="GluePoint5Y" fmla="*/ 8647 h 24790"/>
              <a:gd name="GluePoint6X" fmla="*/ 7558 w 12214"/>
              <a:gd name="GluePoint6Y" fmla="*/ 17202 h 24790"/>
              <a:gd name="GluePoint7X" fmla="*/ 10068 w 12214"/>
              <a:gd name="GluePoint7Y" fmla="*/ 20770 h 24790"/>
              <a:gd name="GluePoint8X" fmla="*/ 11972 w 12214"/>
              <a:gd name="GluePoint8Y" fmla="*/ 20558 h 24790"/>
              <a:gd name="GluePoint9X" fmla="*/ 12063 w 12214"/>
              <a:gd name="GluePoint9Y" fmla="*/ 24277 h 24790"/>
              <a:gd name="GluePoint10X" fmla="*/ 8495 w 12214"/>
              <a:gd name="GluePoint10Y" fmla="*/ 24791 h 24790"/>
              <a:gd name="GluePoint11X" fmla="*/ 4293 w 12214"/>
              <a:gd name="GluePoint11Y" fmla="*/ 23188 h 24790"/>
              <a:gd name="GluePoint12X" fmla="*/ 2781 w 12214"/>
              <a:gd name="GluePoint12Y" fmla="*/ 17747 h 24790"/>
              <a:gd name="GluePoint13X" fmla="*/ 2781 w 12214"/>
              <a:gd name="GluePoint13Y" fmla="*/ 8647 h 24790"/>
              <a:gd name="GluePoint14X" fmla="*/ 0 w 12214"/>
              <a:gd name="GluePoint14Y" fmla="*/ 8647 h 24790"/>
              <a:gd name="GluePoint15X" fmla="*/ 0 w 12214"/>
              <a:gd name="GluePoint15Y" fmla="*/ 4988 h 24790"/>
              <a:gd name="GluePoint16X" fmla="*/ 2781 w 12214"/>
              <a:gd name="GluePoint16Y" fmla="*/ 4988 h 24790"/>
              <a:gd name="GluePoint17X" fmla="*/ 2781 w 12214"/>
              <a:gd name="GluePoint17Y" fmla="*/ 1360 h 24790"/>
              <a:gd name="GluePoint18X" fmla="*/ 7588 w 12214"/>
              <a:gd name="GluePoint18Y" fmla="*/ 0 h 24790"/>
            </a:gdLst>
            <a:ahLst/>
            <a:cxnLst/>
            <a:rect l="textAreaLeft" t="textAreaTop" r="textAreaRight" b="textAreaBottom"/>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12" name="任意多边形: 形状 50"/>
          <p:cNvSpPr>
            <a:spLocks noGrp="1"/>
          </p:cNvSpPr>
          <p:nvPr/>
        </p:nvSpPr>
        <p:spPr>
          <a:xfrm>
            <a:off x="10353960" y="6696360"/>
            <a:ext cx="28800" cy="32400"/>
          </a:xfrm>
          <a:custGeom>
            <a:avLst/>
            <a:gdLst>
              <a:gd name="textAreaLeft" fmla="*/ 0 w 28800"/>
              <a:gd name="textAreaRight" fmla="*/ 29160 w 28800"/>
              <a:gd name="textAreaTop" fmla="*/ 0 h 32400"/>
              <a:gd name="textAreaBottom" fmla="*/ 32760 h 32400"/>
              <a:gd name="GluePoint1X" fmla="*/ 17444 w 17595"/>
              <a:gd name="GluePoint1Y" fmla="*/ 13544 h 19772"/>
              <a:gd name="GluePoint2X" fmla="*/ 17595 w 17595"/>
              <a:gd name="GluePoint2Y" fmla="*/ 19349 h 19772"/>
              <a:gd name="GluePoint3X" fmla="*/ 13302 w 17595"/>
              <a:gd name="GluePoint3Y" fmla="*/ 19349 h 19772"/>
              <a:gd name="GluePoint4X" fmla="*/ 13061 w 17595"/>
              <a:gd name="GluePoint4Y" fmla="*/ 16416 h 19772"/>
              <a:gd name="GluePoint5X" fmla="*/ 12940 w 17595"/>
              <a:gd name="GluePoint5Y" fmla="*/ 16416 h 19772"/>
              <a:gd name="GluePoint6X" fmla="*/ 6742 w 17595"/>
              <a:gd name="GluePoint6Y" fmla="*/ 19772 h 19772"/>
              <a:gd name="GluePoint7X" fmla="*/ 0 w 17595"/>
              <a:gd name="GluePoint7Y" fmla="*/ 11337 h 19772"/>
              <a:gd name="GluePoint8X" fmla="*/ 0 w 17595"/>
              <a:gd name="GluePoint8Y" fmla="*/ 0 h 19772"/>
              <a:gd name="GluePoint9X" fmla="*/ 4898 w 17595"/>
              <a:gd name="GluePoint9Y" fmla="*/ 0 h 19772"/>
              <a:gd name="GluePoint10X" fmla="*/ 4898 w 17595"/>
              <a:gd name="GluePoint10Y" fmla="*/ 10551 h 19772"/>
              <a:gd name="GluePoint11X" fmla="*/ 8526 w 17595"/>
              <a:gd name="GluePoint11Y" fmla="*/ 15842 h 19772"/>
              <a:gd name="GluePoint12X" fmla="*/ 12274 w 17595"/>
              <a:gd name="GluePoint12Y" fmla="*/ 13212 h 19772"/>
              <a:gd name="GluePoint13X" fmla="*/ 12547 w 17595"/>
              <a:gd name="GluePoint13Y" fmla="*/ 11700 h 19772"/>
              <a:gd name="GluePoint14X" fmla="*/ 12547 w 17595"/>
              <a:gd name="GluePoint14Y" fmla="*/ 0 h 19772"/>
              <a:gd name="GluePoint15X" fmla="*/ 17444 w 17595"/>
              <a:gd name="GluePoint15Y" fmla="*/ 0 h 19772"/>
              <a:gd name="GluePoint16X" fmla="*/ 17444 w 17595"/>
              <a:gd name="GluePoint16Y" fmla="*/ 13575 h 19772"/>
            </a:gdLst>
            <a:ahLst/>
            <a:cxnLst/>
            <a:rect l="textAreaLeft" t="textAreaTop" r="textAreaRight" b="textAreaBottom"/>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13" name="任意多边形: 形状 51"/>
          <p:cNvSpPr>
            <a:spLocks noGrp="1"/>
          </p:cNvSpPr>
          <p:nvPr/>
        </p:nvSpPr>
        <p:spPr>
          <a:xfrm>
            <a:off x="1038852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14" name="任意多边形: 形状 52"/>
          <p:cNvSpPr>
            <a:spLocks noGrp="1"/>
          </p:cNvSpPr>
          <p:nvPr/>
        </p:nvSpPr>
        <p:spPr>
          <a:xfrm>
            <a:off x="1041264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15" name="任意多边形: 形状 53"/>
          <p:cNvSpPr>
            <a:spLocks noGrp="1"/>
          </p:cNvSpPr>
          <p:nvPr/>
        </p:nvSpPr>
        <p:spPr>
          <a:xfrm>
            <a:off x="10460520" y="6695640"/>
            <a:ext cx="32400" cy="33480"/>
          </a:xfrm>
          <a:custGeom>
            <a:avLst/>
            <a:gdLst>
              <a:gd name="textAreaLeft" fmla="*/ 0 w 32400"/>
              <a:gd name="textAreaRight" fmla="*/ 32760 w 32400"/>
              <a:gd name="textAreaTop" fmla="*/ 0 h 33480"/>
              <a:gd name="textAreaBottom" fmla="*/ 33840 h 33480"/>
              <a:gd name="GluePoint1X" fmla="*/ 9765 w 19621"/>
              <a:gd name="GluePoint1Y" fmla="*/ 16688 h 20255"/>
              <a:gd name="GluePoint2X" fmla="*/ 498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674 w 19621"/>
              <a:gd name="GluePoint11Y" fmla="*/ 20256 h 20255"/>
              <a:gd name="GluePoint12X" fmla="*/ 9705 w 19621"/>
              <a:gd name="GluePoint12Y" fmla="*/ 20256 h 20255"/>
            </a:gdLst>
            <a:ahLst/>
            <a:cxnLst/>
            <a:rect l="textAreaLeft" t="textAreaTop" r="textAreaRight" b="textAreaBottom"/>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16" name="任意多边形: 形状 54"/>
          <p:cNvSpPr>
            <a:spLocks noGrp="1"/>
          </p:cNvSpPr>
          <p:nvPr/>
        </p:nvSpPr>
        <p:spPr>
          <a:xfrm>
            <a:off x="1049652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17" name="任意多边形: 形状 55"/>
          <p:cNvSpPr>
            <a:spLocks noGrp="1"/>
          </p:cNvSpPr>
          <p:nvPr/>
        </p:nvSpPr>
        <p:spPr>
          <a:xfrm>
            <a:off x="1053324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295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18" name="任意多边形: 形状 56"/>
          <p:cNvSpPr>
            <a:spLocks noGrp="1"/>
          </p:cNvSpPr>
          <p:nvPr/>
        </p:nvSpPr>
        <p:spPr>
          <a:xfrm>
            <a:off x="1056708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795 w 19621"/>
              <a:gd name="GluePoint3Y" fmla="*/ 3567 h 20255"/>
              <a:gd name="GluePoint4X" fmla="*/ 14512 w 19621"/>
              <a:gd name="GluePoint4Y" fmla="*/ 10098 h 20255"/>
              <a:gd name="GluePoint5X" fmla="*/ 9765 w 19621"/>
              <a:gd name="GluePoint5Y" fmla="*/ 16688 h 20255"/>
              <a:gd name="GluePoint6X" fmla="*/ 973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19" name="任意多边形: 形状 57"/>
          <p:cNvSpPr>
            <a:spLocks noGrp="1"/>
          </p:cNvSpPr>
          <p:nvPr/>
        </p:nvSpPr>
        <p:spPr>
          <a:xfrm>
            <a:off x="1060308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20" name="任意多边形: 形状 58"/>
          <p:cNvSpPr>
            <a:spLocks noGrp="1"/>
          </p:cNvSpPr>
          <p:nvPr/>
        </p:nvSpPr>
        <p:spPr>
          <a:xfrm>
            <a:off x="10625400" y="6688080"/>
            <a:ext cx="20160" cy="41040"/>
          </a:xfrm>
          <a:custGeom>
            <a:avLst/>
            <a:gdLst>
              <a:gd name="textAreaLeft" fmla="*/ 0 w 20160"/>
              <a:gd name="textAreaRight" fmla="*/ 20520 w 20160"/>
              <a:gd name="textAreaTop" fmla="*/ 0 h 41040"/>
              <a:gd name="textAreaBottom" fmla="*/ 41400 h 41040"/>
              <a:gd name="GluePoint1X" fmla="*/ 7588 w 12244"/>
              <a:gd name="GluePoint1Y" fmla="*/ 0 h 24790"/>
              <a:gd name="GluePoint2X" fmla="*/ 7588 w 12244"/>
              <a:gd name="GluePoint2Y" fmla="*/ 4988 h 24790"/>
              <a:gd name="GluePoint3X" fmla="*/ 12244 w 12244"/>
              <a:gd name="GluePoint3Y" fmla="*/ 4988 h 24790"/>
              <a:gd name="GluePoint4X" fmla="*/ 12244 w 12244"/>
              <a:gd name="GluePoint4Y" fmla="*/ 8647 h 24790"/>
              <a:gd name="GluePoint5X" fmla="*/ 7588 w 12244"/>
              <a:gd name="GluePoint5Y" fmla="*/ 8647 h 24790"/>
              <a:gd name="GluePoint6X" fmla="*/ 7588 w 12244"/>
              <a:gd name="GluePoint6Y" fmla="*/ 17202 h 24790"/>
              <a:gd name="GluePoint7X" fmla="*/ 10098 w 12244"/>
              <a:gd name="GluePoint7Y" fmla="*/ 20770 h 24790"/>
              <a:gd name="GluePoint8X" fmla="*/ 12002 w 12244"/>
              <a:gd name="GluePoint8Y" fmla="*/ 20558 h 24790"/>
              <a:gd name="GluePoint9X" fmla="*/ 12093 w 12244"/>
              <a:gd name="GluePoint9Y" fmla="*/ 24277 h 24790"/>
              <a:gd name="GluePoint10X" fmla="*/ 8526 w 12244"/>
              <a:gd name="GluePoint10Y" fmla="*/ 24791 h 24790"/>
              <a:gd name="GluePoint11X" fmla="*/ 4323 w 12244"/>
              <a:gd name="GluePoint11Y" fmla="*/ 23188 h 24790"/>
              <a:gd name="GluePoint12X" fmla="*/ 2781 w 12244"/>
              <a:gd name="GluePoint12Y" fmla="*/ 17747 h 24790"/>
              <a:gd name="GluePoint13X" fmla="*/ 2781 w 12244"/>
              <a:gd name="GluePoint13Y" fmla="*/ 8647 h 24790"/>
              <a:gd name="GluePoint14X" fmla="*/ 0 w 12244"/>
              <a:gd name="GluePoint14Y" fmla="*/ 8647 h 24790"/>
              <a:gd name="GluePoint15X" fmla="*/ 0 w 12244"/>
              <a:gd name="GluePoint15Y" fmla="*/ 4988 h 24790"/>
              <a:gd name="GluePoint16X" fmla="*/ 2781 w 12244"/>
              <a:gd name="GluePoint16Y" fmla="*/ 4988 h 24790"/>
              <a:gd name="GluePoint17X" fmla="*/ 2781 w 12244"/>
              <a:gd name="GluePoint17Y" fmla="*/ 1360 h 24790"/>
              <a:gd name="GluePoint18X" fmla="*/ 7588 w 12244"/>
              <a:gd name="GluePoint18Y" fmla="*/ 0 h 24790"/>
            </a:gdLst>
            <a:ahLst/>
            <a:cxnLst/>
            <a:rect l="textAreaLeft" t="textAreaTop" r="textAreaRight" b="textAreaBottom"/>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0" rIns="90000" bIns="-3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21" name="任意多边形: 形状 59"/>
          <p:cNvSpPr>
            <a:spLocks noGrp="1"/>
          </p:cNvSpPr>
          <p:nvPr/>
        </p:nvSpPr>
        <p:spPr>
          <a:xfrm>
            <a:off x="10648440" y="6696360"/>
            <a:ext cx="47520" cy="32040"/>
          </a:xfrm>
          <a:custGeom>
            <a:avLst/>
            <a:gdLst>
              <a:gd name="textAreaLeft" fmla="*/ 0 w 47520"/>
              <a:gd name="textAreaRight" fmla="*/ 47880 w 47520"/>
              <a:gd name="textAreaTop" fmla="*/ 0 h 32040"/>
              <a:gd name="textAreaBottom" fmla="*/ 32400 h 32040"/>
              <a:gd name="GluePoint1X" fmla="*/ 5019 w 28751"/>
              <a:gd name="GluePoint1Y" fmla="*/ 0 h 19409"/>
              <a:gd name="GluePoint2X" fmla="*/ 7044 w 28751"/>
              <a:gd name="GluePoint2Y" fmla="*/ 8798 h 19409"/>
              <a:gd name="GluePoint3X" fmla="*/ 8284 w 28751"/>
              <a:gd name="GluePoint3Y" fmla="*/ 15086 h 19409"/>
              <a:gd name="GluePoint4X" fmla="*/ 8374 w 28751"/>
              <a:gd name="GluePoint4Y" fmla="*/ 15086 h 19409"/>
              <a:gd name="GluePoint5X" fmla="*/ 9947 w 28751"/>
              <a:gd name="GluePoint5Y" fmla="*/ 8858 h 19409"/>
              <a:gd name="GluePoint6X" fmla="*/ 12486 w 28751"/>
              <a:gd name="GluePoint6Y" fmla="*/ 30 h 19409"/>
              <a:gd name="GluePoint7X" fmla="*/ 16447 w 28751"/>
              <a:gd name="GluePoint7Y" fmla="*/ 30 h 19409"/>
              <a:gd name="GluePoint8X" fmla="*/ 18865 w 28751"/>
              <a:gd name="GluePoint8Y" fmla="*/ 8616 h 19409"/>
              <a:gd name="GluePoint9X" fmla="*/ 20407 w 28751"/>
              <a:gd name="GluePoint9Y" fmla="*/ 15086 h 19409"/>
              <a:gd name="GluePoint10X" fmla="*/ 20498 w 28751"/>
              <a:gd name="GluePoint10Y" fmla="*/ 15086 h 19409"/>
              <a:gd name="GluePoint11X" fmla="*/ 21798 w 28751"/>
              <a:gd name="GluePoint11Y" fmla="*/ 8616 h 19409"/>
              <a:gd name="GluePoint12X" fmla="*/ 23944 w 28751"/>
              <a:gd name="GluePoint12Y" fmla="*/ 30 h 19409"/>
              <a:gd name="GluePoint13X" fmla="*/ 28751 w 28751"/>
              <a:gd name="GluePoint13Y" fmla="*/ 30 h 19409"/>
              <a:gd name="GluePoint14X" fmla="*/ 22675 w 28751"/>
              <a:gd name="GluePoint14Y" fmla="*/ 19409 h 19409"/>
              <a:gd name="GluePoint15X" fmla="*/ 18109 w 28751"/>
              <a:gd name="GluePoint15Y" fmla="*/ 19409 h 19409"/>
              <a:gd name="GluePoint16X" fmla="*/ 15781 w 28751"/>
              <a:gd name="GluePoint16Y" fmla="*/ 11519 h 19409"/>
              <a:gd name="GluePoint17X" fmla="*/ 14330 w 28751"/>
              <a:gd name="GluePoint17Y" fmla="*/ 5321 h 19409"/>
              <a:gd name="GluePoint18X" fmla="*/ 14240 w 28751"/>
              <a:gd name="GluePoint18Y" fmla="*/ 5321 h 19409"/>
              <a:gd name="GluePoint19X" fmla="*/ 12758 w 28751"/>
              <a:gd name="GluePoint19Y" fmla="*/ 11519 h 19409"/>
              <a:gd name="GluePoint20X" fmla="*/ 10279 w 28751"/>
              <a:gd name="GluePoint20Y" fmla="*/ 19409 h 19409"/>
              <a:gd name="GluePoint21X" fmla="*/ 5714 w 28751"/>
              <a:gd name="GluePoint21Y" fmla="*/ 19409 h 19409"/>
              <a:gd name="GluePoint22X" fmla="*/ 0 w 28751"/>
              <a:gd name="GluePoint22Y" fmla="*/ 30 h 19409"/>
              <a:gd name="GluePoint23X" fmla="*/ 4988 w 28751"/>
              <a:gd name="GluePoint23Y" fmla="*/ 30 h 19409"/>
            </a:gdLst>
            <a:ahLst/>
            <a:cxnLst/>
            <a:rect l="textAreaLeft" t="textAreaTop" r="textAreaRight" b="textAreaBottom"/>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600" rIns="90000" bIns="-126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22" name="任意多边形: 形状 60"/>
          <p:cNvSpPr>
            <a:spLocks noGrp="1"/>
          </p:cNvSpPr>
          <p:nvPr/>
        </p:nvSpPr>
        <p:spPr>
          <a:xfrm>
            <a:off x="1069884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88 w 16688"/>
              <a:gd name="GluePoint2Y" fmla="*/ 14058 h 20255"/>
              <a:gd name="GluePoint3X" fmla="*/ 7649 w 16688"/>
              <a:gd name="GluePoint3Y" fmla="*/ 16719 h 20255"/>
              <a:gd name="GluePoint4X" fmla="*/ 4867 w 16688"/>
              <a:gd name="GluePoint4Y" fmla="*/ 13937 h 20255"/>
              <a:gd name="GluePoint5X" fmla="*/ 11609 w 16688"/>
              <a:gd name="GluePoint5Y" fmla="*/ 10309 h 20255"/>
              <a:gd name="GluePoint6X" fmla="*/ 1160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23" name="任意多边形: 形状 61"/>
          <p:cNvSpPr>
            <a:spLocks noGrp="1"/>
          </p:cNvSpPr>
          <p:nvPr/>
        </p:nvSpPr>
        <p:spPr>
          <a:xfrm>
            <a:off x="10734480" y="6695640"/>
            <a:ext cx="18000" cy="32760"/>
          </a:xfrm>
          <a:custGeom>
            <a:avLst/>
            <a:gdLst>
              <a:gd name="textAreaLeft" fmla="*/ 0 w 18000"/>
              <a:gd name="textAreaRight" fmla="*/ 18360 w 18000"/>
              <a:gd name="textAreaTop" fmla="*/ 0 h 32760"/>
              <a:gd name="textAreaBottom" fmla="*/ 33120 h 32760"/>
              <a:gd name="GluePoint1X" fmla="*/ 151 w 11004"/>
              <a:gd name="GluePoint1Y" fmla="*/ 6651 h 19832"/>
              <a:gd name="GluePoint2X" fmla="*/ 0 w 11004"/>
              <a:gd name="GluePoint2Y" fmla="*/ 423 h 19832"/>
              <a:gd name="GluePoint3X" fmla="*/ 4233 w 11004"/>
              <a:gd name="GluePoint3Y" fmla="*/ 423 h 19832"/>
              <a:gd name="GluePoint4X" fmla="*/ 4414 w 11004"/>
              <a:gd name="GluePoint4Y" fmla="*/ 4112 h 19832"/>
              <a:gd name="GluePoint5X" fmla="*/ 4535 w 11004"/>
              <a:gd name="GluePoint5Y" fmla="*/ 4112 h 19832"/>
              <a:gd name="GluePoint6X" fmla="*/ 9856 w 11004"/>
              <a:gd name="GluePoint6Y" fmla="*/ 0 h 19832"/>
              <a:gd name="GluePoint7X" fmla="*/ 11005 w 11004"/>
              <a:gd name="GluePoint7Y" fmla="*/ 121 h 19832"/>
              <a:gd name="GluePoint8X" fmla="*/ 11005 w 11004"/>
              <a:gd name="GluePoint8Y" fmla="*/ 4716 h 19832"/>
              <a:gd name="GluePoint9X" fmla="*/ 9584 w 11004"/>
              <a:gd name="GluePoint9Y" fmla="*/ 4595 h 19832"/>
              <a:gd name="GluePoint10X" fmla="*/ 5200 w 11004"/>
              <a:gd name="GluePoint10Y" fmla="*/ 8314 h 19832"/>
              <a:gd name="GluePoint11X" fmla="*/ 5079 w 11004"/>
              <a:gd name="GluePoint11Y" fmla="*/ 9795 h 19832"/>
              <a:gd name="GluePoint12X" fmla="*/ 5079 w 11004"/>
              <a:gd name="GluePoint12Y" fmla="*/ 19833 h 19832"/>
              <a:gd name="GluePoint13X" fmla="*/ 181 w 11004"/>
              <a:gd name="GluePoint13Y" fmla="*/ 19833 h 19832"/>
              <a:gd name="GluePoint14X" fmla="*/ 181 w 11004"/>
              <a:gd name="GluePoint14Y" fmla="*/ 6681 h 19832"/>
            </a:gdLst>
            <a:ahLst/>
            <a:cxnLst/>
            <a:rect l="textAreaLeft" t="textAreaTop" r="textAreaRight" b="textAreaBottom"/>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880" rIns="90000" bIns="-11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24" name="任意多边形: 形状 62"/>
          <p:cNvSpPr>
            <a:spLocks noGrp="1"/>
          </p:cNvSpPr>
          <p:nvPr/>
        </p:nvSpPr>
        <p:spPr>
          <a:xfrm>
            <a:off x="10755720" y="6695640"/>
            <a:ext cx="29160" cy="33120"/>
          </a:xfrm>
          <a:custGeom>
            <a:avLst/>
            <a:gdLst>
              <a:gd name="textAreaLeft" fmla="*/ 0 w 29160"/>
              <a:gd name="textAreaRight" fmla="*/ 29520 w 29160"/>
              <a:gd name="textAreaTop" fmla="*/ 0 h 33120"/>
              <a:gd name="textAreaBottom" fmla="*/ 33480 h 33120"/>
              <a:gd name="GluePoint1X" fmla="*/ 4686 w 17807"/>
              <a:gd name="GluePoint1Y" fmla="*/ 8072 h 20225"/>
              <a:gd name="GluePoint2X" fmla="*/ 9161 w 17807"/>
              <a:gd name="GluePoint2Y" fmla="*/ 3356 h 20225"/>
              <a:gd name="GluePoint3X" fmla="*/ 13212 w 17807"/>
              <a:gd name="GluePoint3Y" fmla="*/ 8072 h 20225"/>
              <a:gd name="GluePoint4X" fmla="*/ 468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25" name="任意多边形: 形状 63"/>
          <p:cNvSpPr>
            <a:spLocks noGrp="1"/>
          </p:cNvSpPr>
          <p:nvPr/>
        </p:nvSpPr>
        <p:spPr>
          <a:xfrm>
            <a:off x="10803600" y="6683400"/>
            <a:ext cx="34200" cy="45720"/>
          </a:xfrm>
          <a:custGeom>
            <a:avLst/>
            <a:gdLst>
              <a:gd name="textAreaLeft" fmla="*/ 0 w 34200"/>
              <a:gd name="textAreaRight" fmla="*/ 34560 w 34200"/>
              <a:gd name="textAreaTop" fmla="*/ 0 h 45720"/>
              <a:gd name="textAreaBottom" fmla="*/ 46080 h 45720"/>
              <a:gd name="GluePoint1X" fmla="*/ 20649 w 20860"/>
              <a:gd name="GluePoint1Y" fmla="*/ 26454 h 27662"/>
              <a:gd name="GluePoint2X" fmla="*/ 13695 w 20860"/>
              <a:gd name="GluePoint2Y" fmla="*/ 27663 h 27662"/>
              <a:gd name="GluePoint3X" fmla="*/ 0 w 20860"/>
              <a:gd name="GluePoint3Y" fmla="*/ 14149 h 27662"/>
              <a:gd name="GluePoint4X" fmla="*/ 14361 w 20860"/>
              <a:gd name="GluePoint4Y" fmla="*/ 0 h 27662"/>
              <a:gd name="GluePoint5X" fmla="*/ 20861 w 20860"/>
              <a:gd name="GluePoint5Y" fmla="*/ 1179 h 27662"/>
              <a:gd name="GluePoint6X" fmla="*/ 19802 w 20860"/>
              <a:gd name="GluePoint6Y" fmla="*/ 5079 h 27662"/>
              <a:gd name="GluePoint7X" fmla="*/ 14572 w 20860"/>
              <a:gd name="GluePoint7Y" fmla="*/ 4021 h 27662"/>
              <a:gd name="GluePoint8X" fmla="*/ 5170 w 20860"/>
              <a:gd name="GluePoint8Y" fmla="*/ 13877 h 27662"/>
              <a:gd name="GluePoint9X" fmla="*/ 14512 w 20860"/>
              <a:gd name="GluePoint9Y" fmla="*/ 23521 h 27662"/>
              <a:gd name="GluePoint10X" fmla="*/ 19863 w 20860"/>
              <a:gd name="GluePoint10Y" fmla="*/ 22554 h 27662"/>
              <a:gd name="GluePoint11X" fmla="*/ 20679 w 20860"/>
              <a:gd name="GluePoint11Y" fmla="*/ 26423 h 27662"/>
            </a:gdLst>
            <a:ahLst/>
            <a:cxnLst/>
            <a:rect l="textAreaLeft" t="textAreaTop" r="textAreaRight" b="textAreaBottom"/>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26" name="任意多边形: 形状 64"/>
          <p:cNvSpPr>
            <a:spLocks noGrp="1"/>
          </p:cNvSpPr>
          <p:nvPr/>
        </p:nvSpPr>
        <p:spPr>
          <a:xfrm>
            <a:off x="10844640" y="6681600"/>
            <a:ext cx="28800" cy="46800"/>
          </a:xfrm>
          <a:custGeom>
            <a:avLst/>
            <a:gdLst>
              <a:gd name="textAreaLeft" fmla="*/ 0 w 28800"/>
              <a:gd name="textAreaRight" fmla="*/ 29160 w 28800"/>
              <a:gd name="textAreaTop" fmla="*/ 0 h 46800"/>
              <a:gd name="textAreaBottom" fmla="*/ 47160 h 46800"/>
              <a:gd name="GluePoint1X" fmla="*/ 0 w 17535"/>
              <a:gd name="GluePoint1Y" fmla="*/ 30 h 28297"/>
              <a:gd name="GluePoint2X" fmla="*/ 4898 w 17535"/>
              <a:gd name="GluePoint2Y" fmla="*/ 30 h 28297"/>
              <a:gd name="GluePoint3X" fmla="*/ 4898 w 17535"/>
              <a:gd name="GluePoint3Y" fmla="*/ 11549 h 28297"/>
              <a:gd name="GluePoint4X" fmla="*/ 4988 w 17535"/>
              <a:gd name="GluePoint4Y" fmla="*/ 11549 h 28297"/>
              <a:gd name="GluePoint5X" fmla="*/ 7407 w 17535"/>
              <a:gd name="GluePoint5Y" fmla="*/ 9342 h 28297"/>
              <a:gd name="GluePoint6X" fmla="*/ 10763 w 17535"/>
              <a:gd name="GluePoint6Y" fmla="*/ 8465 h 28297"/>
              <a:gd name="GluePoint7X" fmla="*/ 17535 w 17535"/>
              <a:gd name="GluePoint7Y" fmla="*/ 16870 h 28297"/>
              <a:gd name="GluePoint8X" fmla="*/ 17535 w 17535"/>
              <a:gd name="GluePoint8Y" fmla="*/ 28298 h 28297"/>
              <a:gd name="GluePoint9X" fmla="*/ 12637 w 17535"/>
              <a:gd name="GluePoint9Y" fmla="*/ 28298 h 28297"/>
              <a:gd name="GluePoint10X" fmla="*/ 12637 w 17535"/>
              <a:gd name="GluePoint10Y" fmla="*/ 17414 h 28297"/>
              <a:gd name="GluePoint11X" fmla="*/ 8919 w 17535"/>
              <a:gd name="GluePoint11Y" fmla="*/ 12456 h 28297"/>
              <a:gd name="GluePoint12X" fmla="*/ 5140 w 17535"/>
              <a:gd name="GluePoint12Y" fmla="*/ 15207 h 28297"/>
              <a:gd name="GluePoint13X" fmla="*/ 4928 w 17535"/>
              <a:gd name="GluePoint13Y" fmla="*/ 16688 h 28297"/>
              <a:gd name="GluePoint14X" fmla="*/ 4928 w 17535"/>
              <a:gd name="GluePoint14Y" fmla="*/ 28268 h 28297"/>
              <a:gd name="GluePoint15X" fmla="*/ 30 w 17535"/>
              <a:gd name="GluePoint15Y" fmla="*/ 28268 h 28297"/>
              <a:gd name="GluePoint16X" fmla="*/ 30 w 17535"/>
              <a:gd name="GluePoint16Y" fmla="*/ 0 h 28297"/>
            </a:gdLst>
            <a:ahLst/>
            <a:cxnLst/>
            <a:rect l="textAreaLeft" t="textAreaTop" r="textAreaRight" b="textAreaBottom"/>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160" rIns="90000" bIns="2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27" name="任意多边形: 形状 65"/>
          <p:cNvSpPr>
            <a:spLocks noGrp="1"/>
          </p:cNvSpPr>
          <p:nvPr/>
        </p:nvSpPr>
        <p:spPr>
          <a:xfrm>
            <a:off x="10881720" y="6682320"/>
            <a:ext cx="9360" cy="46080"/>
          </a:xfrm>
          <a:custGeom>
            <a:avLst/>
            <a:gdLst>
              <a:gd name="textAreaLeft" fmla="*/ 0 w 9360"/>
              <a:gd name="textAreaRight" fmla="*/ 9720 w 9360"/>
              <a:gd name="textAreaTop" fmla="*/ 0 h 46080"/>
              <a:gd name="textAreaBottom" fmla="*/ 46440 h 46080"/>
              <a:gd name="GluePoint1X" fmla="*/ 423 w 5774"/>
              <a:gd name="GluePoint1Y" fmla="*/ 27935 h 27935"/>
              <a:gd name="GluePoint2X" fmla="*/ 423 w 5774"/>
              <a:gd name="GluePoint2Y" fmla="*/ 8556 h 27935"/>
              <a:gd name="GluePoint3X" fmla="*/ 5321 w 5774"/>
              <a:gd name="GluePoint3Y" fmla="*/ 8556 h 27935"/>
              <a:gd name="GluePoint4X" fmla="*/ 5321 w 5774"/>
              <a:gd name="GluePoint4Y" fmla="*/ 27935 h 27935"/>
              <a:gd name="GluePoint5X" fmla="*/ 423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42 w 5774"/>
              <a:gd name="GluePoint11Y" fmla="*/ 5593 h 27935"/>
            </a:gdLst>
            <a:ahLst/>
            <a:cxnLst/>
            <a:rect l="textAreaLeft" t="textAreaTop" r="textAreaRight" b="textAreaBottom"/>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28" name="任意多边形: 形状 66"/>
          <p:cNvSpPr>
            <a:spLocks noGrp="1"/>
          </p:cNvSpPr>
          <p:nvPr/>
        </p:nvSpPr>
        <p:spPr>
          <a:xfrm>
            <a:off x="108990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109 w 17716"/>
              <a:gd name="GluePoint13Y" fmla="*/ 8405 h 19802"/>
              <a:gd name="GluePoint14X" fmla="*/ 5109 w 17716"/>
              <a:gd name="GluePoint14Y" fmla="*/ 19802 h 19802"/>
              <a:gd name="GluePoint15X" fmla="*/ 212 w 17716"/>
              <a:gd name="GluePoint15Y" fmla="*/ 19802 h 19802"/>
              <a:gd name="GluePoint16X" fmla="*/ 212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29" name="任意多边形: 形状 67"/>
          <p:cNvSpPr>
            <a:spLocks noGrp="1"/>
          </p:cNvSpPr>
          <p:nvPr/>
        </p:nvSpPr>
        <p:spPr>
          <a:xfrm>
            <a:off x="109350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61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30" name="任意多边形: 形状 68"/>
          <p:cNvSpPr>
            <a:spLocks noGrp="1"/>
          </p:cNvSpPr>
          <p:nvPr/>
        </p:nvSpPr>
        <p:spPr>
          <a:xfrm>
            <a:off x="10969200" y="6695640"/>
            <a:ext cx="22680" cy="33120"/>
          </a:xfrm>
          <a:custGeom>
            <a:avLst/>
            <a:gdLst>
              <a:gd name="textAreaLeft" fmla="*/ 0 w 22680"/>
              <a:gd name="textAreaRight" fmla="*/ 23040 w 22680"/>
              <a:gd name="textAreaTop" fmla="*/ 0 h 33120"/>
              <a:gd name="textAreaBottom" fmla="*/ 33480 h 33120"/>
              <a:gd name="GluePoint1X" fmla="*/ 998 w 13755"/>
              <a:gd name="GluePoint1Y" fmla="*/ 15298 h 20225"/>
              <a:gd name="GluePoint2X" fmla="*/ 5926 w 13755"/>
              <a:gd name="GluePoint2Y" fmla="*/ 16719 h 20225"/>
              <a:gd name="GluePoint3X" fmla="*/ 9040 w 13755"/>
              <a:gd name="GluePoint3Y" fmla="*/ 14542 h 20225"/>
              <a:gd name="GluePoint4X" fmla="*/ 5865 w 13755"/>
              <a:gd name="GluePoint4Y" fmla="*/ 11700 h 20225"/>
              <a:gd name="GluePoint5X" fmla="*/ 514 w 13755"/>
              <a:gd name="GluePoint5Y" fmla="*/ 6047 h 20225"/>
              <a:gd name="GluePoint6X" fmla="*/ 7860 w 13755"/>
              <a:gd name="GluePoint6Y" fmla="*/ 0 h 20225"/>
              <a:gd name="GluePoint7X" fmla="*/ 13000 w 13755"/>
              <a:gd name="GluePoint7Y" fmla="*/ 1149 h 20225"/>
              <a:gd name="GluePoint8X" fmla="*/ 12033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31" name="任意多边形: 形状 69"/>
          <p:cNvSpPr>
            <a:spLocks noGrp="1"/>
          </p:cNvSpPr>
          <p:nvPr/>
        </p:nvSpPr>
        <p:spPr>
          <a:xfrm>
            <a:off x="1099692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32" name="任意多边形: 形状 70"/>
          <p:cNvSpPr>
            <a:spLocks noGrp="1"/>
          </p:cNvSpPr>
          <p:nvPr/>
        </p:nvSpPr>
        <p:spPr>
          <a:xfrm>
            <a:off x="11043720" y="6684120"/>
            <a:ext cx="38880" cy="44280"/>
          </a:xfrm>
          <a:custGeom>
            <a:avLst/>
            <a:gdLst>
              <a:gd name="textAreaLeft" fmla="*/ 0 w 38880"/>
              <a:gd name="textAreaRight" fmla="*/ 39240 w 38880"/>
              <a:gd name="textAreaTop" fmla="*/ 0 h 44280"/>
              <a:gd name="textAreaBottom" fmla="*/ 44640 h 44280"/>
              <a:gd name="GluePoint1X" fmla="*/ 8163 w 23551"/>
              <a:gd name="GluePoint1Y" fmla="*/ 15509 h 26816"/>
              <a:gd name="GluePoint2X" fmla="*/ 10249 w 23551"/>
              <a:gd name="GluePoint2Y" fmla="*/ 8888 h 26816"/>
              <a:gd name="GluePoint3X" fmla="*/ 11519 w 23551"/>
              <a:gd name="GluePoint3Y" fmla="*/ 3870 h 26816"/>
              <a:gd name="GluePoint4X" fmla="*/ 11609 w 23551"/>
              <a:gd name="GluePoint4Y" fmla="*/ 3870 h 26816"/>
              <a:gd name="GluePoint5X" fmla="*/ 12970 w 23551"/>
              <a:gd name="GluePoint5Y" fmla="*/ 8919 h 26816"/>
              <a:gd name="GluePoint6X" fmla="*/ 15086 w 23551"/>
              <a:gd name="GluePoint6Y" fmla="*/ 15509 h 26816"/>
              <a:gd name="GluePoint7X" fmla="*/ 8163 w 23551"/>
              <a:gd name="GluePoint7Y" fmla="*/ 15509 h 26816"/>
              <a:gd name="GluePoint8X" fmla="*/ 15872 w 23551"/>
              <a:gd name="GluePoint8Y" fmla="*/ 19228 h 26816"/>
              <a:gd name="GluePoint9X" fmla="*/ 18291 w 23551"/>
              <a:gd name="GluePoint9Y" fmla="*/ 26816 h 26816"/>
              <a:gd name="GluePoint10X" fmla="*/ 23551 w 23551"/>
              <a:gd name="GluePoint10Y" fmla="*/ 26816 h 26816"/>
              <a:gd name="GluePoint11X" fmla="*/ 14844 w 23551"/>
              <a:gd name="GluePoint11Y" fmla="*/ 0 h 26816"/>
              <a:gd name="GluePoint12X" fmla="*/ 8616 w 23551"/>
              <a:gd name="GluePoint12Y" fmla="*/ 0 h 26816"/>
              <a:gd name="GluePoint13X" fmla="*/ 0 w 23551"/>
              <a:gd name="GluePoint13Y" fmla="*/ 26816 h 26816"/>
              <a:gd name="GluePoint14X" fmla="*/ 5079 w 23551"/>
              <a:gd name="GluePoint14Y" fmla="*/ 26816 h 26816"/>
              <a:gd name="GluePoint15X" fmla="*/ 7377 w 23551"/>
              <a:gd name="GluePoint15Y" fmla="*/ 19228 h 26816"/>
              <a:gd name="GluePoint16X" fmla="*/ 15902 w 23551"/>
              <a:gd name="GluePoint16Y" fmla="*/ 19228 h 26816"/>
            </a:gdLst>
            <a:ahLst/>
            <a:cxnLst/>
            <a:rect l="textAreaLeft" t="textAreaTop" r="textAreaRight" b="textAreaBottom"/>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360" rIns="90000" bIns="-3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33" name="任意多边形: 形状 71"/>
          <p:cNvSpPr>
            <a:spLocks noGrp="1"/>
          </p:cNvSpPr>
          <p:nvPr/>
        </p:nvSpPr>
        <p:spPr>
          <a:xfrm>
            <a:off x="1108584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884 w 15479"/>
              <a:gd name="GluePoint7Y" fmla="*/ 3809 h 20225"/>
              <a:gd name="GluePoint8X" fmla="*/ 4958 w 15479"/>
              <a:gd name="GluePoint8Y" fmla="*/ 10098 h 20225"/>
              <a:gd name="GluePoint9X" fmla="*/ 1091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34" name="任意多边形: 形状 72"/>
          <p:cNvSpPr>
            <a:spLocks noGrp="1"/>
          </p:cNvSpPr>
          <p:nvPr/>
        </p:nvSpPr>
        <p:spPr>
          <a:xfrm>
            <a:off x="11115360" y="6695640"/>
            <a:ext cx="27360" cy="33480"/>
          </a:xfrm>
          <a:custGeom>
            <a:avLst/>
            <a:gdLst>
              <a:gd name="textAreaLeft" fmla="*/ 0 w 27360"/>
              <a:gd name="textAreaRight" fmla="*/ 27720 w 27360"/>
              <a:gd name="textAreaTop" fmla="*/ 0 h 33480"/>
              <a:gd name="textAreaBottom" fmla="*/ 33840 h 33480"/>
              <a:gd name="GluePoint1X" fmla="*/ 11609 w 16688"/>
              <a:gd name="GluePoint1Y" fmla="*/ 13000 h 20255"/>
              <a:gd name="GluePoint2X" fmla="*/ 11458 w 16688"/>
              <a:gd name="GluePoint2Y" fmla="*/ 14058 h 20255"/>
              <a:gd name="GluePoint3X" fmla="*/ 7619 w 16688"/>
              <a:gd name="GluePoint3Y" fmla="*/ 16719 h 20255"/>
              <a:gd name="GluePoint4X" fmla="*/ 4807 w 16688"/>
              <a:gd name="GluePoint4Y" fmla="*/ 13937 h 20255"/>
              <a:gd name="GluePoint5X" fmla="*/ 11579 w 16688"/>
              <a:gd name="GluePoint5Y" fmla="*/ 10309 h 20255"/>
              <a:gd name="GluePoint6X" fmla="*/ 11579 w 16688"/>
              <a:gd name="GluePoint6Y" fmla="*/ 13000 h 20255"/>
              <a:gd name="GluePoint7X" fmla="*/ 16386 w 16688"/>
              <a:gd name="GluePoint7Y" fmla="*/ 8163 h 20255"/>
              <a:gd name="GluePoint8X" fmla="*/ 8405 w 16688"/>
              <a:gd name="GluePoint8Y" fmla="*/ 0 h 20255"/>
              <a:gd name="GluePoint9X" fmla="*/ 1391 w 16688"/>
              <a:gd name="GluePoint9Y" fmla="*/ 1723 h 20255"/>
              <a:gd name="GluePoint10X" fmla="*/ 2358 w 16688"/>
              <a:gd name="GluePoint10Y" fmla="*/ 4898 h 20255"/>
              <a:gd name="GluePoint11X" fmla="*/ 7558 w 16688"/>
              <a:gd name="GluePoint11Y" fmla="*/ 3447 h 20255"/>
              <a:gd name="GluePoint12X" fmla="*/ 11488 w 16688"/>
              <a:gd name="GluePoint12Y" fmla="*/ 6833 h 20255"/>
              <a:gd name="GluePoint13X" fmla="*/ 11488 w 16688"/>
              <a:gd name="GluePoint13Y" fmla="*/ 7165 h 20255"/>
              <a:gd name="GluePoint14X" fmla="*/ 0 w 16688"/>
              <a:gd name="GluePoint14Y" fmla="*/ 14512 h 20255"/>
              <a:gd name="GluePoint15X" fmla="*/ 6107 w 16688"/>
              <a:gd name="GluePoint15Y" fmla="*/ 20256 h 20255"/>
              <a:gd name="GluePoint16X" fmla="*/ 11821 w 16688"/>
              <a:gd name="GluePoint16Y" fmla="*/ 17656 h 20255"/>
              <a:gd name="GluePoint17X" fmla="*/ 11942 w 16688"/>
              <a:gd name="GluePoint17Y" fmla="*/ 17656 h 20255"/>
              <a:gd name="GluePoint18X" fmla="*/ 12274 w 16688"/>
              <a:gd name="GluePoint18Y" fmla="*/ 19802 h 20255"/>
              <a:gd name="GluePoint19X" fmla="*/ 16688 w 16688"/>
              <a:gd name="GluePoint19Y" fmla="*/ 19802 h 20255"/>
              <a:gd name="GluePoint20X" fmla="*/ 16386 w 16688"/>
              <a:gd name="GluePoint20Y" fmla="*/ 15116 h 20255"/>
              <a:gd name="GluePoint21X" fmla="*/ 16386 w 16688"/>
              <a:gd name="GluePoint21Y" fmla="*/ 8133 h 20255"/>
            </a:gdLst>
            <a:ahLst/>
            <a:cxnLst/>
            <a:rect l="textAreaLeft" t="textAreaTop" r="textAreaRight" b="textAreaBottom"/>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35" name="任意多边形: 形状 73"/>
          <p:cNvSpPr>
            <a:spLocks noGrp="1"/>
          </p:cNvSpPr>
          <p:nvPr/>
        </p:nvSpPr>
        <p:spPr>
          <a:xfrm>
            <a:off x="11149200" y="6681600"/>
            <a:ext cx="31680" cy="47520"/>
          </a:xfrm>
          <a:custGeom>
            <a:avLst/>
            <a:gdLst>
              <a:gd name="textAreaLeft" fmla="*/ 0 w 31680"/>
              <a:gd name="textAreaRight" fmla="*/ 32040 w 31680"/>
              <a:gd name="textAreaTop" fmla="*/ 0 h 47520"/>
              <a:gd name="textAreaBottom" fmla="*/ 47880 h 47520"/>
              <a:gd name="GluePoint1X" fmla="*/ 14179 w 19228"/>
              <a:gd name="GluePoint1Y" fmla="*/ 19863 h 28690"/>
              <a:gd name="GluePoint2X" fmla="*/ 14028 w 19228"/>
              <a:gd name="GluePoint2Y" fmla="*/ 21284 h 28690"/>
              <a:gd name="GluePoint3X" fmla="*/ 9796 w 19228"/>
              <a:gd name="GluePoint3Y" fmla="*/ 24761 h 28690"/>
              <a:gd name="GluePoint4X" fmla="*/ 4958 w 19228"/>
              <a:gd name="GluePoint4Y" fmla="*/ 18593 h 28690"/>
              <a:gd name="GluePoint5X" fmla="*/ 9856 w 19228"/>
              <a:gd name="GluePoint5Y" fmla="*/ 12214 h 28690"/>
              <a:gd name="GluePoint6X" fmla="*/ 14058 w 19228"/>
              <a:gd name="GluePoint6Y" fmla="*/ 15661 h 28690"/>
              <a:gd name="GluePoint7X" fmla="*/ 14179 w 19228"/>
              <a:gd name="GluePoint7Y" fmla="*/ 16930 h 28690"/>
              <a:gd name="GluePoint8X" fmla="*/ 14179 w 19228"/>
              <a:gd name="GluePoint8Y" fmla="*/ 19833 h 28690"/>
              <a:gd name="GluePoint9X" fmla="*/ 14179 w 19228"/>
              <a:gd name="GluePoint9Y" fmla="*/ 0 h 28690"/>
              <a:gd name="GluePoint10X" fmla="*/ 14179 w 19228"/>
              <a:gd name="GluePoint10Y" fmla="*/ 10974 h 28690"/>
              <a:gd name="GluePoint11X" fmla="*/ 14089 w 19228"/>
              <a:gd name="GluePoint11Y" fmla="*/ 10974 h 28690"/>
              <a:gd name="GluePoint12X" fmla="*/ 8677 w 19228"/>
              <a:gd name="GluePoint12Y" fmla="*/ 8465 h 28690"/>
              <a:gd name="GluePoint13X" fmla="*/ 0 w 19228"/>
              <a:gd name="GluePoint13Y" fmla="*/ 18805 h 28690"/>
              <a:gd name="GluePoint14X" fmla="*/ 8284 w 19228"/>
              <a:gd name="GluePoint14Y" fmla="*/ 28691 h 28690"/>
              <a:gd name="GluePoint15X" fmla="*/ 14572 w 19228"/>
              <a:gd name="GluePoint15Y" fmla="*/ 25184 h 28690"/>
              <a:gd name="GluePoint16X" fmla="*/ 14663 w 19228"/>
              <a:gd name="GluePoint16Y" fmla="*/ 25184 h 28690"/>
              <a:gd name="GluePoint17X" fmla="*/ 14875 w 19228"/>
              <a:gd name="GluePoint17Y" fmla="*/ 28268 h 28690"/>
              <a:gd name="GluePoint18X" fmla="*/ 19228 w 19228"/>
              <a:gd name="GluePoint18Y" fmla="*/ 28268 h 28690"/>
              <a:gd name="GluePoint19X" fmla="*/ 19077 w 19228"/>
              <a:gd name="GluePoint19Y" fmla="*/ 22826 h 28690"/>
              <a:gd name="GluePoint20X" fmla="*/ 19077 w 19228"/>
              <a:gd name="GluePoint20Y" fmla="*/ 0 h 28690"/>
              <a:gd name="GluePoint21X" fmla="*/ 14179 w 19228"/>
              <a:gd name="GluePoint21Y" fmla="*/ 0 h 28690"/>
            </a:gdLst>
            <a:ahLst/>
            <a:cxnLst/>
            <a:rect l="textAreaLeft" t="textAreaTop" r="textAreaRight" b="textAreaBottom"/>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36" name="任意多边形: 形状 74"/>
          <p:cNvSpPr>
            <a:spLocks noGrp="1"/>
          </p:cNvSpPr>
          <p:nvPr/>
        </p:nvSpPr>
        <p:spPr>
          <a:xfrm>
            <a:off x="11187720" y="6695640"/>
            <a:ext cx="29160" cy="33120"/>
          </a:xfrm>
          <a:custGeom>
            <a:avLst/>
            <a:gdLst>
              <a:gd name="textAreaLeft" fmla="*/ 0 w 29160"/>
              <a:gd name="textAreaRight" fmla="*/ 29520 w 29160"/>
              <a:gd name="textAreaTop" fmla="*/ 0 h 33120"/>
              <a:gd name="textAreaBottom" fmla="*/ 33480 h 33120"/>
              <a:gd name="GluePoint1X" fmla="*/ 4686 w 17837"/>
              <a:gd name="GluePoint1Y" fmla="*/ 8072 h 20225"/>
              <a:gd name="GluePoint2X" fmla="*/ 9161 w 17837"/>
              <a:gd name="GluePoint2Y" fmla="*/ 3356 h 20225"/>
              <a:gd name="GluePoint3X" fmla="*/ 13212 w 17837"/>
              <a:gd name="GluePoint3Y" fmla="*/ 8072 h 20225"/>
              <a:gd name="GluePoint4X" fmla="*/ 4686 w 17837"/>
              <a:gd name="GluePoint4Y" fmla="*/ 8072 h 20225"/>
              <a:gd name="GluePoint5X" fmla="*/ 17656 w 17837"/>
              <a:gd name="GluePoint5Y" fmla="*/ 11488 h 20225"/>
              <a:gd name="GluePoint6X" fmla="*/ 17837 w 17837"/>
              <a:gd name="GluePoint6Y" fmla="*/ 9433 h 20225"/>
              <a:gd name="GluePoint7X" fmla="*/ 9493 w 17837"/>
              <a:gd name="GluePoint7Y" fmla="*/ 0 h 20225"/>
              <a:gd name="GluePoint8X" fmla="*/ 0 w 17837"/>
              <a:gd name="GluePoint8Y" fmla="*/ 10400 h 20225"/>
              <a:gd name="GluePoint9X" fmla="*/ 9977 w 17837"/>
              <a:gd name="GluePoint9Y" fmla="*/ 20226 h 20225"/>
              <a:gd name="GluePoint10X" fmla="*/ 16749 w 17837"/>
              <a:gd name="GluePoint10Y" fmla="*/ 18986 h 20225"/>
              <a:gd name="GluePoint11X" fmla="*/ 16023 w 17837"/>
              <a:gd name="GluePoint11Y" fmla="*/ 15600 h 20225"/>
              <a:gd name="GluePoint12X" fmla="*/ 10672 w 17837"/>
              <a:gd name="GluePoint12Y" fmla="*/ 16507 h 20225"/>
              <a:gd name="GluePoint13X" fmla="*/ 4686 w 17837"/>
              <a:gd name="GluePoint13Y" fmla="*/ 11458 h 20225"/>
              <a:gd name="GluePoint14X" fmla="*/ 17656 w 17837"/>
              <a:gd name="GluePoint14Y" fmla="*/ 11458 h 20225"/>
            </a:gdLst>
            <a:ahLst/>
            <a:cxnLst/>
            <a:rect l="textAreaLeft" t="textAreaTop" r="textAreaRight" b="textAreaBottom"/>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37" name="任意多边形: 形状 75"/>
          <p:cNvSpPr>
            <a:spLocks noGrp="1"/>
          </p:cNvSpPr>
          <p:nvPr/>
        </p:nvSpPr>
        <p:spPr>
          <a:xfrm>
            <a:off x="11223720" y="6695640"/>
            <a:ext cx="47520" cy="32400"/>
          </a:xfrm>
          <a:custGeom>
            <a:avLst/>
            <a:gdLst>
              <a:gd name="textAreaLeft" fmla="*/ 0 w 47520"/>
              <a:gd name="textAreaRight" fmla="*/ 47880 w 47520"/>
              <a:gd name="textAreaTop" fmla="*/ 0 h 32400"/>
              <a:gd name="textAreaBottom" fmla="*/ 32760 h 32400"/>
              <a:gd name="GluePoint1X" fmla="*/ 151 w 28721"/>
              <a:gd name="GluePoint1Y" fmla="*/ 6258 h 19802"/>
              <a:gd name="GluePoint2X" fmla="*/ 0 w 28721"/>
              <a:gd name="GluePoint2Y" fmla="*/ 484 h 19802"/>
              <a:gd name="GluePoint3X" fmla="*/ 4172 w 28721"/>
              <a:gd name="GluePoint3Y" fmla="*/ 484 h 19802"/>
              <a:gd name="GluePoint4X" fmla="*/ 4384 w 28721"/>
              <a:gd name="GluePoint4Y" fmla="*/ 3326 h 19802"/>
              <a:gd name="GluePoint5X" fmla="*/ 4505 w 28721"/>
              <a:gd name="GluePoint5Y" fmla="*/ 3326 h 19802"/>
              <a:gd name="GluePoint6X" fmla="*/ 10461 w 28721"/>
              <a:gd name="GluePoint6Y" fmla="*/ 30 h 19802"/>
              <a:gd name="GluePoint7X" fmla="*/ 15842 w 28721"/>
              <a:gd name="GluePoint7Y" fmla="*/ 3598 h 19802"/>
              <a:gd name="GluePoint8X" fmla="*/ 15933 w 28721"/>
              <a:gd name="GluePoint8Y" fmla="*/ 3598 h 19802"/>
              <a:gd name="GluePoint9X" fmla="*/ 18321 w 28721"/>
              <a:gd name="GluePoint9Y" fmla="*/ 1149 h 19802"/>
              <a:gd name="GluePoint10X" fmla="*/ 22251 w 28721"/>
              <a:gd name="GluePoint10Y" fmla="*/ 0 h 19802"/>
              <a:gd name="GluePoint11X" fmla="*/ 28721 w 28721"/>
              <a:gd name="GluePoint11Y" fmla="*/ 8405 h 19802"/>
              <a:gd name="GluePoint12X" fmla="*/ 28721 w 28721"/>
              <a:gd name="GluePoint12Y" fmla="*/ 19802 h 19802"/>
              <a:gd name="GluePoint13X" fmla="*/ 23944 w 28721"/>
              <a:gd name="GluePoint13Y" fmla="*/ 19802 h 19802"/>
              <a:gd name="GluePoint14X" fmla="*/ 23944 w 28721"/>
              <a:gd name="GluePoint14Y" fmla="*/ 9070 h 19802"/>
              <a:gd name="GluePoint15X" fmla="*/ 20498 w 28721"/>
              <a:gd name="GluePoint15Y" fmla="*/ 3960 h 19802"/>
              <a:gd name="GluePoint16X" fmla="*/ 17112 w 28721"/>
              <a:gd name="GluePoint16Y" fmla="*/ 6530 h 19802"/>
              <a:gd name="GluePoint17X" fmla="*/ 16870 w 28721"/>
              <a:gd name="GluePoint17Y" fmla="*/ 8163 h 19802"/>
              <a:gd name="GluePoint18X" fmla="*/ 16870 w 28721"/>
              <a:gd name="GluePoint18Y" fmla="*/ 19802 h 19802"/>
              <a:gd name="GluePoint19X" fmla="*/ 12093 w 28721"/>
              <a:gd name="GluePoint19Y" fmla="*/ 19802 h 19802"/>
              <a:gd name="GluePoint20X" fmla="*/ 12093 w 28721"/>
              <a:gd name="GluePoint20Y" fmla="*/ 8586 h 19802"/>
              <a:gd name="GluePoint21X" fmla="*/ 8767 w 28721"/>
              <a:gd name="GluePoint21Y" fmla="*/ 3960 h 19802"/>
              <a:gd name="GluePoint22X" fmla="*/ 5230 w 28721"/>
              <a:gd name="GluePoint22Y" fmla="*/ 6742 h 19802"/>
              <a:gd name="GluePoint23X" fmla="*/ 4988 w 28721"/>
              <a:gd name="GluePoint23Y" fmla="*/ 8344 h 19802"/>
              <a:gd name="GluePoint24X" fmla="*/ 4988 w 28721"/>
              <a:gd name="GluePoint24Y" fmla="*/ 19802 h 19802"/>
              <a:gd name="GluePoint25X" fmla="*/ 212 w 28721"/>
              <a:gd name="GluePoint25Y" fmla="*/ 19802 h 19802"/>
              <a:gd name="GluePoint26X" fmla="*/ 212 w 28721"/>
              <a:gd name="GluePoint26Y" fmla="*/ 6198 h 19802"/>
            </a:gdLst>
            <a:ahLst/>
            <a:cxnLst/>
            <a:rect l="textAreaLeft" t="textAreaTop" r="textAreaRight" b="textAreaBottom"/>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38" name="任意多边形: 形状 76"/>
          <p:cNvSpPr>
            <a:spLocks noGrp="1"/>
          </p:cNvSpPr>
          <p:nvPr/>
        </p:nvSpPr>
        <p:spPr>
          <a:xfrm>
            <a:off x="11275200" y="6696360"/>
            <a:ext cx="32040" cy="46440"/>
          </a:xfrm>
          <a:custGeom>
            <a:avLst/>
            <a:gdLst>
              <a:gd name="textAreaLeft" fmla="*/ 0 w 32040"/>
              <a:gd name="textAreaRight" fmla="*/ 32400 w 32040"/>
              <a:gd name="textAreaTop" fmla="*/ 0 h 46440"/>
              <a:gd name="textAreaBottom" fmla="*/ 46800 h 46440"/>
              <a:gd name="GluePoint1X" fmla="*/ 5381 w 19379"/>
              <a:gd name="GluePoint1Y" fmla="*/ 30 h 28146"/>
              <a:gd name="GluePoint2X" fmla="*/ 8858 w 19379"/>
              <a:gd name="GluePoint2Y" fmla="*/ 10400 h 28146"/>
              <a:gd name="GluePoint3X" fmla="*/ 9947 w 19379"/>
              <a:gd name="GluePoint3Y" fmla="*/ 14149 h 28146"/>
              <a:gd name="GluePoint4X" fmla="*/ 10068 w 19379"/>
              <a:gd name="GluePoint4Y" fmla="*/ 14149 h 28146"/>
              <a:gd name="GluePoint5X" fmla="*/ 11095 w 19379"/>
              <a:gd name="GluePoint5Y" fmla="*/ 10340 h 28146"/>
              <a:gd name="GluePoint6X" fmla="*/ 14149 w 19379"/>
              <a:gd name="GluePoint6Y" fmla="*/ 0 h 28146"/>
              <a:gd name="GluePoint7X" fmla="*/ 19379 w 19379"/>
              <a:gd name="GluePoint7Y" fmla="*/ 0 h 28146"/>
              <a:gd name="GluePoint8X" fmla="*/ 14542 w 19379"/>
              <a:gd name="GluePoint8Y" fmla="*/ 13212 h 28146"/>
              <a:gd name="GluePoint9X" fmla="*/ 7800 w 19379"/>
              <a:gd name="GluePoint9Y" fmla="*/ 25668 h 28146"/>
              <a:gd name="GluePoint10X" fmla="*/ 2660 w 19379"/>
              <a:gd name="GluePoint10Y" fmla="*/ 28147 h 28146"/>
              <a:gd name="GluePoint11X" fmla="*/ 1542 w 19379"/>
              <a:gd name="GluePoint11Y" fmla="*/ 24035 h 28146"/>
              <a:gd name="GluePoint12X" fmla="*/ 4384 w 19379"/>
              <a:gd name="GluePoint12Y" fmla="*/ 22705 h 28146"/>
              <a:gd name="GluePoint13X" fmla="*/ 7074 w 19379"/>
              <a:gd name="GluePoint13Y" fmla="*/ 19621 h 28146"/>
              <a:gd name="GluePoint14X" fmla="*/ 7377 w 19379"/>
              <a:gd name="GluePoint14Y" fmla="*/ 18775 h 28146"/>
              <a:gd name="GluePoint15X" fmla="*/ 7105 w 19379"/>
              <a:gd name="GluePoint15Y" fmla="*/ 17807 h 28146"/>
              <a:gd name="GluePoint16X" fmla="*/ 0 w 19379"/>
              <a:gd name="GluePoint16Y" fmla="*/ 30 h 28146"/>
              <a:gd name="GluePoint17X" fmla="*/ 5412 w 19379"/>
              <a:gd name="GluePoint17Y" fmla="*/ 30 h 28146"/>
            </a:gdLst>
            <a:ahLst/>
            <a:cxnLst/>
            <a:rect l="textAreaLeft" t="textAreaTop" r="textAreaRight" b="textAreaBottom"/>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39" name="任意多边形: 形状 77"/>
          <p:cNvSpPr>
            <a:spLocks noGrp="1"/>
          </p:cNvSpPr>
          <p:nvPr/>
        </p:nvSpPr>
        <p:spPr>
          <a:xfrm>
            <a:off x="11323800" y="6695640"/>
            <a:ext cx="32400" cy="33480"/>
          </a:xfrm>
          <a:custGeom>
            <a:avLst/>
            <a:gdLst>
              <a:gd name="textAreaLeft" fmla="*/ 0 w 32400"/>
              <a:gd name="textAreaRight" fmla="*/ 32760 w 32400"/>
              <a:gd name="textAreaTop" fmla="*/ 0 h 33480"/>
              <a:gd name="textAreaBottom" fmla="*/ 33840 h 33480"/>
              <a:gd name="GluePoint1X" fmla="*/ 9735 w 19621"/>
              <a:gd name="GluePoint1Y" fmla="*/ 16688 h 20255"/>
              <a:gd name="GluePoint2X" fmla="*/ 4958 w 19621"/>
              <a:gd name="GluePoint2Y" fmla="*/ 10158 h 20255"/>
              <a:gd name="GluePoint3X" fmla="*/ 9826 w 19621"/>
              <a:gd name="GluePoint3Y" fmla="*/ 3567 h 20255"/>
              <a:gd name="GluePoint4X" fmla="*/ 14542 w 19621"/>
              <a:gd name="GluePoint4Y" fmla="*/ 10098 h 20255"/>
              <a:gd name="GluePoint5X" fmla="*/ 9795 w 19621"/>
              <a:gd name="GluePoint5Y" fmla="*/ 16688 h 20255"/>
              <a:gd name="GluePoint6X" fmla="*/ 9765 w 19621"/>
              <a:gd name="GluePoint6Y" fmla="*/ 16688 h 20255"/>
              <a:gd name="GluePoint7X" fmla="*/ 9705 w 19621"/>
              <a:gd name="GluePoint7Y" fmla="*/ 20256 h 20255"/>
              <a:gd name="GluePoint8X" fmla="*/ 19621 w 19621"/>
              <a:gd name="GluePoint8Y" fmla="*/ 9947 h 20255"/>
              <a:gd name="GluePoint9X" fmla="*/ 10007 w 19621"/>
              <a:gd name="GluePoint9Y" fmla="*/ 0 h 20255"/>
              <a:gd name="GluePoint10X" fmla="*/ 0 w 19621"/>
              <a:gd name="GluePoint10Y" fmla="*/ 10279 h 20255"/>
              <a:gd name="GluePoint11X" fmla="*/ 9705 w 19621"/>
              <a:gd name="GluePoint11Y" fmla="*/ 20256 h 20255"/>
              <a:gd name="GluePoint12X" fmla="*/ 9735 w 19621"/>
              <a:gd name="GluePoint12Y" fmla="*/ 20256 h 20255"/>
            </a:gdLst>
            <a:ahLst/>
            <a:cxnLst/>
            <a:rect l="textAreaLeft" t="textAreaTop" r="textAreaRight" b="textAreaBottom"/>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160" rIns="90000" bIns="-1116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40" name="任意多边形: 形状 78"/>
          <p:cNvSpPr>
            <a:spLocks noGrp="1"/>
          </p:cNvSpPr>
          <p:nvPr/>
        </p:nvSpPr>
        <p:spPr>
          <a:xfrm>
            <a:off x="11359440" y="6680880"/>
            <a:ext cx="21600" cy="47520"/>
          </a:xfrm>
          <a:custGeom>
            <a:avLst/>
            <a:gdLst>
              <a:gd name="textAreaLeft" fmla="*/ 0 w 21600"/>
              <a:gd name="textAreaRight" fmla="*/ 21960 w 21600"/>
              <a:gd name="textAreaTop" fmla="*/ 0 h 47520"/>
              <a:gd name="textAreaBottom" fmla="*/ 47880 h 47520"/>
              <a:gd name="GluePoint1X" fmla="*/ 2630 w 13181"/>
              <a:gd name="GluePoint1Y" fmla="*/ 28691 h 28690"/>
              <a:gd name="GluePoint2X" fmla="*/ 2630 w 13181"/>
              <a:gd name="GluePoint2Y" fmla="*/ 12970 h 28690"/>
              <a:gd name="GluePoint3X" fmla="*/ 0 w 13181"/>
              <a:gd name="GluePoint3Y" fmla="*/ 12970 h 28690"/>
              <a:gd name="GluePoint4X" fmla="*/ 0 w 13181"/>
              <a:gd name="GluePoint4Y" fmla="*/ 9312 h 28690"/>
              <a:gd name="GluePoint5X" fmla="*/ 2630 w 13181"/>
              <a:gd name="GluePoint5Y" fmla="*/ 9312 h 28690"/>
              <a:gd name="GluePoint6X" fmla="*/ 2630 w 13181"/>
              <a:gd name="GluePoint6Y" fmla="*/ 8495 h 28690"/>
              <a:gd name="GluePoint7X" fmla="*/ 4988 w 13181"/>
              <a:gd name="GluePoint7Y" fmla="*/ 1874 h 28690"/>
              <a:gd name="GluePoint8X" fmla="*/ 10068 w 13181"/>
              <a:gd name="GluePoint8Y" fmla="*/ 0 h 28690"/>
              <a:gd name="GluePoint9X" fmla="*/ 13181 w 13181"/>
              <a:gd name="GluePoint9Y" fmla="*/ 484 h 28690"/>
              <a:gd name="GluePoint10X" fmla="*/ 12849 w 13181"/>
              <a:gd name="GluePoint10Y" fmla="*/ 4233 h 28690"/>
              <a:gd name="GluePoint11X" fmla="*/ 10763 w 13181"/>
              <a:gd name="GluePoint11Y" fmla="*/ 3870 h 28690"/>
              <a:gd name="GluePoint12X" fmla="*/ 7528 w 13181"/>
              <a:gd name="GluePoint12Y" fmla="*/ 8284 h 28690"/>
              <a:gd name="GluePoint13X" fmla="*/ 7528 w 13181"/>
              <a:gd name="GluePoint13Y" fmla="*/ 9312 h 28690"/>
              <a:gd name="GluePoint14X" fmla="*/ 11761 w 13181"/>
              <a:gd name="GluePoint14Y" fmla="*/ 9312 h 28690"/>
              <a:gd name="GluePoint15X" fmla="*/ 11761 w 13181"/>
              <a:gd name="GluePoint15Y" fmla="*/ 12970 h 28690"/>
              <a:gd name="GluePoint16X" fmla="*/ 7558 w 13181"/>
              <a:gd name="GluePoint16Y" fmla="*/ 12970 h 28690"/>
              <a:gd name="GluePoint17X" fmla="*/ 7558 w 13181"/>
              <a:gd name="GluePoint17Y" fmla="*/ 28691 h 28690"/>
              <a:gd name="GluePoint18X" fmla="*/ 2660 w 13181"/>
              <a:gd name="GluePoint18Y" fmla="*/ 28691 h 28690"/>
            </a:gdLst>
            <a:ahLst/>
            <a:cxnLst/>
            <a:rect l="textAreaLeft" t="textAreaTop" r="textAreaRight" b="textAreaBottom"/>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2880" rIns="90000" bIns="28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41" name="任意多边形: 形状 79"/>
          <p:cNvSpPr>
            <a:spLocks noGrp="1"/>
          </p:cNvSpPr>
          <p:nvPr/>
        </p:nvSpPr>
        <p:spPr>
          <a:xfrm>
            <a:off x="11396160" y="6683400"/>
            <a:ext cx="28440" cy="45720"/>
          </a:xfrm>
          <a:custGeom>
            <a:avLst/>
            <a:gdLst>
              <a:gd name="textAreaLeft" fmla="*/ 0 w 28440"/>
              <a:gd name="textAreaRight" fmla="*/ 28800 w 28440"/>
              <a:gd name="textAreaTop" fmla="*/ 0 h 45720"/>
              <a:gd name="textAreaBottom" fmla="*/ 46080 h 45720"/>
              <a:gd name="GluePoint1X" fmla="*/ 1058 w 17414"/>
              <a:gd name="GluePoint1Y" fmla="*/ 21919 h 27662"/>
              <a:gd name="GluePoint2X" fmla="*/ 7528 w 17414"/>
              <a:gd name="GluePoint2Y" fmla="*/ 23612 h 27662"/>
              <a:gd name="GluePoint3X" fmla="*/ 12395 w 17414"/>
              <a:gd name="GluePoint3Y" fmla="*/ 19954 h 27662"/>
              <a:gd name="GluePoint4X" fmla="*/ 7649 w 17414"/>
              <a:gd name="GluePoint4Y" fmla="*/ 15509 h 27662"/>
              <a:gd name="GluePoint5X" fmla="*/ 393 w 17414"/>
              <a:gd name="GluePoint5Y" fmla="*/ 7709 h 27662"/>
              <a:gd name="GluePoint6X" fmla="*/ 9886 w 17414"/>
              <a:gd name="GluePoint6Y" fmla="*/ 0 h 27662"/>
              <a:gd name="GluePoint7X" fmla="*/ 16326 w 17414"/>
              <a:gd name="GluePoint7Y" fmla="*/ 1330 h 27662"/>
              <a:gd name="GluePoint8X" fmla="*/ 15147 w 17414"/>
              <a:gd name="GluePoint8Y" fmla="*/ 5291 h 27662"/>
              <a:gd name="GluePoint9X" fmla="*/ 9795 w 17414"/>
              <a:gd name="GluePoint9Y" fmla="*/ 4021 h 27662"/>
              <a:gd name="GluePoint10X" fmla="*/ 5381 w 17414"/>
              <a:gd name="GluePoint10Y" fmla="*/ 7256 h 27662"/>
              <a:gd name="GluePoint11X" fmla="*/ 10521 w 17414"/>
              <a:gd name="GluePoint11Y" fmla="*/ 11640 h 27662"/>
              <a:gd name="GluePoint12X" fmla="*/ 17414 w 17414"/>
              <a:gd name="GluePoint12Y" fmla="*/ 19621 h 27662"/>
              <a:gd name="GluePoint13X" fmla="*/ 7256 w 17414"/>
              <a:gd name="GluePoint13Y" fmla="*/ 27663 h 27662"/>
              <a:gd name="GluePoint14X" fmla="*/ 0 w 17414"/>
              <a:gd name="GluePoint14Y" fmla="*/ 25970 h 27662"/>
              <a:gd name="GluePoint15X" fmla="*/ 1088 w 17414"/>
              <a:gd name="GluePoint15Y" fmla="*/ 21919 h 27662"/>
            </a:gdLst>
            <a:ahLst/>
            <a:cxnLst/>
            <a:rect l="textAreaLeft" t="textAreaTop" r="textAreaRight" b="textAreaBottom"/>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080" rIns="90000" bIns="108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42" name="任意多边形: 形状 80"/>
          <p:cNvSpPr>
            <a:spLocks noGrp="1"/>
          </p:cNvSpPr>
          <p:nvPr/>
        </p:nvSpPr>
        <p:spPr>
          <a:xfrm>
            <a:off x="11430000" y="6695640"/>
            <a:ext cx="25560" cy="33120"/>
          </a:xfrm>
          <a:custGeom>
            <a:avLst/>
            <a:gdLst>
              <a:gd name="textAreaLeft" fmla="*/ 0 w 25560"/>
              <a:gd name="textAreaRight" fmla="*/ 25920 w 25560"/>
              <a:gd name="textAreaTop" fmla="*/ 0 h 33120"/>
              <a:gd name="textAreaBottom" fmla="*/ 33480 h 33120"/>
              <a:gd name="GluePoint1X" fmla="*/ 15449 w 15479"/>
              <a:gd name="GluePoint1Y" fmla="*/ 19228 h 20225"/>
              <a:gd name="GluePoint2X" fmla="*/ 9977 w 15479"/>
              <a:gd name="GluePoint2Y" fmla="*/ 20226 h 20225"/>
              <a:gd name="GluePoint3X" fmla="*/ 0 w 15479"/>
              <a:gd name="GluePoint3Y" fmla="*/ 10309 h 20225"/>
              <a:gd name="GluePoint4X" fmla="*/ 10763 w 15479"/>
              <a:gd name="GluePoint4Y" fmla="*/ 0 h 20225"/>
              <a:gd name="GluePoint5X" fmla="*/ 15479 w 15479"/>
              <a:gd name="GluePoint5Y" fmla="*/ 877 h 20225"/>
              <a:gd name="GluePoint6X" fmla="*/ 14602 w 15479"/>
              <a:gd name="GluePoint6Y" fmla="*/ 4565 h 20225"/>
              <a:gd name="GluePoint7X" fmla="*/ 10914 w 15479"/>
              <a:gd name="GluePoint7Y" fmla="*/ 3809 h 20225"/>
              <a:gd name="GluePoint8X" fmla="*/ 4988 w 15479"/>
              <a:gd name="GluePoint8Y" fmla="*/ 10098 h 20225"/>
              <a:gd name="GluePoint9X" fmla="*/ 10944 w 15479"/>
              <a:gd name="GluePoint9Y" fmla="*/ 16356 h 20225"/>
              <a:gd name="GluePoint10X" fmla="*/ 14784 w 15479"/>
              <a:gd name="GluePoint10Y" fmla="*/ 15600 h 20225"/>
              <a:gd name="GluePoint11X" fmla="*/ 15449 w 15479"/>
              <a:gd name="GluePoint11Y" fmla="*/ 19228 h 20225"/>
            </a:gdLst>
            <a:ahLst/>
            <a:cxnLst/>
            <a:rect l="textAreaLeft" t="textAreaTop" r="textAreaRight" b="textAreaBottom"/>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43" name="任意多边形: 形状 81"/>
          <p:cNvSpPr>
            <a:spLocks noGrp="1"/>
          </p:cNvSpPr>
          <p:nvPr/>
        </p:nvSpPr>
        <p:spPr>
          <a:xfrm>
            <a:off x="11461320" y="6682320"/>
            <a:ext cx="9360" cy="46080"/>
          </a:xfrm>
          <a:custGeom>
            <a:avLst/>
            <a:gdLst>
              <a:gd name="textAreaLeft" fmla="*/ 0 w 9360"/>
              <a:gd name="textAreaRight" fmla="*/ 9720 w 9360"/>
              <a:gd name="textAreaTop" fmla="*/ 0 h 46080"/>
              <a:gd name="textAreaBottom" fmla="*/ 46440 h 46080"/>
              <a:gd name="GluePoint1X" fmla="*/ 454 w 5774"/>
              <a:gd name="GluePoint1Y" fmla="*/ 27935 h 27935"/>
              <a:gd name="GluePoint2X" fmla="*/ 454 w 5774"/>
              <a:gd name="GluePoint2Y" fmla="*/ 8556 h 27935"/>
              <a:gd name="GluePoint3X" fmla="*/ 5351 w 5774"/>
              <a:gd name="GluePoint3Y" fmla="*/ 8556 h 27935"/>
              <a:gd name="GluePoint4X" fmla="*/ 5351 w 5774"/>
              <a:gd name="GluePoint4Y" fmla="*/ 27935 h 27935"/>
              <a:gd name="GluePoint5X" fmla="*/ 454 w 5774"/>
              <a:gd name="GluePoint5Y" fmla="*/ 27935 h 27935"/>
              <a:gd name="GluePoint6X" fmla="*/ 2842 w 5774"/>
              <a:gd name="GluePoint6Y" fmla="*/ 5593 h 27935"/>
              <a:gd name="GluePoint7X" fmla="*/ 0 w 5774"/>
              <a:gd name="GluePoint7Y" fmla="*/ 2781 h 27935"/>
              <a:gd name="GluePoint8X" fmla="*/ 2902 w 5774"/>
              <a:gd name="GluePoint8Y" fmla="*/ 0 h 27935"/>
              <a:gd name="GluePoint9X" fmla="*/ 5774 w 5774"/>
              <a:gd name="GluePoint9Y" fmla="*/ 2781 h 27935"/>
              <a:gd name="GluePoint10X" fmla="*/ 2872 w 5774"/>
              <a:gd name="GluePoint10Y" fmla="*/ 5593 h 27935"/>
              <a:gd name="GluePoint11X" fmla="*/ 2812 w 5774"/>
              <a:gd name="GluePoint11Y" fmla="*/ 5593 h 27935"/>
            </a:gdLst>
            <a:ahLst/>
            <a:cxnLst/>
            <a:rect l="textAreaLeft" t="textAreaTop" r="textAreaRight" b="textAreaBottom"/>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440" rIns="90000" bIns="14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44" name="任意多边形: 形状 82"/>
          <p:cNvSpPr>
            <a:spLocks noGrp="1"/>
          </p:cNvSpPr>
          <p:nvPr/>
        </p:nvSpPr>
        <p:spPr>
          <a:xfrm>
            <a:off x="1147680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1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45" name="任意多边形: 形状 83"/>
          <p:cNvSpPr>
            <a:spLocks noGrp="1"/>
          </p:cNvSpPr>
          <p:nvPr/>
        </p:nvSpPr>
        <p:spPr>
          <a:xfrm>
            <a:off x="11512800" y="6695640"/>
            <a:ext cx="29160" cy="32400"/>
          </a:xfrm>
          <a:custGeom>
            <a:avLst/>
            <a:gdLst>
              <a:gd name="textAreaLeft" fmla="*/ 0 w 29160"/>
              <a:gd name="textAreaRight" fmla="*/ 29520 w 29160"/>
              <a:gd name="textAreaTop" fmla="*/ 0 h 32400"/>
              <a:gd name="textAreaBottom" fmla="*/ 32760 h 32400"/>
              <a:gd name="GluePoint1X" fmla="*/ 151 w 17716"/>
              <a:gd name="GluePoint1Y" fmla="*/ 6228 h 19802"/>
              <a:gd name="GluePoint2X" fmla="*/ 0 w 17716"/>
              <a:gd name="GluePoint2Y" fmla="*/ 453 h 19802"/>
              <a:gd name="GluePoint3X" fmla="*/ 4293 w 17716"/>
              <a:gd name="GluePoint3Y" fmla="*/ 453 h 19802"/>
              <a:gd name="GluePoint4X" fmla="*/ 4535 w 17716"/>
              <a:gd name="GluePoint4Y" fmla="*/ 3356 h 19802"/>
              <a:gd name="GluePoint5X" fmla="*/ 4656 w 17716"/>
              <a:gd name="GluePoint5Y" fmla="*/ 3356 h 19802"/>
              <a:gd name="GluePoint6X" fmla="*/ 10823 w 17716"/>
              <a:gd name="GluePoint6Y" fmla="*/ 0 h 19802"/>
              <a:gd name="GluePoint7X" fmla="*/ 17716 w 17716"/>
              <a:gd name="GluePoint7Y" fmla="*/ 8284 h 19802"/>
              <a:gd name="GluePoint8X" fmla="*/ 17716 w 17716"/>
              <a:gd name="GluePoint8Y" fmla="*/ 19802 h 19802"/>
              <a:gd name="GluePoint9X" fmla="*/ 12819 w 17716"/>
              <a:gd name="GluePoint9Y" fmla="*/ 19802 h 19802"/>
              <a:gd name="GluePoint10X" fmla="*/ 12819 w 17716"/>
              <a:gd name="GluePoint10Y" fmla="*/ 8858 h 19802"/>
              <a:gd name="GluePoint11X" fmla="*/ 9130 w 17716"/>
              <a:gd name="GluePoint11Y" fmla="*/ 3960 h 19802"/>
              <a:gd name="GluePoint12X" fmla="*/ 5321 w 17716"/>
              <a:gd name="GluePoint12Y" fmla="*/ 6833 h 19802"/>
              <a:gd name="GluePoint13X" fmla="*/ 5079 w 17716"/>
              <a:gd name="GluePoint13Y" fmla="*/ 8405 h 19802"/>
              <a:gd name="GluePoint14X" fmla="*/ 5079 w 17716"/>
              <a:gd name="GluePoint14Y" fmla="*/ 19802 h 19802"/>
              <a:gd name="GluePoint15X" fmla="*/ 181 w 17716"/>
              <a:gd name="GluePoint15Y" fmla="*/ 19802 h 19802"/>
              <a:gd name="GluePoint16X" fmla="*/ 181 w 17716"/>
              <a:gd name="GluePoint16Y" fmla="*/ 6198 h 19802"/>
            </a:gdLst>
            <a:ahLst/>
            <a:cxnLst/>
            <a:rect l="textAreaLeft" t="textAreaTop" r="textAreaRight" b="textAreaBottom"/>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2240" rIns="90000" bIns="-1224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46" name="任意多边形: 形状 84"/>
          <p:cNvSpPr>
            <a:spLocks noGrp="1"/>
          </p:cNvSpPr>
          <p:nvPr/>
        </p:nvSpPr>
        <p:spPr>
          <a:xfrm>
            <a:off x="11548800" y="6695640"/>
            <a:ext cx="25560" cy="33120"/>
          </a:xfrm>
          <a:custGeom>
            <a:avLst/>
            <a:gdLst>
              <a:gd name="textAreaLeft" fmla="*/ 0 w 25560"/>
              <a:gd name="textAreaRight" fmla="*/ 25920 w 25560"/>
              <a:gd name="textAreaTop" fmla="*/ 0 h 33120"/>
              <a:gd name="textAreaBottom" fmla="*/ 33480 h 33120"/>
              <a:gd name="GluePoint1X" fmla="*/ 15449 w 15509"/>
              <a:gd name="GluePoint1Y" fmla="*/ 19228 h 20225"/>
              <a:gd name="GluePoint2X" fmla="*/ 9977 w 15509"/>
              <a:gd name="GluePoint2Y" fmla="*/ 20226 h 20225"/>
              <a:gd name="GluePoint3X" fmla="*/ 0 w 15509"/>
              <a:gd name="GluePoint3Y" fmla="*/ 10309 h 20225"/>
              <a:gd name="GluePoint4X" fmla="*/ 10763 w 15509"/>
              <a:gd name="GluePoint4Y" fmla="*/ 0 h 20225"/>
              <a:gd name="GluePoint5X" fmla="*/ 15509 w 15509"/>
              <a:gd name="GluePoint5Y" fmla="*/ 877 h 20225"/>
              <a:gd name="GluePoint6X" fmla="*/ 14633 w 15509"/>
              <a:gd name="GluePoint6Y" fmla="*/ 4565 h 20225"/>
              <a:gd name="GluePoint7X" fmla="*/ 10944 w 15509"/>
              <a:gd name="GluePoint7Y" fmla="*/ 3809 h 20225"/>
              <a:gd name="GluePoint8X" fmla="*/ 5019 w 15509"/>
              <a:gd name="GluePoint8Y" fmla="*/ 10098 h 20225"/>
              <a:gd name="GluePoint9X" fmla="*/ 10975 w 15509"/>
              <a:gd name="GluePoint9Y" fmla="*/ 16356 h 20225"/>
              <a:gd name="GluePoint10X" fmla="*/ 14814 w 15509"/>
              <a:gd name="GluePoint10Y" fmla="*/ 15600 h 20225"/>
              <a:gd name="GluePoint11X" fmla="*/ 15479 w 15509"/>
              <a:gd name="GluePoint11Y" fmla="*/ 19228 h 20225"/>
            </a:gdLst>
            <a:ahLst/>
            <a:cxnLst/>
            <a:rect l="textAreaLeft" t="textAreaTop" r="textAreaRight" b="textAreaBottom"/>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47" name="任意多边形: 形状 85"/>
          <p:cNvSpPr>
            <a:spLocks noGrp="1"/>
          </p:cNvSpPr>
          <p:nvPr/>
        </p:nvSpPr>
        <p:spPr>
          <a:xfrm>
            <a:off x="11577960" y="6695640"/>
            <a:ext cx="29160" cy="33120"/>
          </a:xfrm>
          <a:custGeom>
            <a:avLst/>
            <a:gdLst>
              <a:gd name="textAreaLeft" fmla="*/ 0 w 29160"/>
              <a:gd name="textAreaRight" fmla="*/ 29520 w 29160"/>
              <a:gd name="textAreaTop" fmla="*/ 0 h 33120"/>
              <a:gd name="textAreaBottom" fmla="*/ 33480 h 33120"/>
              <a:gd name="GluePoint1X" fmla="*/ 4656 w 17807"/>
              <a:gd name="GluePoint1Y" fmla="*/ 8072 h 20225"/>
              <a:gd name="GluePoint2X" fmla="*/ 9130 w 17807"/>
              <a:gd name="GluePoint2Y" fmla="*/ 3356 h 20225"/>
              <a:gd name="GluePoint3X" fmla="*/ 13182 w 17807"/>
              <a:gd name="GluePoint3Y" fmla="*/ 8072 h 20225"/>
              <a:gd name="GluePoint4X" fmla="*/ 4656 w 17807"/>
              <a:gd name="GluePoint4Y" fmla="*/ 8072 h 20225"/>
              <a:gd name="GluePoint5X" fmla="*/ 17626 w 17807"/>
              <a:gd name="GluePoint5Y" fmla="*/ 11488 h 20225"/>
              <a:gd name="GluePoint6X" fmla="*/ 17807 w 17807"/>
              <a:gd name="GluePoint6Y" fmla="*/ 9433 h 20225"/>
              <a:gd name="GluePoint7X" fmla="*/ 9463 w 17807"/>
              <a:gd name="GluePoint7Y" fmla="*/ 0 h 20225"/>
              <a:gd name="GluePoint8X" fmla="*/ 0 w 17807"/>
              <a:gd name="GluePoint8Y" fmla="*/ 10400 h 20225"/>
              <a:gd name="GluePoint9X" fmla="*/ 9977 w 17807"/>
              <a:gd name="GluePoint9Y" fmla="*/ 20226 h 20225"/>
              <a:gd name="GluePoint10X" fmla="*/ 16749 w 17807"/>
              <a:gd name="GluePoint10Y" fmla="*/ 18986 h 20225"/>
              <a:gd name="GluePoint11X" fmla="*/ 16023 w 17807"/>
              <a:gd name="GluePoint11Y" fmla="*/ 15600 h 20225"/>
              <a:gd name="GluePoint12X" fmla="*/ 10672 w 17807"/>
              <a:gd name="GluePoint12Y" fmla="*/ 16507 h 20225"/>
              <a:gd name="GluePoint13X" fmla="*/ 4686 w 17807"/>
              <a:gd name="GluePoint13Y" fmla="*/ 11458 h 20225"/>
              <a:gd name="GluePoint14X" fmla="*/ 17656 w 17807"/>
              <a:gd name="GluePoint14Y" fmla="*/ 11458 h 20225"/>
            </a:gdLst>
            <a:ahLst/>
            <a:cxnLst/>
            <a:rect l="textAreaLeft" t="textAreaTop" r="textAreaRight" b="textAreaBottom"/>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48" name="任意多边形: 形状 86"/>
          <p:cNvSpPr>
            <a:spLocks noGrp="1"/>
          </p:cNvSpPr>
          <p:nvPr/>
        </p:nvSpPr>
        <p:spPr>
          <a:xfrm>
            <a:off x="11612160" y="6695640"/>
            <a:ext cx="22680" cy="33120"/>
          </a:xfrm>
          <a:custGeom>
            <a:avLst/>
            <a:gdLst>
              <a:gd name="textAreaLeft" fmla="*/ 0 w 22680"/>
              <a:gd name="textAreaRight" fmla="*/ 23040 w 22680"/>
              <a:gd name="textAreaTop" fmla="*/ 0 h 33120"/>
              <a:gd name="textAreaBottom" fmla="*/ 33480 h 33120"/>
              <a:gd name="GluePoint1X" fmla="*/ 937 w 13755"/>
              <a:gd name="GluePoint1Y" fmla="*/ 15298 h 20225"/>
              <a:gd name="GluePoint2X" fmla="*/ 5895 w 13755"/>
              <a:gd name="GluePoint2Y" fmla="*/ 16719 h 20225"/>
              <a:gd name="GluePoint3X" fmla="*/ 9009 w 13755"/>
              <a:gd name="GluePoint3Y" fmla="*/ 14542 h 20225"/>
              <a:gd name="GluePoint4X" fmla="*/ 5835 w 13755"/>
              <a:gd name="GluePoint4Y" fmla="*/ 11700 h 20225"/>
              <a:gd name="GluePoint5X" fmla="*/ 484 w 13755"/>
              <a:gd name="GluePoint5Y" fmla="*/ 6047 h 20225"/>
              <a:gd name="GluePoint6X" fmla="*/ 7830 w 13755"/>
              <a:gd name="GluePoint6Y" fmla="*/ 0 h 20225"/>
              <a:gd name="GluePoint7X" fmla="*/ 12970 w 13755"/>
              <a:gd name="GluePoint7Y" fmla="*/ 1149 h 20225"/>
              <a:gd name="GluePoint8X" fmla="*/ 12002 w 13755"/>
              <a:gd name="GluePoint8Y" fmla="*/ 4595 h 20225"/>
              <a:gd name="GluePoint9X" fmla="*/ 7921 w 13755"/>
              <a:gd name="GluePoint9Y" fmla="*/ 3477 h 20225"/>
              <a:gd name="GluePoint10X" fmla="*/ 5200 w 13755"/>
              <a:gd name="GluePoint10Y" fmla="*/ 5533 h 20225"/>
              <a:gd name="GluePoint11X" fmla="*/ 8586 w 13755"/>
              <a:gd name="GluePoint11Y" fmla="*/ 8254 h 20225"/>
              <a:gd name="GluePoint12X" fmla="*/ 13756 w 13755"/>
              <a:gd name="GluePoint12Y" fmla="*/ 14149 h 20225"/>
              <a:gd name="GluePoint13X" fmla="*/ 5895 w 13755"/>
              <a:gd name="GluePoint13Y" fmla="*/ 20226 h 20225"/>
              <a:gd name="GluePoint14X" fmla="*/ 0 w 13755"/>
              <a:gd name="GluePoint14Y" fmla="*/ 18865 h 20225"/>
              <a:gd name="GluePoint15X" fmla="*/ 998 w 13755"/>
              <a:gd name="GluePoint15Y" fmla="*/ 15298 h 20225"/>
            </a:gdLst>
            <a:ahLst/>
            <a:cxnLst/>
            <a:rect l="textAreaLeft" t="textAreaTop" r="textAreaRight" b="textAreaBottom"/>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11520" rIns="90000" bIns="-11520" anchor="ctr">
            <a:noAutofit/>
          </a:bodyPr>
          <a:lstStyle/>
          <a:p>
            <a:pPr>
              <a:buNone/>
            </a:pPr>
            <a:endParaRPr sz="1800" b="0" u="none">
              <a:solidFill>
                <a:schemeClr val="dk1"/>
              </a:solidFill>
              <a:latin typeface="Arial" panose="020B0604020202090204"/>
              <a:ea typeface="Arial" panose="020B0604020202090204"/>
              <a:cs typeface="Arial" panose="020B0604020202090204"/>
            </a:endParaRPr>
          </a:p>
        </p:txBody>
      </p:sp>
      <p:sp>
        <p:nvSpPr>
          <p:cNvPr id="1650" name="任意多边形: 形状 13"/>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651" name="任意多边形: 形状 94"/>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652" name="任意多边形: 形状 122"/>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653" name="任意多边形: 形状 123"/>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654" name="任意多边形: 形状 124"/>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656" name="任意多边形: 形状 126"/>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657" name="任意多边形: 形状 127"/>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658" name="任意多边形: 形状 128"/>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659" name="任意多边形: 形状 129"/>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660" name="任意多边形: 形状 130"/>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661" name="任意多边形: 形状 132"/>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662" name="PlaceHolder 2"/>
          <p:cNvSpPr>
            <a:spLocks noGrp="1"/>
          </p:cNvSpPr>
          <p:nvPr>
            <p:ph type="body" idx="10" hasCustomPrompt="1"/>
          </p:nvPr>
        </p:nvSpPr>
        <p:spPr>
          <a:xfrm>
            <a:off x="1577520" y="1201680"/>
            <a:ext cx="2197800" cy="2197800"/>
          </a:xfrm>
          <a:prstGeom prst="rect">
            <a:avLst/>
          </a:prstGeom>
          <a:solidFill>
            <a:schemeClr val="accent1">
              <a:lumMod val="20000"/>
              <a:lumOff val="80000"/>
            </a:schemeClr>
          </a:solidFill>
          <a:ln w="0">
            <a:solidFill>
              <a:schemeClr val="accent1"/>
            </a:solidFill>
          </a:ln>
          <a:effectLst>
            <a:outerShdw blurRad="279360" dist="76320" dir="5400000" rotWithShape="0">
              <a:srgbClr val="ED6F00">
                <a:alpha val="16000"/>
              </a:srgbClr>
            </a:outerShdw>
          </a:effectLst>
        </p:spPr>
        <p:txBody>
          <a:bodyPr lIns="90000" tIns="45000" rIns="90000" bIns="45000" anchor="ctr">
            <a:noAutofit/>
          </a:bodyPr>
          <a:lstStyle>
            <a:lvl1pPr algn="l" defTabSz="914400">
              <a:buClr>
                <a:srgbClr val="000000"/>
              </a:buClr>
              <a:buSzPct val="45000"/>
              <a:buFont typeface="Wingdings" panose="05000000000000000000"/>
              <a:buChar char=""/>
              <a:tabLst>
                <a:tab pos="0" algn="l"/>
              </a:tabLst>
              <a:defRPr sz="1800" b="0" u="none">
                <a:solidFill>
                  <a:srgbClr val="000000"/>
                </a:solidFill>
                <a:latin typeface="Arial" panose="020B0604020202090204"/>
                <a:ea typeface="Arial" panose="020B0604020202090204"/>
                <a:cs typeface="Arial" panose="020B0604020202090204"/>
              </a:defRPr>
            </a:lvl1pPr>
            <a:lvl2pPr algn="l" defTabSz="914400">
              <a:lnSpc>
                <a:spcPct val="90000"/>
              </a:lnSpc>
              <a:spcBef>
                <a:spcPts val="113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2pPr>
            <a:lvl3pPr algn="l" defTabSz="914400">
              <a:lnSpc>
                <a:spcPct val="90000"/>
              </a:lnSpc>
              <a:spcBef>
                <a:spcPts val="850"/>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3pPr>
            <a:lvl4pPr algn="l" defTabSz="914400">
              <a:lnSpc>
                <a:spcPct val="90000"/>
              </a:lnSpc>
              <a:spcBef>
                <a:spcPts val="56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4pPr>
            <a:lvl5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5pPr>
            <a:lvl6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6pPr>
            <a:lvl7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7pPr>
          </a:lstStyle>
          <a:p>
            <a:pPr indent="-323850" algn="l" defTabSz="914400">
              <a:buClr>
                <a:srgbClr val="000000"/>
              </a:buClr>
              <a:buSzPct val="45000"/>
              <a:buFont typeface="Wingdings" panose="05000000000000000000"/>
              <a:buChar char=""/>
              <a:tabLst>
                <a:tab pos="0" algn="l"/>
              </a:tabLst>
            </a:pPr>
            <a:r>
              <a:rPr sz="1800" b="0" u="none">
                <a:solidFill>
                  <a:srgbClr val="000000"/>
                </a:solidFill>
                <a:latin typeface="Arial" panose="020B0604020202090204"/>
                <a:ea typeface="Arial" panose="020B0604020202090204"/>
                <a:cs typeface="Arial" panose="020B0604020202090204"/>
              </a:rPr>
              <a:t>Click to edit the outline text format</a:t>
            </a:r>
            <a:endParaRPr sz="1800" b="0" u="none">
              <a:solidFill>
                <a:srgbClr val="000000"/>
              </a:solidFill>
              <a:latin typeface="Arial" panose="020B0604020202090204"/>
              <a:ea typeface="Arial" panose="020B0604020202090204"/>
              <a:cs typeface="Arial" panose="020B0604020202090204"/>
            </a:endParaRPr>
          </a:p>
          <a:p>
            <a:pPr marL="457200" lvl="1" indent="-323850" algn="l" defTabSz="914400">
              <a:lnSpc>
                <a:spcPct val="90000"/>
              </a:lnSpc>
              <a:spcBef>
                <a:spcPts val="113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Second Outline Level</a:t>
            </a:r>
            <a:endParaRPr sz="1800" b="0" u="none">
              <a:solidFill>
                <a:schemeClr val="dk1"/>
              </a:solidFill>
              <a:latin typeface="微软雅黑"/>
              <a:ea typeface="微软雅黑"/>
              <a:cs typeface="微软雅黑"/>
            </a:endParaRPr>
          </a:p>
          <a:p>
            <a:pPr marL="914400" lvl="2" indent="-288290" algn="l" defTabSz="914400">
              <a:lnSpc>
                <a:spcPct val="90000"/>
              </a:lnSpc>
              <a:spcBef>
                <a:spcPts val="850"/>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371600" lvl="3" indent="-215900" algn="l" defTabSz="914400">
              <a:lnSpc>
                <a:spcPct val="90000"/>
              </a:lnSpc>
              <a:spcBef>
                <a:spcPts val="56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1828800" lvl="4"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Fifth Outline Level</a:t>
            </a:r>
            <a:endParaRPr sz="1800" b="0" u="none">
              <a:solidFill>
                <a:schemeClr val="dk1"/>
              </a:solidFill>
              <a:latin typeface="微软雅黑"/>
              <a:ea typeface="微软雅黑"/>
              <a:cs typeface="微软雅黑"/>
            </a:endParaRPr>
          </a:p>
          <a:p>
            <a:pPr marL="2286000" lvl="5"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Sixth Outline Level</a:t>
            </a:r>
            <a:endParaRPr sz="1800" b="0" u="none">
              <a:solidFill>
                <a:schemeClr val="dk1"/>
              </a:solidFill>
              <a:latin typeface="微软雅黑"/>
              <a:ea typeface="微软雅黑"/>
              <a:cs typeface="微软雅黑"/>
            </a:endParaRPr>
          </a:p>
          <a:p>
            <a:pPr marL="2743200" lvl="6"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Seventh Outline Level</a:t>
            </a:r>
            <a:endParaRPr sz="1800" b="0" u="none">
              <a:solidFill>
                <a:schemeClr val="dk1"/>
              </a:solidFill>
              <a:latin typeface="微软雅黑"/>
              <a:ea typeface="微软雅黑"/>
              <a:cs typeface="微软雅黑"/>
            </a:endParaRPr>
          </a:p>
        </p:txBody>
      </p:sp>
      <p:sp>
        <p:nvSpPr>
          <p:cNvPr id="1663" name="PlaceHolder 3"/>
          <p:cNvSpPr>
            <a:spLocks noGrp="1"/>
          </p:cNvSpPr>
          <p:nvPr>
            <p:ph type="body" idx="20" hasCustomPrompt="1"/>
          </p:nvPr>
        </p:nvSpPr>
        <p:spPr>
          <a:xfrm>
            <a:off x="5006520" y="1201680"/>
            <a:ext cx="2197800" cy="2197800"/>
          </a:xfrm>
          <a:prstGeom prst="rect">
            <a:avLst/>
          </a:prstGeom>
          <a:solidFill>
            <a:schemeClr val="accent1">
              <a:lumMod val="20000"/>
              <a:lumOff val="80000"/>
            </a:schemeClr>
          </a:solidFill>
          <a:ln w="0">
            <a:solidFill>
              <a:schemeClr val="accent1"/>
            </a:solidFill>
          </a:ln>
          <a:effectLst>
            <a:outerShdw blurRad="279360" dist="76320" dir="5400000" rotWithShape="0">
              <a:srgbClr val="ED6F00">
                <a:alpha val="16000"/>
              </a:srgbClr>
            </a:outerShdw>
          </a:effectLst>
        </p:spPr>
        <p:txBody>
          <a:bodyPr lIns="90000" tIns="45000" rIns="90000" bIns="45000" anchor="ctr">
            <a:noAutofit/>
          </a:bodyPr>
          <a:lstStyle>
            <a:lvl1pPr algn="l" defTabSz="914400">
              <a:buClr>
                <a:srgbClr val="000000"/>
              </a:buClr>
              <a:buSzPct val="45000"/>
              <a:buFont typeface="Wingdings" panose="05000000000000000000"/>
              <a:buChar char=""/>
              <a:tabLst>
                <a:tab pos="0" algn="l"/>
              </a:tabLst>
              <a:defRPr sz="1800" b="0" u="none">
                <a:solidFill>
                  <a:srgbClr val="000000"/>
                </a:solidFill>
                <a:latin typeface="Arial" panose="020B0604020202090204"/>
                <a:ea typeface="Arial" panose="020B0604020202090204"/>
                <a:cs typeface="Arial" panose="020B0604020202090204"/>
              </a:defRPr>
            </a:lvl1pPr>
            <a:lvl2pPr algn="l" defTabSz="914400">
              <a:lnSpc>
                <a:spcPct val="90000"/>
              </a:lnSpc>
              <a:spcBef>
                <a:spcPts val="113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2pPr>
            <a:lvl3pPr algn="l" defTabSz="914400">
              <a:lnSpc>
                <a:spcPct val="90000"/>
              </a:lnSpc>
              <a:spcBef>
                <a:spcPts val="850"/>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3pPr>
            <a:lvl4pPr algn="l" defTabSz="914400">
              <a:lnSpc>
                <a:spcPct val="90000"/>
              </a:lnSpc>
              <a:spcBef>
                <a:spcPts val="56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4pPr>
            <a:lvl5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5pPr>
            <a:lvl6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6pPr>
            <a:lvl7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7pPr>
          </a:lstStyle>
          <a:p>
            <a:pPr indent="-323850" algn="l" defTabSz="914400">
              <a:buClr>
                <a:srgbClr val="000000"/>
              </a:buClr>
              <a:buSzPct val="45000"/>
              <a:buFont typeface="Wingdings" panose="05000000000000000000"/>
              <a:buChar char=""/>
              <a:tabLst>
                <a:tab pos="0" algn="l"/>
              </a:tabLst>
            </a:pPr>
            <a:r>
              <a:rPr sz="1800" b="0" u="none">
                <a:solidFill>
                  <a:srgbClr val="000000"/>
                </a:solidFill>
                <a:latin typeface="Arial" panose="020B0604020202090204"/>
                <a:ea typeface="Arial" panose="020B0604020202090204"/>
                <a:cs typeface="Arial" panose="020B0604020202090204"/>
              </a:rPr>
              <a:t>Click to edit the outline text format</a:t>
            </a:r>
            <a:endParaRPr sz="1800" b="0" u="none">
              <a:solidFill>
                <a:srgbClr val="000000"/>
              </a:solidFill>
              <a:latin typeface="Arial" panose="020B0604020202090204"/>
              <a:ea typeface="Arial" panose="020B0604020202090204"/>
              <a:cs typeface="Arial" panose="020B0604020202090204"/>
            </a:endParaRPr>
          </a:p>
          <a:p>
            <a:pPr marL="457200" lvl="1" indent="-323850" algn="l" defTabSz="914400">
              <a:lnSpc>
                <a:spcPct val="90000"/>
              </a:lnSpc>
              <a:spcBef>
                <a:spcPts val="113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Second Outline Level</a:t>
            </a:r>
            <a:endParaRPr sz="1800" b="0" u="none">
              <a:solidFill>
                <a:schemeClr val="dk1"/>
              </a:solidFill>
              <a:latin typeface="微软雅黑"/>
              <a:ea typeface="微软雅黑"/>
              <a:cs typeface="微软雅黑"/>
            </a:endParaRPr>
          </a:p>
          <a:p>
            <a:pPr marL="914400" lvl="2" indent="-288290" algn="l" defTabSz="914400">
              <a:lnSpc>
                <a:spcPct val="90000"/>
              </a:lnSpc>
              <a:spcBef>
                <a:spcPts val="850"/>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371600" lvl="3" indent="-215900" algn="l" defTabSz="914400">
              <a:lnSpc>
                <a:spcPct val="90000"/>
              </a:lnSpc>
              <a:spcBef>
                <a:spcPts val="56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1828800" lvl="4"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Fifth Outline Level</a:t>
            </a:r>
            <a:endParaRPr sz="1800" b="0" u="none">
              <a:solidFill>
                <a:schemeClr val="dk1"/>
              </a:solidFill>
              <a:latin typeface="微软雅黑"/>
              <a:ea typeface="微软雅黑"/>
              <a:cs typeface="微软雅黑"/>
            </a:endParaRPr>
          </a:p>
          <a:p>
            <a:pPr marL="2286000" lvl="5"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Sixth Outline Level</a:t>
            </a:r>
            <a:endParaRPr sz="1800" b="0" u="none">
              <a:solidFill>
                <a:schemeClr val="dk1"/>
              </a:solidFill>
              <a:latin typeface="微软雅黑"/>
              <a:ea typeface="微软雅黑"/>
              <a:cs typeface="微软雅黑"/>
            </a:endParaRPr>
          </a:p>
          <a:p>
            <a:pPr marL="2743200" lvl="6"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Seventh Outline Level</a:t>
            </a:r>
            <a:endParaRPr sz="1800" b="0" u="none">
              <a:solidFill>
                <a:schemeClr val="dk1"/>
              </a:solidFill>
              <a:latin typeface="微软雅黑"/>
              <a:ea typeface="微软雅黑"/>
              <a:cs typeface="微软雅黑"/>
            </a:endParaRPr>
          </a:p>
        </p:txBody>
      </p:sp>
      <p:sp>
        <p:nvSpPr>
          <p:cNvPr id="1664" name="PlaceHolder 4"/>
          <p:cNvSpPr>
            <a:spLocks noGrp="1"/>
          </p:cNvSpPr>
          <p:nvPr>
            <p:ph type="body" idx="30" hasCustomPrompt="1"/>
          </p:nvPr>
        </p:nvSpPr>
        <p:spPr>
          <a:xfrm>
            <a:off x="8416440" y="1201680"/>
            <a:ext cx="2197800" cy="2197800"/>
          </a:xfrm>
          <a:prstGeom prst="rect">
            <a:avLst/>
          </a:prstGeom>
          <a:solidFill>
            <a:schemeClr val="accent1">
              <a:lumMod val="20000"/>
              <a:lumOff val="80000"/>
            </a:schemeClr>
          </a:solidFill>
          <a:ln w="0">
            <a:solidFill>
              <a:schemeClr val="accent1"/>
            </a:solidFill>
          </a:ln>
          <a:effectLst>
            <a:outerShdw blurRad="279360" dist="76320" dir="5400000" rotWithShape="0">
              <a:srgbClr val="ED6F00">
                <a:alpha val="16000"/>
              </a:srgbClr>
            </a:outerShdw>
          </a:effectLst>
        </p:spPr>
        <p:txBody>
          <a:bodyPr lIns="90000" tIns="45000" rIns="90000" bIns="45000" anchor="ctr">
            <a:noAutofit/>
          </a:bodyPr>
          <a:lstStyle>
            <a:lvl1pPr algn="l" defTabSz="914400">
              <a:buClr>
                <a:srgbClr val="000000"/>
              </a:buClr>
              <a:buSzPct val="45000"/>
              <a:buFont typeface="Wingdings" panose="05000000000000000000"/>
              <a:buChar char=""/>
              <a:tabLst>
                <a:tab pos="0" algn="l"/>
              </a:tabLst>
              <a:defRPr sz="1800" b="0" u="none">
                <a:solidFill>
                  <a:srgbClr val="000000"/>
                </a:solidFill>
                <a:latin typeface="Arial" panose="020B0604020202090204"/>
                <a:ea typeface="Arial" panose="020B0604020202090204"/>
                <a:cs typeface="Arial" panose="020B0604020202090204"/>
              </a:defRPr>
            </a:lvl1pPr>
            <a:lvl2pPr algn="l" defTabSz="914400">
              <a:lnSpc>
                <a:spcPct val="90000"/>
              </a:lnSpc>
              <a:spcBef>
                <a:spcPts val="113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2pPr>
            <a:lvl3pPr algn="l" defTabSz="914400">
              <a:lnSpc>
                <a:spcPct val="90000"/>
              </a:lnSpc>
              <a:spcBef>
                <a:spcPts val="850"/>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3pPr>
            <a:lvl4pPr algn="l" defTabSz="914400">
              <a:lnSpc>
                <a:spcPct val="90000"/>
              </a:lnSpc>
              <a:spcBef>
                <a:spcPts val="565"/>
              </a:spcBef>
              <a:buClr>
                <a:srgbClr val="000000"/>
              </a:buClr>
              <a:buSzPct val="75000"/>
              <a:buFont typeface="Symbol"/>
              <a:buChar char=""/>
              <a:tabLst>
                <a:tab pos="0" algn="l"/>
              </a:tabLst>
              <a:defRPr sz="1800" b="0" u="none">
                <a:solidFill>
                  <a:schemeClr val="dk1"/>
                </a:solidFill>
                <a:latin typeface="微软雅黑"/>
                <a:ea typeface="微软雅黑"/>
                <a:cs typeface="微软雅黑"/>
              </a:defRPr>
            </a:lvl4pPr>
            <a:lvl5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5pPr>
            <a:lvl6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6pPr>
            <a:lvl7pPr algn="l" defTabSz="914400">
              <a:lnSpc>
                <a:spcPct val="90000"/>
              </a:lnSpc>
              <a:spcBef>
                <a:spcPts val="285"/>
              </a:spcBef>
              <a:buClr>
                <a:srgbClr val="000000"/>
              </a:buClr>
              <a:buSzPct val="45000"/>
              <a:buFont typeface="Wingdings" panose="05000000000000000000"/>
              <a:buChar char=""/>
              <a:tabLst>
                <a:tab pos="0" algn="l"/>
              </a:tabLst>
              <a:defRPr sz="1800" b="0" u="none">
                <a:solidFill>
                  <a:schemeClr val="dk1"/>
                </a:solidFill>
                <a:latin typeface="微软雅黑"/>
                <a:ea typeface="微软雅黑"/>
                <a:cs typeface="微软雅黑"/>
              </a:defRPr>
            </a:lvl7pPr>
          </a:lstStyle>
          <a:p>
            <a:pPr indent="-323850" algn="l" defTabSz="914400">
              <a:buClr>
                <a:srgbClr val="000000"/>
              </a:buClr>
              <a:buSzPct val="45000"/>
              <a:buFont typeface="Wingdings" panose="05000000000000000000"/>
              <a:buChar char=""/>
              <a:tabLst>
                <a:tab pos="0" algn="l"/>
              </a:tabLst>
            </a:pPr>
            <a:r>
              <a:rPr sz="1800" b="0" u="none">
                <a:solidFill>
                  <a:srgbClr val="000000"/>
                </a:solidFill>
                <a:latin typeface="Arial" panose="020B0604020202090204"/>
                <a:ea typeface="Arial" panose="020B0604020202090204"/>
                <a:cs typeface="Arial" panose="020B0604020202090204"/>
              </a:rPr>
              <a:t>Click to edit the outline text format</a:t>
            </a:r>
            <a:endParaRPr sz="1800" b="0" u="none">
              <a:solidFill>
                <a:srgbClr val="000000"/>
              </a:solidFill>
              <a:latin typeface="Arial" panose="020B0604020202090204"/>
              <a:ea typeface="Arial" panose="020B0604020202090204"/>
              <a:cs typeface="Arial" panose="020B0604020202090204"/>
            </a:endParaRPr>
          </a:p>
          <a:p>
            <a:pPr marL="457200" lvl="1" indent="-323850" algn="l" defTabSz="914400">
              <a:lnSpc>
                <a:spcPct val="90000"/>
              </a:lnSpc>
              <a:spcBef>
                <a:spcPts val="113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Second Outline Level</a:t>
            </a:r>
            <a:endParaRPr sz="1800" b="0" u="none">
              <a:solidFill>
                <a:schemeClr val="dk1"/>
              </a:solidFill>
              <a:latin typeface="微软雅黑"/>
              <a:ea typeface="微软雅黑"/>
              <a:cs typeface="微软雅黑"/>
            </a:endParaRPr>
          </a:p>
          <a:p>
            <a:pPr marL="914400" lvl="2" indent="-288290" algn="l" defTabSz="914400">
              <a:lnSpc>
                <a:spcPct val="90000"/>
              </a:lnSpc>
              <a:spcBef>
                <a:spcPts val="850"/>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371600" lvl="3" indent="-215900" algn="l" defTabSz="914400">
              <a:lnSpc>
                <a:spcPct val="90000"/>
              </a:lnSpc>
              <a:spcBef>
                <a:spcPts val="565"/>
              </a:spcBef>
              <a:buClr>
                <a:srgbClr val="000000"/>
              </a:buClr>
              <a:buSzPct val="75000"/>
              <a:buFont typeface="Symbol"/>
              <a:buChar char=""/>
              <a:tabLst>
                <a:tab pos="0" algn="l"/>
              </a:tabLst>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1828800" lvl="4"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Fifth Outline Level</a:t>
            </a:r>
            <a:endParaRPr sz="1800" b="0" u="none">
              <a:solidFill>
                <a:schemeClr val="dk1"/>
              </a:solidFill>
              <a:latin typeface="微软雅黑"/>
              <a:ea typeface="微软雅黑"/>
              <a:cs typeface="微软雅黑"/>
            </a:endParaRPr>
          </a:p>
          <a:p>
            <a:pPr marL="2286000" lvl="5"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Sixth Outline Level</a:t>
            </a:r>
            <a:endParaRPr sz="1800" b="0" u="none">
              <a:solidFill>
                <a:schemeClr val="dk1"/>
              </a:solidFill>
              <a:latin typeface="微软雅黑"/>
              <a:ea typeface="微软雅黑"/>
              <a:cs typeface="微软雅黑"/>
            </a:endParaRPr>
          </a:p>
          <a:p>
            <a:pPr marL="2743200" lvl="6" indent="-215900" algn="l" defTabSz="914400">
              <a:lnSpc>
                <a:spcPct val="90000"/>
              </a:lnSpc>
              <a:spcBef>
                <a:spcPts val="285"/>
              </a:spcBef>
              <a:buClr>
                <a:srgbClr val="000000"/>
              </a:buClr>
              <a:buSzPct val="45000"/>
              <a:buFont typeface="Wingdings" panose="05000000000000000000"/>
              <a:buChar char=""/>
              <a:tabLst>
                <a:tab pos="0" algn="l"/>
              </a:tabLst>
            </a:pPr>
            <a:r>
              <a:rPr sz="1800" b="0" u="none">
                <a:solidFill>
                  <a:schemeClr val="dk1"/>
                </a:solidFill>
                <a:latin typeface="微软雅黑"/>
                <a:ea typeface="微软雅黑"/>
                <a:cs typeface="微软雅黑"/>
              </a:rPr>
              <a:t>Seventh Outline Level</a:t>
            </a:r>
            <a:endParaRPr sz="1800" b="0" u="none">
              <a:solidFill>
                <a:schemeClr val="dk1"/>
              </a:solidFill>
              <a:latin typeface="微软雅黑"/>
              <a:ea typeface="微软雅黑"/>
              <a:cs typeface="微软雅黑"/>
            </a:endParaRPr>
          </a:p>
        </p:txBody>
      </p:sp>
      <p:sp>
        <p:nvSpPr>
          <p:cNvPr id="1665" name="PlaceHolder 5"/>
          <p:cNvSpPr>
            <a:spLocks noGrp="1"/>
          </p:cNvSpPr>
          <p:nvPr>
            <p:ph type="body" idx="40" hasCustomPrompt="1"/>
          </p:nvPr>
        </p:nvSpPr>
        <p:spPr>
          <a:xfrm>
            <a:off x="1245600" y="4011120"/>
            <a:ext cx="2861280" cy="1016280"/>
          </a:xfrm>
          <a:prstGeom prst="rect">
            <a:avLst/>
          </a:prstGeom>
          <a:noFill/>
          <a:ln w="0">
            <a:noFill/>
          </a:ln>
        </p:spPr>
        <p:txBody>
          <a:bodyPr lIns="119880" tIns="59760" rIns="119880" bIns="59760" anchor="t">
            <a:spAutoFit/>
          </a:bodyPr>
          <a:lstStyle>
            <a:lvl1pPr indent="0" algn="just" defTabSz="914400">
              <a:lnSpc>
                <a:spcPct val="140000"/>
              </a:lnSpc>
              <a:spcAft>
                <a:spcPts val="1200"/>
              </a:spcAft>
              <a:buNone/>
              <a:tabLst>
                <a:tab pos="0" algn="l"/>
              </a:tabLst>
              <a:defRPr sz="1400" b="0" u="none">
                <a:solidFill>
                  <a:srgbClr val="000000"/>
                </a:solidFill>
                <a:latin typeface="Arial" panose="020B0604020202090204"/>
                <a:ea typeface="Arial" panose="020B0604020202090204"/>
                <a:cs typeface="Arial" panose="020B0604020202090204"/>
              </a:defRPr>
            </a:lvl1pPr>
          </a:lstStyle>
          <a:p>
            <a:pPr indent="0" algn="just" defTabSz="914400">
              <a:lnSpc>
                <a:spcPct val="140000"/>
              </a:lnSpc>
              <a:spcAft>
                <a:spcPts val="1200"/>
              </a:spcAft>
              <a:buNone/>
              <a:tabLst>
                <a:tab pos="0" algn="l"/>
              </a:tabLst>
            </a:pPr>
            <a:r>
              <a:rPr sz="1400" b="0" u="none">
                <a:solidFill>
                  <a:srgbClr val="000000"/>
                </a:solidFill>
                <a:latin typeface="Arial" panose="020B0604020202090204"/>
                <a:ea typeface="Arial" panose="020B0604020202090204"/>
                <a:cs typeface="Arial" panose="020B0604020202090204"/>
              </a:rPr>
              <a:t>输入说明内容输入说明内容输入说明内容输入说明内容输入说明内容输入说明内容输入说明内容输入说明内容输入说明内容输入说明内容输入说明内容输入说明内容输入说明内容输入说明内容</a:t>
            </a:r>
            <a:endParaRPr sz="1400" b="0" u="none">
              <a:solidFill>
                <a:srgbClr val="000000"/>
              </a:solidFill>
              <a:latin typeface="Arial" panose="020B0604020202090204"/>
              <a:ea typeface="Arial" panose="020B0604020202090204"/>
              <a:cs typeface="Arial" panose="020B0604020202090204"/>
            </a:endParaRPr>
          </a:p>
        </p:txBody>
      </p:sp>
      <p:sp>
        <p:nvSpPr>
          <p:cNvPr id="1666" name="PlaceHolder 6"/>
          <p:cNvSpPr>
            <a:spLocks noGrp="1"/>
          </p:cNvSpPr>
          <p:nvPr>
            <p:ph type="body" idx="50" hasCustomPrompt="1"/>
          </p:nvPr>
        </p:nvSpPr>
        <p:spPr>
          <a:xfrm>
            <a:off x="1978560" y="3545640"/>
            <a:ext cx="1395720" cy="394200"/>
          </a:xfrm>
          <a:prstGeom prst="rect">
            <a:avLst/>
          </a:prstGeom>
          <a:noFill/>
          <a:ln w="0">
            <a:noFill/>
          </a:ln>
        </p:spPr>
        <p:txBody>
          <a:bodyPr lIns="119880" tIns="59760" rIns="119880" bIns="59760" anchor="t">
            <a:spAutoFit/>
          </a:bodyPr>
          <a:lstStyle>
            <a:lvl1pPr indent="0" algn="l" defTabSz="914400">
              <a:lnSpc>
                <a:spcPct val="100000"/>
              </a:lnSpc>
              <a:buNone/>
              <a:tabLst>
                <a:tab pos="0" algn="l"/>
              </a:tabLst>
              <a:defRPr sz="1800" b="0" u="none">
                <a:solidFill>
                  <a:srgbClr val="000000"/>
                </a:solidFill>
                <a:latin typeface="Arial" panose="020B0604020202090204"/>
                <a:ea typeface="Arial" panose="020B0604020202090204"/>
                <a:cs typeface="Arial" panose="020B0604020202090204"/>
              </a:defRPr>
            </a:lvl1pPr>
          </a:lstStyle>
          <a:p>
            <a:pPr indent="0" algn="l" defTabSz="914400">
              <a:lnSpc>
                <a:spcPct val="100000"/>
              </a:lnSpc>
              <a:buNone/>
              <a:tabLst>
                <a:tab pos="0" algn="l"/>
              </a:tabLst>
            </a:pPr>
            <a:r>
              <a:rPr sz="1800" b="0" u="none">
                <a:solidFill>
                  <a:srgbClr val="000000"/>
                </a:solidFill>
                <a:latin typeface="Arial" panose="020B0604020202090204"/>
                <a:ea typeface="Arial" panose="020B0604020202090204"/>
                <a:cs typeface="Arial" panose="020B0604020202090204"/>
              </a:rPr>
              <a:t>输入小标题</a:t>
            </a:r>
            <a:endParaRPr sz="1800" b="0" u="none">
              <a:solidFill>
                <a:srgbClr val="000000"/>
              </a:solidFill>
              <a:latin typeface="Arial" panose="020B0604020202090204"/>
              <a:ea typeface="Arial" panose="020B0604020202090204"/>
              <a:cs typeface="Arial" panose="020B0604020202090204"/>
            </a:endParaRPr>
          </a:p>
        </p:txBody>
      </p:sp>
      <p:sp>
        <p:nvSpPr>
          <p:cNvPr id="1667" name="PlaceHolder 7"/>
          <p:cNvSpPr>
            <a:spLocks noGrp="1"/>
          </p:cNvSpPr>
          <p:nvPr>
            <p:ph type="body" idx="60" hasCustomPrompt="1"/>
          </p:nvPr>
        </p:nvSpPr>
        <p:spPr>
          <a:xfrm>
            <a:off x="4674600" y="4011120"/>
            <a:ext cx="2861280" cy="1016280"/>
          </a:xfrm>
          <a:prstGeom prst="rect">
            <a:avLst/>
          </a:prstGeom>
          <a:noFill/>
          <a:ln w="0">
            <a:noFill/>
          </a:ln>
        </p:spPr>
        <p:txBody>
          <a:bodyPr lIns="119880" tIns="59760" rIns="119880" bIns="59760" anchor="t">
            <a:spAutoFit/>
          </a:bodyPr>
          <a:lstStyle>
            <a:lvl1pPr indent="0" algn="just" defTabSz="914400">
              <a:lnSpc>
                <a:spcPct val="140000"/>
              </a:lnSpc>
              <a:spcAft>
                <a:spcPts val="1200"/>
              </a:spcAft>
              <a:buNone/>
              <a:tabLst>
                <a:tab pos="0" algn="l"/>
              </a:tabLst>
              <a:defRPr sz="1400" b="0" u="none">
                <a:solidFill>
                  <a:srgbClr val="000000"/>
                </a:solidFill>
                <a:latin typeface="Arial" panose="020B0604020202090204"/>
                <a:ea typeface="Arial" panose="020B0604020202090204"/>
                <a:cs typeface="Arial" panose="020B0604020202090204"/>
              </a:defRPr>
            </a:lvl1pPr>
          </a:lstStyle>
          <a:p>
            <a:pPr indent="0" algn="just" defTabSz="914400">
              <a:lnSpc>
                <a:spcPct val="140000"/>
              </a:lnSpc>
              <a:spcAft>
                <a:spcPts val="1200"/>
              </a:spcAft>
              <a:buNone/>
              <a:tabLst>
                <a:tab pos="0" algn="l"/>
              </a:tabLst>
            </a:pPr>
            <a:r>
              <a:rPr sz="1400" b="0" u="none">
                <a:solidFill>
                  <a:srgbClr val="000000"/>
                </a:solidFill>
                <a:latin typeface="Arial" panose="020B0604020202090204"/>
                <a:ea typeface="Arial" panose="020B0604020202090204"/>
                <a:cs typeface="Arial" panose="020B0604020202090204"/>
              </a:rPr>
              <a:t>输入说明内容输入说明内容输入说明内容输入说明内容输入说明内容输入说明内容输入说明内容输入说明内容输入说明内容输入说明内容输入说明内容输入说明内容输入说明内容输入说明内容</a:t>
            </a:r>
            <a:endParaRPr sz="1400" b="0" u="none">
              <a:solidFill>
                <a:srgbClr val="000000"/>
              </a:solidFill>
              <a:latin typeface="Arial" panose="020B0604020202090204"/>
              <a:ea typeface="Arial" panose="020B0604020202090204"/>
              <a:cs typeface="Arial" panose="020B0604020202090204"/>
            </a:endParaRPr>
          </a:p>
        </p:txBody>
      </p:sp>
      <p:sp>
        <p:nvSpPr>
          <p:cNvPr id="1668" name="PlaceHolder 8"/>
          <p:cNvSpPr>
            <a:spLocks noGrp="1"/>
          </p:cNvSpPr>
          <p:nvPr>
            <p:ph type="body" idx="70" hasCustomPrompt="1"/>
          </p:nvPr>
        </p:nvSpPr>
        <p:spPr>
          <a:xfrm>
            <a:off x="5407560" y="3545640"/>
            <a:ext cx="1395720" cy="394200"/>
          </a:xfrm>
          <a:prstGeom prst="rect">
            <a:avLst/>
          </a:prstGeom>
          <a:noFill/>
          <a:ln w="0">
            <a:noFill/>
          </a:ln>
        </p:spPr>
        <p:txBody>
          <a:bodyPr lIns="119880" tIns="59760" rIns="119880" bIns="59760" anchor="t">
            <a:spAutoFit/>
          </a:bodyPr>
          <a:lstStyle>
            <a:lvl1pPr indent="0" algn="l" defTabSz="914400">
              <a:lnSpc>
                <a:spcPct val="100000"/>
              </a:lnSpc>
              <a:buNone/>
              <a:tabLst>
                <a:tab pos="0" algn="l"/>
              </a:tabLst>
              <a:defRPr sz="1800" b="0" u="none">
                <a:solidFill>
                  <a:srgbClr val="000000"/>
                </a:solidFill>
                <a:latin typeface="Arial" panose="020B0604020202090204"/>
                <a:ea typeface="Arial" panose="020B0604020202090204"/>
                <a:cs typeface="Arial" panose="020B0604020202090204"/>
              </a:defRPr>
            </a:lvl1pPr>
          </a:lstStyle>
          <a:p>
            <a:pPr indent="0" algn="l" defTabSz="914400">
              <a:lnSpc>
                <a:spcPct val="100000"/>
              </a:lnSpc>
              <a:buNone/>
              <a:tabLst>
                <a:tab pos="0" algn="l"/>
              </a:tabLst>
            </a:pPr>
            <a:r>
              <a:rPr sz="1800" b="0" u="none">
                <a:solidFill>
                  <a:srgbClr val="000000"/>
                </a:solidFill>
                <a:latin typeface="Arial" panose="020B0604020202090204"/>
                <a:ea typeface="Arial" panose="020B0604020202090204"/>
                <a:cs typeface="Arial" panose="020B0604020202090204"/>
              </a:rPr>
              <a:t>输入小标题</a:t>
            </a:r>
            <a:endParaRPr sz="1800" b="0" u="none">
              <a:solidFill>
                <a:srgbClr val="000000"/>
              </a:solidFill>
              <a:latin typeface="Arial" panose="020B0604020202090204"/>
              <a:ea typeface="Arial" panose="020B0604020202090204"/>
              <a:cs typeface="Arial" panose="020B0604020202090204"/>
            </a:endParaRPr>
          </a:p>
        </p:txBody>
      </p:sp>
      <p:sp>
        <p:nvSpPr>
          <p:cNvPr id="1669" name="PlaceHolder 9"/>
          <p:cNvSpPr>
            <a:spLocks noGrp="1"/>
          </p:cNvSpPr>
          <p:nvPr>
            <p:ph type="body" idx="80" hasCustomPrompt="1"/>
          </p:nvPr>
        </p:nvSpPr>
        <p:spPr>
          <a:xfrm>
            <a:off x="8084520" y="4011120"/>
            <a:ext cx="2861280" cy="1016280"/>
          </a:xfrm>
          <a:prstGeom prst="rect">
            <a:avLst/>
          </a:prstGeom>
          <a:noFill/>
          <a:ln w="0">
            <a:noFill/>
          </a:ln>
        </p:spPr>
        <p:txBody>
          <a:bodyPr lIns="119880" tIns="59760" rIns="119880" bIns="59760" anchor="t">
            <a:spAutoFit/>
          </a:bodyPr>
          <a:lstStyle>
            <a:lvl1pPr indent="0" algn="just" defTabSz="914400">
              <a:lnSpc>
                <a:spcPct val="140000"/>
              </a:lnSpc>
              <a:spcAft>
                <a:spcPts val="1200"/>
              </a:spcAft>
              <a:buNone/>
              <a:tabLst>
                <a:tab pos="0" algn="l"/>
              </a:tabLst>
              <a:defRPr sz="1400" b="0" u="none">
                <a:solidFill>
                  <a:srgbClr val="000000"/>
                </a:solidFill>
                <a:latin typeface="Arial" panose="020B0604020202090204"/>
                <a:ea typeface="Arial" panose="020B0604020202090204"/>
                <a:cs typeface="Arial" panose="020B0604020202090204"/>
              </a:defRPr>
            </a:lvl1pPr>
          </a:lstStyle>
          <a:p>
            <a:pPr indent="0" algn="just" defTabSz="914400">
              <a:lnSpc>
                <a:spcPct val="140000"/>
              </a:lnSpc>
              <a:spcAft>
                <a:spcPts val="1200"/>
              </a:spcAft>
              <a:buNone/>
              <a:tabLst>
                <a:tab pos="0" algn="l"/>
              </a:tabLst>
            </a:pPr>
            <a:r>
              <a:rPr sz="1400" b="0" u="none">
                <a:solidFill>
                  <a:srgbClr val="000000"/>
                </a:solidFill>
                <a:latin typeface="Arial" panose="020B0604020202090204"/>
                <a:ea typeface="Arial" panose="020B0604020202090204"/>
                <a:cs typeface="Arial" panose="020B0604020202090204"/>
              </a:rPr>
              <a:t>输入说明内容输入说明内容输入说明内容输入说明内容输入说明内容输入说明内容输入说明内容输入说明内容输入说明内容输入说明内容输入说明内容输入说明内容输入说明内容输入说明内容</a:t>
            </a:r>
            <a:endParaRPr sz="1400" b="0" u="none">
              <a:solidFill>
                <a:srgbClr val="000000"/>
              </a:solidFill>
              <a:latin typeface="Arial" panose="020B0604020202090204"/>
              <a:ea typeface="Arial" panose="020B0604020202090204"/>
              <a:cs typeface="Arial" panose="020B0604020202090204"/>
            </a:endParaRPr>
          </a:p>
        </p:txBody>
      </p:sp>
      <p:sp>
        <p:nvSpPr>
          <p:cNvPr id="1670" name="PlaceHolder 10"/>
          <p:cNvSpPr>
            <a:spLocks noGrp="1"/>
          </p:cNvSpPr>
          <p:nvPr>
            <p:ph type="body" idx="90" hasCustomPrompt="1"/>
          </p:nvPr>
        </p:nvSpPr>
        <p:spPr>
          <a:xfrm>
            <a:off x="8817480" y="3545640"/>
            <a:ext cx="1395720" cy="394200"/>
          </a:xfrm>
          <a:prstGeom prst="rect">
            <a:avLst/>
          </a:prstGeom>
          <a:noFill/>
          <a:ln w="0">
            <a:noFill/>
          </a:ln>
        </p:spPr>
        <p:txBody>
          <a:bodyPr lIns="119880" tIns="59760" rIns="119880" bIns="59760" anchor="t">
            <a:spAutoFit/>
          </a:bodyPr>
          <a:lstStyle>
            <a:lvl1pPr indent="0" algn="l" defTabSz="914400">
              <a:lnSpc>
                <a:spcPct val="100000"/>
              </a:lnSpc>
              <a:buNone/>
              <a:tabLst>
                <a:tab pos="0" algn="l"/>
              </a:tabLst>
              <a:defRPr sz="1800" b="0" u="none">
                <a:solidFill>
                  <a:srgbClr val="000000"/>
                </a:solidFill>
                <a:latin typeface="Arial" panose="020B0604020202090204"/>
                <a:ea typeface="Arial" panose="020B0604020202090204"/>
                <a:cs typeface="Arial" panose="020B0604020202090204"/>
              </a:defRPr>
            </a:lvl1pPr>
          </a:lstStyle>
          <a:p>
            <a:pPr indent="0" algn="l" defTabSz="914400">
              <a:lnSpc>
                <a:spcPct val="100000"/>
              </a:lnSpc>
              <a:buNone/>
              <a:tabLst>
                <a:tab pos="0" algn="l"/>
              </a:tabLst>
            </a:pPr>
            <a:r>
              <a:rPr sz="1800" b="0" u="none">
                <a:solidFill>
                  <a:srgbClr val="000000"/>
                </a:solidFill>
                <a:latin typeface="Arial" panose="020B0604020202090204"/>
                <a:ea typeface="Arial" panose="020B0604020202090204"/>
                <a:cs typeface="Arial" panose="020B0604020202090204"/>
              </a:rPr>
              <a:t>输入小标题</a:t>
            </a:r>
            <a:endParaRPr sz="1800" b="0" u="none">
              <a:solidFill>
                <a:srgbClr val="000000"/>
              </a:solidFill>
              <a:latin typeface="Arial" panose="020B0604020202090204"/>
              <a:ea typeface="Arial" panose="020B0604020202090204"/>
              <a:cs typeface="Arial" panose="020B0604020202090204"/>
            </a:endParaRPr>
          </a:p>
        </p:txBody>
      </p:sp>
      <p:sp>
        <p:nvSpPr>
          <p:cNvPr id="1671" name="TextBox 8"/>
          <p:cNvSpPr>
            <a:spLocks noGrp="1"/>
          </p:cNvSpPr>
          <p:nvPr/>
        </p:nvSpPr>
        <p:spPr>
          <a:xfrm>
            <a:off x="499680" y="6525720"/>
            <a:ext cx="1873800" cy="216360"/>
          </a:xfrm>
          <a:custGeom>
            <a:avLst/>
            <a:gdLst>
              <a:gd name="textAreaLeft" fmla="*/ 0 w 1873800"/>
              <a:gd name="textAreaRight" fmla="*/ 1874160 w 1873800"/>
              <a:gd name="textAreaTop" fmla="*/ 0 h 216360"/>
              <a:gd name="textAreaBottom" fmla="*/ 216720 h 216360"/>
            </a:gdLst>
            <a:ahLst/>
            <a:cxnLst/>
            <a:rect l="textAreaLeft" t="textAreaTop" r="textAreaRight" b="textAreaBottom"/>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lt1"/>
              </a:solidFill>
              <a:latin typeface="钟齐志莽行书"/>
              <a:ea typeface="钟齐志莽行书"/>
              <a:cs typeface="钟齐志莽行书"/>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内容页8">
    <p:bg>
      <p:bgPr>
        <a:solidFill>
          <a:srgbClr val="FFFFFF"/>
        </a:solidFill>
        <a:effectLst/>
      </p:bgPr>
    </p:bg>
    <p:spTree>
      <p:nvGrpSpPr>
        <p:cNvPr id="1" name=""/>
        <p:cNvGrpSpPr/>
        <p:nvPr/>
      </p:nvGrpSpPr>
      <p:grpSpPr/>
      <p:pic>
        <p:nvPicPr>
          <p:cNvPr id="410"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364"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365"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66"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67"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68"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370"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71"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372"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373"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74"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75"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422" name="图片 2"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378" name="Freeform 1031"/>
          <p:cNvSpPr>
            <a:spLocks noGrp="1"/>
          </p:cNvSpPr>
          <p:nvPr/>
        </p:nvSpPr>
        <p:spPr>
          <a:xfrm>
            <a:off x="511560" y="415080"/>
            <a:ext cx="295920" cy="387360"/>
          </a:xfrm>
          <a:custGeom>
            <a:avLst/>
            <a:gdLst>
              <a:gd name="textAreaLeft" fmla="*/ 0 w 295920"/>
              <a:gd name="textAreaRight" fmla="*/ 296280 w 295920"/>
              <a:gd name="textAreaTop" fmla="*/ 0 h 387360"/>
              <a:gd name="textAreaBottom" fmla="*/ 387720 h 387360"/>
              <a:gd name="GluePoint1X" fmla="*/ 162 w 539"/>
              <a:gd name="GluePoint1Y" fmla="*/ 705 h 705"/>
              <a:gd name="GluePoint2X" fmla="*/ 0 w 539"/>
              <a:gd name="GluePoint2Y" fmla="*/ 705 h 705"/>
              <a:gd name="GluePoint3X" fmla="*/ 375 w 539"/>
              <a:gd name="GluePoint3Y" fmla="*/ 0 h 705"/>
              <a:gd name="GluePoint4X" fmla="*/ 539 w 539"/>
              <a:gd name="GluePoint4Y" fmla="*/ 0 h 705"/>
              <a:gd name="GluePoint5X" fmla="*/ 162 w 539"/>
              <a:gd name="GluePoint5Y" fmla="*/ 705 h 705"/>
            </a:gdLst>
            <a:ahLst/>
            <a:cxnLst/>
            <a:rect l="textAreaLeft" t="textAreaTop" r="textAreaRight" b="textAreaBottom"/>
            <a:pathLst>
              <a:path w="539" h="705">
                <a:moveTo>
                  <a:pt x="162" y="705"/>
                </a:moveTo>
                <a:lnTo>
                  <a:pt x="0" y="705"/>
                </a:lnTo>
                <a:lnTo>
                  <a:pt x="375" y="0"/>
                </a:lnTo>
                <a:lnTo>
                  <a:pt x="539" y="0"/>
                </a:lnTo>
                <a:lnTo>
                  <a:pt x="162" y="705"/>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379" name="Freeform 1034"/>
          <p:cNvSpPr>
            <a:spLocks noGrp="1"/>
          </p:cNvSpPr>
          <p:nvPr/>
        </p:nvSpPr>
        <p:spPr>
          <a:xfrm>
            <a:off x="435600" y="456840"/>
            <a:ext cx="185400" cy="242640"/>
          </a:xfrm>
          <a:custGeom>
            <a:avLst/>
            <a:gdLst>
              <a:gd name="textAreaLeft" fmla="*/ 0 w 185400"/>
              <a:gd name="textAreaRight" fmla="*/ 185760 w 185400"/>
              <a:gd name="textAreaTop" fmla="*/ 0 h 242640"/>
              <a:gd name="textAreaBottom" fmla="*/ 243000 h 242640"/>
              <a:gd name="GluePoint1X" fmla="*/ 102 w 338"/>
              <a:gd name="GluePoint1Y" fmla="*/ 442 h 442"/>
              <a:gd name="GluePoint2X" fmla="*/ 0 w 338"/>
              <a:gd name="GluePoint2Y" fmla="*/ 442 h 442"/>
              <a:gd name="GluePoint3X" fmla="*/ 235 w 338"/>
              <a:gd name="GluePoint3Y" fmla="*/ 0 h 442"/>
              <a:gd name="GluePoint4X" fmla="*/ 338 w 338"/>
              <a:gd name="GluePoint4Y" fmla="*/ 0 h 442"/>
              <a:gd name="GluePoint5X" fmla="*/ 102 w 338"/>
              <a:gd name="GluePoint5Y" fmla="*/ 442 h 442"/>
            </a:gdLst>
            <a:ahLst/>
            <a:cxnLst/>
            <a:rect l="textAreaLeft" t="textAreaTop" r="textAreaRight" b="textAreaBottom"/>
            <a:pathLst>
              <a:path w="338" h="442">
                <a:moveTo>
                  <a:pt x="102" y="442"/>
                </a:moveTo>
                <a:lnTo>
                  <a:pt x="0" y="442"/>
                </a:lnTo>
                <a:lnTo>
                  <a:pt x="235" y="0"/>
                </a:lnTo>
                <a:lnTo>
                  <a:pt x="338" y="0"/>
                </a:lnTo>
                <a:lnTo>
                  <a:pt x="102" y="442"/>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380" name="Freeform 1032"/>
          <p:cNvSpPr>
            <a:spLocks noGrp="1"/>
          </p:cNvSpPr>
          <p:nvPr/>
        </p:nvSpPr>
        <p:spPr>
          <a:xfrm>
            <a:off x="696240" y="572400"/>
            <a:ext cx="185400" cy="243360"/>
          </a:xfrm>
          <a:custGeom>
            <a:avLst/>
            <a:gdLst>
              <a:gd name="textAreaLeft" fmla="*/ 0 w 185400"/>
              <a:gd name="textAreaRight" fmla="*/ 185760 w 185400"/>
              <a:gd name="textAreaTop" fmla="*/ 0 h 243360"/>
              <a:gd name="textAreaBottom" fmla="*/ 243720 h 243360"/>
              <a:gd name="GluePoint1X" fmla="*/ 102 w 338"/>
              <a:gd name="GluePoint1Y" fmla="*/ 443 h 443"/>
              <a:gd name="GluePoint2X" fmla="*/ 0 w 338"/>
              <a:gd name="GluePoint2Y" fmla="*/ 443 h 443"/>
              <a:gd name="GluePoint3X" fmla="*/ 235 w 338"/>
              <a:gd name="GluePoint3Y" fmla="*/ 0 h 443"/>
              <a:gd name="GluePoint4X" fmla="*/ 338 w 338"/>
              <a:gd name="GluePoint4Y" fmla="*/ 0 h 443"/>
              <a:gd name="GluePoint5X" fmla="*/ 102 w 338"/>
              <a:gd name="GluePoint5Y" fmla="*/ 443 h 443"/>
            </a:gdLst>
            <a:ahLst/>
            <a:cxnLst/>
            <a:rect l="textAreaLeft" t="textAreaTop" r="textAreaRight" b="textAreaBottom"/>
            <a:pathLst>
              <a:path w="338" h="443">
                <a:moveTo>
                  <a:pt x="102" y="443"/>
                </a:moveTo>
                <a:lnTo>
                  <a:pt x="0" y="443"/>
                </a:lnTo>
                <a:lnTo>
                  <a:pt x="235" y="0"/>
                </a:lnTo>
                <a:lnTo>
                  <a:pt x="338" y="0"/>
                </a:lnTo>
                <a:lnTo>
                  <a:pt x="102" y="443"/>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381" name="Freeform 1033"/>
          <p:cNvSpPr>
            <a:spLocks noGrp="1"/>
          </p:cNvSpPr>
          <p:nvPr/>
        </p:nvSpPr>
        <p:spPr>
          <a:xfrm>
            <a:off x="543960" y="318960"/>
            <a:ext cx="185400" cy="242640"/>
          </a:xfrm>
          <a:custGeom>
            <a:avLst/>
            <a:gdLst>
              <a:gd name="textAreaLeft" fmla="*/ 0 w 185400"/>
              <a:gd name="textAreaRight" fmla="*/ 185760 w 185400"/>
              <a:gd name="textAreaTop" fmla="*/ 0 h 242640"/>
              <a:gd name="textAreaBottom" fmla="*/ 243000 h 242640"/>
              <a:gd name="GluePoint1X" fmla="*/ 103 w 338"/>
              <a:gd name="GluePoint1Y" fmla="*/ 442 h 442"/>
              <a:gd name="GluePoint2X" fmla="*/ 0 w 338"/>
              <a:gd name="GluePoint2Y" fmla="*/ 442 h 442"/>
              <a:gd name="GluePoint3X" fmla="*/ 236 w 338"/>
              <a:gd name="GluePoint3Y" fmla="*/ 0 h 442"/>
              <a:gd name="GluePoint4X" fmla="*/ 338 w 338"/>
              <a:gd name="GluePoint4Y" fmla="*/ 0 h 442"/>
              <a:gd name="GluePoint5X" fmla="*/ 103 w 338"/>
              <a:gd name="GluePoint5Y" fmla="*/ 442 h 442"/>
            </a:gdLst>
            <a:ahLst/>
            <a:cxnLst/>
            <a:rect l="textAreaLeft" t="textAreaTop" r="textAreaRight" b="textAreaBottom"/>
            <a:pathLst>
              <a:path w="338" h="442">
                <a:moveTo>
                  <a:pt x="103" y="442"/>
                </a:moveTo>
                <a:lnTo>
                  <a:pt x="0" y="442"/>
                </a:lnTo>
                <a:lnTo>
                  <a:pt x="236" y="0"/>
                </a:lnTo>
                <a:lnTo>
                  <a:pt x="338" y="0"/>
                </a:lnTo>
                <a:lnTo>
                  <a:pt x="103" y="442"/>
                </a:lnTo>
                <a:close/>
              </a:path>
            </a:pathLst>
          </a:custGeom>
          <a:solidFill>
            <a:schemeClr val="accent1">
              <a:alpha val="73000"/>
            </a:schemeClr>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382" name="Freeform 1029"/>
          <p:cNvSpPr>
            <a:spLocks noGrp="1"/>
          </p:cNvSpPr>
          <p:nvPr/>
        </p:nvSpPr>
        <p:spPr>
          <a:xfrm>
            <a:off x="595440" y="327240"/>
            <a:ext cx="5800320" cy="440280"/>
          </a:xfrm>
          <a:prstGeom prst="parallelogram">
            <a:avLst>
              <a:gd name="adj" fmla="val 53329"/>
            </a:avLst>
          </a:prstGeom>
          <a:gradFill rotWithShape="0">
            <a:gsLst>
              <a:gs pos="0">
                <a:srgbClr val="ED6F00">
                  <a:alpha val="9000"/>
                </a:srgbClr>
              </a:gs>
              <a:gs pos="100000">
                <a:srgbClr val="ED6F00">
                  <a:alpha val="0"/>
                </a:srgbClr>
              </a:gs>
            </a:gsLst>
            <a:lin ang="2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383" name="Freeform 1030"/>
          <p:cNvSpPr>
            <a:spLocks noGrp="1"/>
          </p:cNvSpPr>
          <p:nvPr/>
        </p:nvSpPr>
        <p:spPr>
          <a:xfrm>
            <a:off x="585360" y="327240"/>
            <a:ext cx="336600" cy="440280"/>
          </a:xfrm>
          <a:custGeom>
            <a:avLst/>
            <a:gdLst>
              <a:gd name="textAreaLeft" fmla="*/ 0 w 336600"/>
              <a:gd name="textAreaRight" fmla="*/ 336960 w 336600"/>
              <a:gd name="textAreaTop" fmla="*/ 0 h 440280"/>
              <a:gd name="textAreaBottom" fmla="*/ 440640 h 440280"/>
              <a:gd name="GluePoint1X" fmla="*/ 161 w 539"/>
              <a:gd name="GluePoint1Y" fmla="*/ 705 h 705"/>
              <a:gd name="GluePoint2X" fmla="*/ 0 w 539"/>
              <a:gd name="GluePoint2Y" fmla="*/ 705 h 705"/>
              <a:gd name="GluePoint3X" fmla="*/ 377 w 539"/>
              <a:gd name="GluePoint3Y" fmla="*/ 0 h 705"/>
              <a:gd name="GluePoint4X" fmla="*/ 539 w 539"/>
              <a:gd name="GluePoint4Y" fmla="*/ 0 h 705"/>
              <a:gd name="GluePoint5X" fmla="*/ 161 w 539"/>
              <a:gd name="GluePoint5Y" fmla="*/ 705 h 705"/>
            </a:gdLst>
            <a:ahLst/>
            <a:cxnLst/>
            <a:rect l="textAreaLeft" t="textAreaTop" r="textAreaRight" b="textAreaBottom"/>
            <a:pathLst>
              <a:path w="539" h="705">
                <a:moveTo>
                  <a:pt x="161" y="705"/>
                </a:moveTo>
                <a:lnTo>
                  <a:pt x="0" y="705"/>
                </a:lnTo>
                <a:lnTo>
                  <a:pt x="377" y="0"/>
                </a:lnTo>
                <a:lnTo>
                  <a:pt x="539" y="0"/>
                </a:lnTo>
                <a:lnTo>
                  <a:pt x="161" y="705"/>
                </a:lnTo>
                <a:close/>
              </a:path>
            </a:pathLst>
          </a:custGeom>
          <a:gradFill rotWithShape="0">
            <a:gsLst>
              <a:gs pos="26000">
                <a:srgbClr val="ED6F00"/>
              </a:gs>
              <a:gs pos="100000">
                <a:srgbClr val="FFA85B"/>
              </a:gs>
            </a:gsLst>
            <a:lin ang="162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384" name="PlaceHolder 1"/>
          <p:cNvSpPr>
            <a:spLocks noGrp="1"/>
          </p:cNvSpPr>
          <p:nvPr>
            <p:ph type="title"/>
          </p:nvPr>
        </p:nvSpPr>
        <p:spPr>
          <a:xfrm>
            <a:off x="1003680" y="364320"/>
            <a:ext cx="6845040" cy="3690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sz="2400" b="1" u="none" spc="99">
                <a:solidFill>
                  <a:schemeClr val="accent1"/>
                </a:solidFill>
                <a:latin typeface="思源黑体 CN Bold"/>
                <a:ea typeface="思源黑体 CN Bold"/>
                <a:cs typeface="思源黑体 CN Bold"/>
              </a:defRPr>
            </a:lvl1pPr>
          </a:lstStyle>
          <a:p>
            <a:pPr indent="0" algn="l" defTabSz="914400">
              <a:lnSpc>
                <a:spcPct val="100000"/>
              </a:lnSpc>
              <a:buNone/>
              <a:tabLst>
                <a:tab pos="0" algn="l"/>
              </a:tabLst>
            </a:pPr>
            <a:r>
              <a:rPr sz="2400" b="1" u="none" spc="99">
                <a:solidFill>
                  <a:schemeClr val="accent1"/>
                </a:solidFill>
                <a:latin typeface="思源黑体 CN Bold"/>
                <a:ea typeface="思源黑体 CN Bold"/>
                <a:cs typeface="思源黑体 CN Bold"/>
              </a:rPr>
              <a:t>单击此处编辑母版标题样式</a:t>
            </a:r>
            <a:endParaRPr sz="2400" b="1" u="none" spc="99">
              <a:solidFill>
                <a:schemeClr val="accent1"/>
              </a:solidFill>
              <a:latin typeface="思源黑体 CN Bold"/>
              <a:ea typeface="思源黑体 CN Bold"/>
              <a:cs typeface="思源黑体 CN Bold"/>
            </a:endParaRPr>
          </a:p>
        </p:txBody>
      </p:sp>
      <p:sp>
        <p:nvSpPr>
          <p:cNvPr id="386" name="任意多边形: 形状 13"/>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387" name="任意多边形: 形状 94"/>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88" name="任意多边形: 形状 122"/>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89" name="任意多边形: 形状 123"/>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90" name="任意多边形: 形状 124"/>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392" name="任意多边形: 形状 126"/>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93" name="任意多边形: 形状 127"/>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394" name="任意多边形: 形状 128"/>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395" name="任意多边形: 形状 129"/>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96" name="任意多边形: 形状 130"/>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97" name="任意多边形: 形状 132"/>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398" name="任意多边形: 形状 9"/>
          <p:cNvSpPr>
            <a:spLocks noGrp="1"/>
          </p:cNvSpPr>
          <p:nvPr/>
        </p:nvSpPr>
        <p:spPr>
          <a:xfrm>
            <a:off x="7191360" y="0"/>
            <a:ext cx="5000400" cy="6857640"/>
          </a:xfrm>
          <a:custGeom>
            <a:avLst/>
            <a:gdLst>
              <a:gd name="textAreaLeft" fmla="*/ 0 w 5000400"/>
              <a:gd name="textAreaRight" fmla="*/ 5000760 w 5000400"/>
              <a:gd name="textAreaTop" fmla="*/ 0 h 6857640"/>
              <a:gd name="textAreaBottom" fmla="*/ 6858000 h 6857640"/>
              <a:gd name="GluePoint1X" fmla="*/ 0 w 5000626"/>
              <a:gd name="GluePoint1Y" fmla="*/ 0 h 6858000"/>
              <a:gd name="GluePoint2X" fmla="*/ 5000626 w 5000626"/>
              <a:gd name="GluePoint2Y" fmla="*/ 0 h 6858000"/>
              <a:gd name="GluePoint3X" fmla="*/ 5000626 w 5000626"/>
              <a:gd name="GluePoint3Y" fmla="*/ 6858000 h 6858000"/>
              <a:gd name="GluePoint4X" fmla="*/ 0 w 5000626"/>
              <a:gd name="GluePoint4Y" fmla="*/ 6858000 h 6858000"/>
            </a:gdLst>
            <a:ahLst/>
            <a:cxnLst/>
            <a:rect l="textAreaLeft" t="textAreaTop" r="textAreaRight" b="textAreaBottom"/>
            <a:pathLst>
              <a:path w="5000626" h="6858000">
                <a:moveTo>
                  <a:pt x="0" y="0"/>
                </a:moveTo>
                <a:lnTo>
                  <a:pt x="5000626" y="0"/>
                </a:lnTo>
                <a:lnTo>
                  <a:pt x="5000626" y="6858000"/>
                </a:lnTo>
                <a:lnTo>
                  <a:pt x="0" y="6858000"/>
                </a:lnTo>
                <a:close/>
              </a:path>
            </a:pathLst>
          </a:custGeom>
          <a:solidFill>
            <a:srgbClr val="ED6F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微软雅黑"/>
              <a:ea typeface="微软雅黑"/>
              <a:cs typeface="微软雅黑"/>
            </a:endParaRPr>
          </a:p>
        </p:txBody>
      </p:sp>
      <p:sp>
        <p:nvSpPr>
          <p:cNvPr id="399" name="PlaceHolder 2"/>
          <p:cNvSpPr>
            <a:spLocks noGrp="1"/>
          </p:cNvSpPr>
          <p:nvPr>
            <p:ph type="body" idx="10" hasCustomPrompt="1"/>
          </p:nvPr>
        </p:nvSpPr>
        <p:spPr>
          <a:xfrm>
            <a:off x="7279920" y="0"/>
            <a:ext cx="4911840" cy="6857640"/>
          </a:xfrm>
          <a:prstGeom prst="rect">
            <a:avLst/>
          </a:prstGeom>
          <a:solidFill>
            <a:schemeClr val="accent1">
              <a:lumMod val="20000"/>
              <a:lumOff val="80000"/>
            </a:schemeClr>
          </a:solidFill>
          <a:ln w="0">
            <a:noFill/>
          </a:ln>
        </p:spPr>
        <p:txBody>
          <a:bodyPr lIns="90000" tIns="45000" rIns="90000" bIns="45000" anchor="ctr">
            <a:noAutofit/>
          </a:bodyPr>
          <a:lstStyle>
            <a:lvl1pPr indent="0" algn="ctr" defTabSz="914400">
              <a:lnSpc>
                <a:spcPct val="100000"/>
              </a:lnSpc>
              <a:buNone/>
              <a:tabLst>
                <a:tab pos="0" algn="l"/>
              </a:tabLst>
              <a:defRPr sz="1800" b="0" u="none">
                <a:solidFill>
                  <a:schemeClr val="dk1"/>
                </a:solidFill>
                <a:latin typeface="微软雅黑"/>
                <a:ea typeface="微软雅黑"/>
                <a:cs typeface="微软雅黑"/>
              </a:defRPr>
            </a:lvl1pPr>
          </a:lstStyle>
          <a:p>
            <a:pPr indent="0" algn="ctr" defTabSz="914400">
              <a:lnSpc>
                <a:spcPct val="100000"/>
              </a:lnSpc>
              <a:buNone/>
              <a:tabLst>
                <a:tab pos="0" algn="l"/>
              </a:tabLst>
            </a:pPr>
            <a:r>
              <a:rPr sz="1800" b="0" u="none">
                <a:solidFill>
                  <a:schemeClr val="dk1"/>
                </a:solidFill>
                <a:latin typeface="微软雅黑"/>
                <a:ea typeface="微软雅黑"/>
                <a:cs typeface="微软雅黑"/>
              </a:rPr>
              <a:t>点此更换图片</a:t>
            </a:r>
            <a:endParaRPr sz="1800" b="0" u="none">
              <a:solidFill>
                <a:srgbClr val="000000"/>
              </a:solidFill>
              <a:latin typeface="Arial" panose="020B0604020202090204"/>
              <a:ea typeface="Arial" panose="020B0604020202090204"/>
              <a:cs typeface="Arial" panose="020B0604020202090204"/>
            </a:endParaRPr>
          </a:p>
        </p:txBody>
      </p:sp>
      <p:sp>
        <p:nvSpPr>
          <p:cNvPr id="400" name="PlaceHolder 3"/>
          <p:cNvSpPr>
            <a:spLocks noGrp="1"/>
          </p:cNvSpPr>
          <p:nvPr>
            <p:ph type="body" idx="20" hasCustomPrompt="1"/>
          </p:nvPr>
        </p:nvSpPr>
        <p:spPr>
          <a:xfrm>
            <a:off x="1549080" y="1326240"/>
            <a:ext cx="1800000" cy="338760"/>
          </a:xfrm>
          <a:prstGeom prst="rect">
            <a:avLst/>
          </a:prstGeom>
          <a:noFill/>
          <a:ln w="0">
            <a:noFill/>
          </a:ln>
        </p:spPr>
        <p:txBody>
          <a:bodyPr lIns="91440" tIns="45720" rIns="91440" bIns="45720" anchor="t">
            <a:spAutoFit/>
          </a:bodyPr>
          <a:lstStyle>
            <a:lvl1pPr indent="-228600" algn="l" defTabSz="914400">
              <a:lnSpc>
                <a:spcPct val="90000"/>
              </a:lnSpc>
              <a:spcBef>
                <a:spcPts val="1000"/>
              </a:spcBef>
              <a:buNone/>
              <a:tabLst>
                <a:tab pos="0" algn="l"/>
              </a:tabLst>
              <a:defRPr sz="1800" b="1" u="none">
                <a:solidFill>
                  <a:schemeClr val="accent1"/>
                </a:solidFill>
                <a:latin typeface="微软雅黑"/>
                <a:ea typeface="微软雅黑"/>
                <a:cs typeface="微软雅黑"/>
              </a:defRPr>
            </a:lvl1pPr>
          </a:lstStyle>
          <a:p>
            <a:pPr indent="0" algn="l" defTabSz="914400">
              <a:lnSpc>
                <a:spcPct val="90000"/>
              </a:lnSpc>
              <a:spcBef>
                <a:spcPts val="1000"/>
              </a:spcBef>
              <a:buNone/>
              <a:tabLst>
                <a:tab pos="0" algn="l"/>
              </a:tabLst>
            </a:pPr>
            <a:r>
              <a:rPr sz="1800" b="1" u="none">
                <a:solidFill>
                  <a:schemeClr val="accent1"/>
                </a:solidFill>
                <a:latin typeface="微软雅黑"/>
                <a:ea typeface="微软雅黑"/>
                <a:cs typeface="微软雅黑"/>
              </a:rPr>
              <a:t>点击添加关键词</a:t>
            </a:r>
            <a:endParaRPr sz="1800" b="0" u="none">
              <a:solidFill>
                <a:srgbClr val="000000"/>
              </a:solidFill>
              <a:latin typeface="Arial" panose="020B0604020202090204"/>
              <a:ea typeface="Arial" panose="020B0604020202090204"/>
              <a:cs typeface="Arial" panose="020B0604020202090204"/>
            </a:endParaRPr>
          </a:p>
        </p:txBody>
      </p:sp>
      <p:sp>
        <p:nvSpPr>
          <p:cNvPr id="401" name="PlaceHolder 4"/>
          <p:cNvSpPr>
            <a:spLocks noGrp="1"/>
          </p:cNvSpPr>
          <p:nvPr>
            <p:ph type="body" idx="30" hasCustomPrompt="1"/>
          </p:nvPr>
        </p:nvSpPr>
        <p:spPr>
          <a:xfrm>
            <a:off x="1532880" y="1566360"/>
            <a:ext cx="3440520" cy="339120"/>
          </a:xfrm>
          <a:prstGeom prst="rect">
            <a:avLst/>
          </a:prstGeom>
          <a:noFill/>
          <a:ln w="0">
            <a:noFill/>
          </a:ln>
        </p:spPr>
        <p:txBody>
          <a:bodyPr lIns="119880" tIns="59760" rIns="119880" bIns="59760" anchor="t">
            <a:spAutoFit/>
          </a:bodyPr>
          <a:lstStyle>
            <a:lvl1pPr indent="0" algn="l" defTabSz="914400">
              <a:lnSpc>
                <a:spcPct val="120000"/>
              </a:lnSpc>
              <a:buNone/>
              <a:tabLst>
                <a:tab pos="0" algn="l"/>
              </a:tabLst>
              <a:defRPr sz="1200" b="0" u="none">
                <a:solidFill>
                  <a:srgbClr val="000000"/>
                </a:solidFill>
                <a:latin typeface="Arial" panose="020B0604020202090204"/>
                <a:ea typeface="Arial" panose="020B0604020202090204"/>
                <a:cs typeface="Arial" panose="020B0604020202090204"/>
              </a:defRPr>
            </a:lvl1pPr>
          </a:lstStyle>
          <a:p>
            <a:pPr indent="0" algn="l" defTabSz="914400">
              <a:lnSpc>
                <a:spcPct val="120000"/>
              </a:lnSpc>
              <a:buNone/>
              <a:tabLst>
                <a:tab pos="0" algn="l"/>
              </a:tabLst>
            </a:pPr>
            <a:r>
              <a:rPr sz="1200" b="0" u="none">
                <a:solidFill>
                  <a:srgbClr val="000000"/>
                </a:solidFill>
                <a:latin typeface="Arial" panose="020B0604020202090204"/>
                <a:ea typeface="Arial" panose="020B0604020202090204"/>
                <a:cs typeface="Arial" panose="020B0604020202090204"/>
              </a:rPr>
              <a:t>点击这里添加对小标题关键词的阐述，选中图片单击右键，更改图片即可轻松换图</a:t>
            </a:r>
            <a:endParaRPr sz="1200" b="0" u="none">
              <a:solidFill>
                <a:srgbClr val="000000"/>
              </a:solidFill>
              <a:latin typeface="Arial" panose="020B0604020202090204"/>
              <a:ea typeface="Arial" panose="020B0604020202090204"/>
              <a:cs typeface="Arial" panose="020B0604020202090204"/>
            </a:endParaRPr>
          </a:p>
        </p:txBody>
      </p:sp>
      <p:sp>
        <p:nvSpPr>
          <p:cNvPr id="402" name="PlaceHolder 5"/>
          <p:cNvSpPr>
            <a:spLocks noGrp="1"/>
          </p:cNvSpPr>
          <p:nvPr>
            <p:ph type="body" idx="40" hasCustomPrompt="1"/>
          </p:nvPr>
        </p:nvSpPr>
        <p:spPr>
          <a:xfrm>
            <a:off x="1549080" y="2774160"/>
            <a:ext cx="1800000" cy="338760"/>
          </a:xfrm>
          <a:prstGeom prst="rect">
            <a:avLst/>
          </a:prstGeom>
          <a:noFill/>
          <a:ln w="0">
            <a:noFill/>
          </a:ln>
        </p:spPr>
        <p:txBody>
          <a:bodyPr lIns="91440" tIns="45720" rIns="91440" bIns="45720" anchor="t">
            <a:spAutoFit/>
          </a:bodyPr>
          <a:lstStyle>
            <a:lvl1pPr indent="-228600" algn="l" defTabSz="914400">
              <a:lnSpc>
                <a:spcPct val="90000"/>
              </a:lnSpc>
              <a:spcBef>
                <a:spcPts val="1000"/>
              </a:spcBef>
              <a:buNone/>
              <a:tabLst>
                <a:tab pos="0" algn="l"/>
              </a:tabLst>
              <a:defRPr sz="1800" b="1" u="none">
                <a:solidFill>
                  <a:schemeClr val="accent1"/>
                </a:solidFill>
                <a:latin typeface="微软雅黑"/>
                <a:ea typeface="微软雅黑"/>
                <a:cs typeface="微软雅黑"/>
              </a:defRPr>
            </a:lvl1pPr>
          </a:lstStyle>
          <a:p>
            <a:pPr indent="0" algn="l" defTabSz="914400">
              <a:lnSpc>
                <a:spcPct val="90000"/>
              </a:lnSpc>
              <a:spcBef>
                <a:spcPts val="1000"/>
              </a:spcBef>
              <a:buNone/>
              <a:tabLst>
                <a:tab pos="0" algn="l"/>
              </a:tabLst>
            </a:pPr>
            <a:r>
              <a:rPr sz="1800" b="1" u="none">
                <a:solidFill>
                  <a:schemeClr val="accent1"/>
                </a:solidFill>
                <a:latin typeface="微软雅黑"/>
                <a:ea typeface="微软雅黑"/>
                <a:cs typeface="微软雅黑"/>
              </a:rPr>
              <a:t>点击添加关键词</a:t>
            </a:r>
            <a:endParaRPr sz="1800" b="0" u="none">
              <a:solidFill>
                <a:srgbClr val="000000"/>
              </a:solidFill>
              <a:latin typeface="Arial" panose="020B0604020202090204"/>
              <a:ea typeface="Arial" panose="020B0604020202090204"/>
              <a:cs typeface="Arial" panose="020B0604020202090204"/>
            </a:endParaRPr>
          </a:p>
        </p:txBody>
      </p:sp>
      <p:sp>
        <p:nvSpPr>
          <p:cNvPr id="403" name="PlaceHolder 6"/>
          <p:cNvSpPr>
            <a:spLocks noGrp="1"/>
          </p:cNvSpPr>
          <p:nvPr>
            <p:ph type="body" idx="50" hasCustomPrompt="1"/>
          </p:nvPr>
        </p:nvSpPr>
        <p:spPr>
          <a:xfrm>
            <a:off x="1532880" y="3014280"/>
            <a:ext cx="3440520" cy="339120"/>
          </a:xfrm>
          <a:prstGeom prst="rect">
            <a:avLst/>
          </a:prstGeom>
          <a:noFill/>
          <a:ln w="0">
            <a:noFill/>
          </a:ln>
        </p:spPr>
        <p:txBody>
          <a:bodyPr lIns="119880" tIns="59760" rIns="119880" bIns="59760" anchor="t">
            <a:spAutoFit/>
          </a:bodyPr>
          <a:lstStyle>
            <a:lvl1pPr indent="0" algn="l" defTabSz="914400">
              <a:lnSpc>
                <a:spcPct val="120000"/>
              </a:lnSpc>
              <a:buNone/>
              <a:tabLst>
                <a:tab pos="0" algn="l"/>
              </a:tabLst>
              <a:defRPr sz="1200" b="0" u="none">
                <a:solidFill>
                  <a:srgbClr val="000000"/>
                </a:solidFill>
                <a:latin typeface="Arial" panose="020B0604020202090204"/>
                <a:ea typeface="Arial" panose="020B0604020202090204"/>
                <a:cs typeface="Arial" panose="020B0604020202090204"/>
              </a:defRPr>
            </a:lvl1pPr>
          </a:lstStyle>
          <a:p>
            <a:pPr indent="0" algn="l" defTabSz="914400">
              <a:lnSpc>
                <a:spcPct val="120000"/>
              </a:lnSpc>
              <a:buNone/>
              <a:tabLst>
                <a:tab pos="0" algn="l"/>
              </a:tabLst>
            </a:pPr>
            <a:r>
              <a:rPr sz="1200" b="0" u="none">
                <a:solidFill>
                  <a:srgbClr val="000000"/>
                </a:solidFill>
                <a:latin typeface="Arial" panose="020B0604020202090204"/>
                <a:ea typeface="Arial" panose="020B0604020202090204"/>
                <a:cs typeface="Arial" panose="020B0604020202090204"/>
              </a:rPr>
              <a:t>点击这里添加对小标题关键词的阐述，选中图片单击右键，更改图片即可轻松换图</a:t>
            </a:r>
            <a:endParaRPr sz="1200" b="0" u="none">
              <a:solidFill>
                <a:srgbClr val="000000"/>
              </a:solidFill>
              <a:latin typeface="Arial" panose="020B0604020202090204"/>
              <a:ea typeface="Arial" panose="020B0604020202090204"/>
              <a:cs typeface="Arial" panose="020B0604020202090204"/>
            </a:endParaRPr>
          </a:p>
        </p:txBody>
      </p:sp>
      <p:sp>
        <p:nvSpPr>
          <p:cNvPr id="404" name="PlaceHolder 7"/>
          <p:cNvSpPr>
            <a:spLocks noGrp="1"/>
          </p:cNvSpPr>
          <p:nvPr>
            <p:ph type="body" idx="60" hasCustomPrompt="1"/>
          </p:nvPr>
        </p:nvSpPr>
        <p:spPr>
          <a:xfrm>
            <a:off x="1549080" y="4298040"/>
            <a:ext cx="1800000" cy="338760"/>
          </a:xfrm>
          <a:prstGeom prst="rect">
            <a:avLst/>
          </a:prstGeom>
          <a:noFill/>
          <a:ln w="0">
            <a:noFill/>
          </a:ln>
        </p:spPr>
        <p:txBody>
          <a:bodyPr lIns="91440" tIns="45720" rIns="91440" bIns="45720" anchor="t">
            <a:spAutoFit/>
          </a:bodyPr>
          <a:lstStyle>
            <a:lvl1pPr indent="-228600" algn="l" defTabSz="914400">
              <a:lnSpc>
                <a:spcPct val="90000"/>
              </a:lnSpc>
              <a:spcBef>
                <a:spcPts val="1000"/>
              </a:spcBef>
              <a:buNone/>
              <a:tabLst>
                <a:tab pos="0" algn="l"/>
              </a:tabLst>
              <a:defRPr sz="1800" b="1" u="none">
                <a:solidFill>
                  <a:schemeClr val="accent1"/>
                </a:solidFill>
                <a:latin typeface="微软雅黑"/>
                <a:ea typeface="微软雅黑"/>
                <a:cs typeface="微软雅黑"/>
              </a:defRPr>
            </a:lvl1pPr>
          </a:lstStyle>
          <a:p>
            <a:pPr indent="0" algn="l" defTabSz="914400">
              <a:lnSpc>
                <a:spcPct val="90000"/>
              </a:lnSpc>
              <a:spcBef>
                <a:spcPts val="1000"/>
              </a:spcBef>
              <a:buNone/>
              <a:tabLst>
                <a:tab pos="0" algn="l"/>
              </a:tabLst>
            </a:pPr>
            <a:r>
              <a:rPr sz="1800" b="1" u="none">
                <a:solidFill>
                  <a:schemeClr val="accent1"/>
                </a:solidFill>
                <a:latin typeface="微软雅黑"/>
                <a:ea typeface="微软雅黑"/>
                <a:cs typeface="微软雅黑"/>
              </a:rPr>
              <a:t>点击添加关键词</a:t>
            </a:r>
            <a:endParaRPr sz="1800" b="0" u="none">
              <a:solidFill>
                <a:srgbClr val="000000"/>
              </a:solidFill>
              <a:latin typeface="Arial" panose="020B0604020202090204"/>
              <a:ea typeface="Arial" panose="020B0604020202090204"/>
              <a:cs typeface="Arial" panose="020B0604020202090204"/>
            </a:endParaRPr>
          </a:p>
        </p:txBody>
      </p:sp>
      <p:sp>
        <p:nvSpPr>
          <p:cNvPr id="405" name="PlaceHolder 8"/>
          <p:cNvSpPr>
            <a:spLocks noGrp="1"/>
          </p:cNvSpPr>
          <p:nvPr>
            <p:ph type="body" idx="70" hasCustomPrompt="1"/>
          </p:nvPr>
        </p:nvSpPr>
        <p:spPr>
          <a:xfrm>
            <a:off x="1532880" y="4538160"/>
            <a:ext cx="3440520" cy="339120"/>
          </a:xfrm>
          <a:prstGeom prst="rect">
            <a:avLst/>
          </a:prstGeom>
          <a:noFill/>
          <a:ln w="0">
            <a:noFill/>
          </a:ln>
        </p:spPr>
        <p:txBody>
          <a:bodyPr lIns="119880" tIns="59760" rIns="119880" bIns="59760" anchor="t">
            <a:spAutoFit/>
          </a:bodyPr>
          <a:lstStyle>
            <a:lvl1pPr indent="0" algn="l" defTabSz="914400">
              <a:lnSpc>
                <a:spcPct val="120000"/>
              </a:lnSpc>
              <a:buNone/>
              <a:tabLst>
                <a:tab pos="0" algn="l"/>
              </a:tabLst>
              <a:defRPr sz="1200" b="0" u="none">
                <a:solidFill>
                  <a:srgbClr val="000000"/>
                </a:solidFill>
                <a:latin typeface="Arial" panose="020B0604020202090204"/>
                <a:ea typeface="Arial" panose="020B0604020202090204"/>
                <a:cs typeface="Arial" panose="020B0604020202090204"/>
              </a:defRPr>
            </a:lvl1pPr>
          </a:lstStyle>
          <a:p>
            <a:pPr indent="0" algn="l" defTabSz="914400">
              <a:lnSpc>
                <a:spcPct val="120000"/>
              </a:lnSpc>
              <a:buNone/>
              <a:tabLst>
                <a:tab pos="0" algn="l"/>
              </a:tabLst>
            </a:pPr>
            <a:r>
              <a:rPr sz="1200" b="0" u="none">
                <a:solidFill>
                  <a:srgbClr val="000000"/>
                </a:solidFill>
                <a:latin typeface="Arial" panose="020B0604020202090204"/>
                <a:ea typeface="Arial" panose="020B0604020202090204"/>
                <a:cs typeface="Arial" panose="020B0604020202090204"/>
              </a:rPr>
              <a:t>点击这里添加对小标题关键词的阐述，选中图片单击右键，更改图片即可轻松换图</a:t>
            </a:r>
            <a:endParaRPr sz="1200" b="0" u="none">
              <a:solidFill>
                <a:srgbClr val="000000"/>
              </a:solidFill>
              <a:latin typeface="Arial" panose="020B0604020202090204"/>
              <a:ea typeface="Arial" panose="020B0604020202090204"/>
              <a:cs typeface="Arial" panose="020B0604020202090204"/>
            </a:endParaRPr>
          </a:p>
        </p:txBody>
      </p:sp>
      <p:sp>
        <p:nvSpPr>
          <p:cNvPr id="406" name="PlaceHolder 9"/>
          <p:cNvSpPr>
            <a:spLocks noGrp="1"/>
          </p:cNvSpPr>
          <p:nvPr>
            <p:ph type="body" idx="80" hasCustomPrompt="1"/>
          </p:nvPr>
        </p:nvSpPr>
        <p:spPr>
          <a:xfrm>
            <a:off x="1549080" y="5502240"/>
            <a:ext cx="1800000" cy="338760"/>
          </a:xfrm>
          <a:prstGeom prst="rect">
            <a:avLst/>
          </a:prstGeom>
          <a:noFill/>
          <a:ln w="0">
            <a:noFill/>
          </a:ln>
        </p:spPr>
        <p:txBody>
          <a:bodyPr lIns="91440" tIns="45720" rIns="91440" bIns="45720" anchor="t">
            <a:spAutoFit/>
          </a:bodyPr>
          <a:lstStyle>
            <a:lvl1pPr indent="-228600" algn="l" defTabSz="914400">
              <a:lnSpc>
                <a:spcPct val="90000"/>
              </a:lnSpc>
              <a:spcBef>
                <a:spcPts val="1000"/>
              </a:spcBef>
              <a:buNone/>
              <a:tabLst>
                <a:tab pos="0" algn="l"/>
              </a:tabLst>
              <a:defRPr sz="1800" b="1" u="none">
                <a:solidFill>
                  <a:schemeClr val="accent1"/>
                </a:solidFill>
                <a:latin typeface="微软雅黑"/>
                <a:ea typeface="微软雅黑"/>
                <a:cs typeface="微软雅黑"/>
              </a:defRPr>
            </a:lvl1pPr>
          </a:lstStyle>
          <a:p>
            <a:pPr indent="0" algn="l" defTabSz="914400">
              <a:lnSpc>
                <a:spcPct val="90000"/>
              </a:lnSpc>
              <a:spcBef>
                <a:spcPts val="1000"/>
              </a:spcBef>
              <a:buNone/>
              <a:tabLst>
                <a:tab pos="0" algn="l"/>
              </a:tabLst>
            </a:pPr>
            <a:r>
              <a:rPr sz="1800" b="1" u="none">
                <a:solidFill>
                  <a:schemeClr val="accent1"/>
                </a:solidFill>
                <a:latin typeface="微软雅黑"/>
                <a:ea typeface="微软雅黑"/>
                <a:cs typeface="微软雅黑"/>
              </a:rPr>
              <a:t>点击添加关键词</a:t>
            </a:r>
            <a:endParaRPr sz="1800" b="0" u="none">
              <a:solidFill>
                <a:srgbClr val="000000"/>
              </a:solidFill>
              <a:latin typeface="Arial" panose="020B0604020202090204"/>
              <a:ea typeface="Arial" panose="020B0604020202090204"/>
              <a:cs typeface="Arial" panose="020B0604020202090204"/>
            </a:endParaRPr>
          </a:p>
        </p:txBody>
      </p:sp>
      <p:sp>
        <p:nvSpPr>
          <p:cNvPr id="407" name="PlaceHolder 10"/>
          <p:cNvSpPr>
            <a:spLocks noGrp="1"/>
          </p:cNvSpPr>
          <p:nvPr>
            <p:ph type="body" idx="90" hasCustomPrompt="1"/>
          </p:nvPr>
        </p:nvSpPr>
        <p:spPr>
          <a:xfrm>
            <a:off x="1532880" y="5742000"/>
            <a:ext cx="3440520" cy="339120"/>
          </a:xfrm>
          <a:prstGeom prst="rect">
            <a:avLst/>
          </a:prstGeom>
          <a:noFill/>
          <a:ln w="0">
            <a:noFill/>
          </a:ln>
        </p:spPr>
        <p:txBody>
          <a:bodyPr lIns="119880" tIns="59760" rIns="119880" bIns="59760" anchor="t">
            <a:spAutoFit/>
          </a:bodyPr>
          <a:lstStyle>
            <a:lvl1pPr indent="0" algn="l" defTabSz="914400">
              <a:lnSpc>
                <a:spcPct val="120000"/>
              </a:lnSpc>
              <a:buNone/>
              <a:tabLst>
                <a:tab pos="0" algn="l"/>
              </a:tabLst>
              <a:defRPr sz="1200" b="0" u="none">
                <a:solidFill>
                  <a:srgbClr val="000000"/>
                </a:solidFill>
                <a:latin typeface="Arial" panose="020B0604020202090204"/>
                <a:ea typeface="Arial" panose="020B0604020202090204"/>
                <a:cs typeface="Arial" panose="020B0604020202090204"/>
              </a:defRPr>
            </a:lvl1pPr>
          </a:lstStyle>
          <a:p>
            <a:pPr indent="0" algn="l" defTabSz="914400">
              <a:lnSpc>
                <a:spcPct val="120000"/>
              </a:lnSpc>
              <a:buNone/>
              <a:tabLst>
                <a:tab pos="0" algn="l"/>
              </a:tabLst>
            </a:pPr>
            <a:r>
              <a:rPr sz="1200" b="0" u="none">
                <a:solidFill>
                  <a:srgbClr val="000000"/>
                </a:solidFill>
                <a:latin typeface="Arial" panose="020B0604020202090204"/>
                <a:ea typeface="Arial" panose="020B0604020202090204"/>
                <a:cs typeface="Arial" panose="020B0604020202090204"/>
              </a:rPr>
              <a:t>点击这里添加对小标题关键词的阐述，选中图片单击右键，更改图片即可轻松换图</a:t>
            </a:r>
            <a:endParaRPr sz="1200" b="0" u="none">
              <a:solidFill>
                <a:srgbClr val="000000"/>
              </a:solidFill>
              <a:latin typeface="Arial" panose="020B0604020202090204"/>
              <a:ea typeface="Arial" panose="020B0604020202090204"/>
              <a:cs typeface="Arial" panose="020B060402020209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内容页1">
    <p:bg>
      <p:bgPr>
        <a:solidFill>
          <a:srgbClr val="FFFFFF"/>
        </a:solidFill>
        <a:effectLst/>
      </p:bgPr>
    </p:bg>
    <p:spTree>
      <p:nvGrpSpPr>
        <p:cNvPr id="1" name=""/>
        <p:cNvGrpSpPr/>
        <p:nvPr/>
      </p:nvGrpSpPr>
      <p:grpSpPr/>
      <p:pic>
        <p:nvPicPr>
          <p:cNvPr id="1333"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292"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293"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94"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95"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96"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298"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99"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300"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301"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02"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03"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04" name="同侧圆角矩形 2"/>
          <p:cNvSpPr>
            <a:spLocks noGrp="1"/>
          </p:cNvSpPr>
          <p:nvPr/>
        </p:nvSpPr>
        <p:spPr>
          <a:xfrm rot="16200000">
            <a:off x="4772160" y="-2323440"/>
            <a:ext cx="2647440" cy="12191760"/>
          </a:xfrm>
          <a:prstGeom prst="round2SameRect">
            <a:avLst>
              <a:gd name="adj1" fmla="val 0"/>
              <a:gd name="adj2" fmla="val 0"/>
            </a:avLst>
          </a:prstGeom>
          <a:solidFill>
            <a:srgbClr val="ED6F00"/>
          </a:solidFill>
          <a:ln>
            <a:noFill/>
          </a:ln>
        </p:spPr>
        <p:style>
          <a:lnRef idx="2">
            <a:schemeClr val="accent1">
              <a:shade val="50000"/>
            </a:schemeClr>
          </a:lnRef>
          <a:fillRef idx="1">
            <a:schemeClr val="accent1"/>
          </a:fillRef>
          <a:effectRef idx="0">
            <a:schemeClr val="accent1"/>
          </a:effectRef>
          <a:fontRef idx="minor"/>
        </p:style>
        <p:txBody>
          <a:bodyPr anchor="ctr">
            <a:noAutofit/>
          </a:bodyPr>
          <a:lstStyle/>
          <a:p>
            <a:pPr>
              <a:buNone/>
            </a:pPr>
            <a:endParaRPr sz="1800" b="0" u="none">
              <a:solidFill>
                <a:schemeClr val="lt1"/>
              </a:solidFill>
              <a:latin typeface="微软雅黑"/>
              <a:ea typeface="微软雅黑"/>
              <a:cs typeface="微软雅黑"/>
            </a:endParaRPr>
          </a:p>
        </p:txBody>
      </p:sp>
      <p:pic>
        <p:nvPicPr>
          <p:cNvPr id="1346" name="图片 2"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307" name="Freeform 1031"/>
          <p:cNvSpPr>
            <a:spLocks noGrp="1"/>
          </p:cNvSpPr>
          <p:nvPr/>
        </p:nvSpPr>
        <p:spPr>
          <a:xfrm>
            <a:off x="511560" y="415080"/>
            <a:ext cx="295920" cy="387360"/>
          </a:xfrm>
          <a:custGeom>
            <a:avLst/>
            <a:gdLst>
              <a:gd name="textAreaLeft" fmla="*/ 0 w 295920"/>
              <a:gd name="textAreaRight" fmla="*/ 296280 w 295920"/>
              <a:gd name="textAreaTop" fmla="*/ 0 h 387360"/>
              <a:gd name="textAreaBottom" fmla="*/ 387720 h 387360"/>
              <a:gd name="GluePoint1X" fmla="*/ 162 w 539"/>
              <a:gd name="GluePoint1Y" fmla="*/ 705 h 705"/>
              <a:gd name="GluePoint2X" fmla="*/ 0 w 539"/>
              <a:gd name="GluePoint2Y" fmla="*/ 705 h 705"/>
              <a:gd name="GluePoint3X" fmla="*/ 375 w 539"/>
              <a:gd name="GluePoint3Y" fmla="*/ 0 h 705"/>
              <a:gd name="GluePoint4X" fmla="*/ 539 w 539"/>
              <a:gd name="GluePoint4Y" fmla="*/ 0 h 705"/>
              <a:gd name="GluePoint5X" fmla="*/ 162 w 539"/>
              <a:gd name="GluePoint5Y" fmla="*/ 705 h 705"/>
            </a:gdLst>
            <a:ahLst/>
            <a:cxnLst/>
            <a:rect l="textAreaLeft" t="textAreaTop" r="textAreaRight" b="textAreaBottom"/>
            <a:pathLst>
              <a:path w="539" h="705">
                <a:moveTo>
                  <a:pt x="162" y="705"/>
                </a:moveTo>
                <a:lnTo>
                  <a:pt x="0" y="705"/>
                </a:lnTo>
                <a:lnTo>
                  <a:pt x="375" y="0"/>
                </a:lnTo>
                <a:lnTo>
                  <a:pt x="539" y="0"/>
                </a:lnTo>
                <a:lnTo>
                  <a:pt x="162" y="705"/>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308" name="Freeform 1034"/>
          <p:cNvSpPr>
            <a:spLocks noGrp="1"/>
          </p:cNvSpPr>
          <p:nvPr/>
        </p:nvSpPr>
        <p:spPr>
          <a:xfrm>
            <a:off x="435600" y="456840"/>
            <a:ext cx="185400" cy="242640"/>
          </a:xfrm>
          <a:custGeom>
            <a:avLst/>
            <a:gdLst>
              <a:gd name="textAreaLeft" fmla="*/ 0 w 185400"/>
              <a:gd name="textAreaRight" fmla="*/ 185760 w 185400"/>
              <a:gd name="textAreaTop" fmla="*/ 0 h 242640"/>
              <a:gd name="textAreaBottom" fmla="*/ 243000 h 242640"/>
              <a:gd name="GluePoint1X" fmla="*/ 102 w 338"/>
              <a:gd name="GluePoint1Y" fmla="*/ 442 h 442"/>
              <a:gd name="GluePoint2X" fmla="*/ 0 w 338"/>
              <a:gd name="GluePoint2Y" fmla="*/ 442 h 442"/>
              <a:gd name="GluePoint3X" fmla="*/ 235 w 338"/>
              <a:gd name="GluePoint3Y" fmla="*/ 0 h 442"/>
              <a:gd name="GluePoint4X" fmla="*/ 338 w 338"/>
              <a:gd name="GluePoint4Y" fmla="*/ 0 h 442"/>
              <a:gd name="GluePoint5X" fmla="*/ 102 w 338"/>
              <a:gd name="GluePoint5Y" fmla="*/ 442 h 442"/>
            </a:gdLst>
            <a:ahLst/>
            <a:cxnLst/>
            <a:rect l="textAreaLeft" t="textAreaTop" r="textAreaRight" b="textAreaBottom"/>
            <a:pathLst>
              <a:path w="338" h="442">
                <a:moveTo>
                  <a:pt x="102" y="442"/>
                </a:moveTo>
                <a:lnTo>
                  <a:pt x="0" y="442"/>
                </a:lnTo>
                <a:lnTo>
                  <a:pt x="235" y="0"/>
                </a:lnTo>
                <a:lnTo>
                  <a:pt x="338" y="0"/>
                </a:lnTo>
                <a:lnTo>
                  <a:pt x="102" y="442"/>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309" name="Freeform 1032"/>
          <p:cNvSpPr>
            <a:spLocks noGrp="1"/>
          </p:cNvSpPr>
          <p:nvPr/>
        </p:nvSpPr>
        <p:spPr>
          <a:xfrm>
            <a:off x="696240" y="572400"/>
            <a:ext cx="185400" cy="243360"/>
          </a:xfrm>
          <a:custGeom>
            <a:avLst/>
            <a:gdLst>
              <a:gd name="textAreaLeft" fmla="*/ 0 w 185400"/>
              <a:gd name="textAreaRight" fmla="*/ 185760 w 185400"/>
              <a:gd name="textAreaTop" fmla="*/ 0 h 243360"/>
              <a:gd name="textAreaBottom" fmla="*/ 243720 h 243360"/>
              <a:gd name="GluePoint1X" fmla="*/ 102 w 338"/>
              <a:gd name="GluePoint1Y" fmla="*/ 443 h 443"/>
              <a:gd name="GluePoint2X" fmla="*/ 0 w 338"/>
              <a:gd name="GluePoint2Y" fmla="*/ 443 h 443"/>
              <a:gd name="GluePoint3X" fmla="*/ 235 w 338"/>
              <a:gd name="GluePoint3Y" fmla="*/ 0 h 443"/>
              <a:gd name="GluePoint4X" fmla="*/ 338 w 338"/>
              <a:gd name="GluePoint4Y" fmla="*/ 0 h 443"/>
              <a:gd name="GluePoint5X" fmla="*/ 102 w 338"/>
              <a:gd name="GluePoint5Y" fmla="*/ 443 h 443"/>
            </a:gdLst>
            <a:ahLst/>
            <a:cxnLst/>
            <a:rect l="textAreaLeft" t="textAreaTop" r="textAreaRight" b="textAreaBottom"/>
            <a:pathLst>
              <a:path w="338" h="443">
                <a:moveTo>
                  <a:pt x="102" y="443"/>
                </a:moveTo>
                <a:lnTo>
                  <a:pt x="0" y="443"/>
                </a:lnTo>
                <a:lnTo>
                  <a:pt x="235" y="0"/>
                </a:lnTo>
                <a:lnTo>
                  <a:pt x="338" y="0"/>
                </a:lnTo>
                <a:lnTo>
                  <a:pt x="102" y="443"/>
                </a:lnTo>
                <a:close/>
              </a:path>
            </a:pathLst>
          </a:custGeom>
          <a:gradFill rotWithShape="0">
            <a:gsLst>
              <a:gs pos="0">
                <a:srgbClr val="ED6F00">
                  <a:alpha val="0"/>
                </a:srgbClr>
              </a:gs>
              <a:gs pos="100000">
                <a:srgbClr val="ED6F00">
                  <a:alpha val="26000"/>
                </a:srgbClr>
              </a:gs>
            </a:gsLst>
            <a:lin ang="5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310" name="Freeform 1033"/>
          <p:cNvSpPr>
            <a:spLocks noGrp="1"/>
          </p:cNvSpPr>
          <p:nvPr/>
        </p:nvSpPr>
        <p:spPr>
          <a:xfrm>
            <a:off x="543960" y="318960"/>
            <a:ext cx="185400" cy="242640"/>
          </a:xfrm>
          <a:custGeom>
            <a:avLst/>
            <a:gdLst>
              <a:gd name="textAreaLeft" fmla="*/ 0 w 185400"/>
              <a:gd name="textAreaRight" fmla="*/ 185760 w 185400"/>
              <a:gd name="textAreaTop" fmla="*/ 0 h 242640"/>
              <a:gd name="textAreaBottom" fmla="*/ 243000 h 242640"/>
              <a:gd name="GluePoint1X" fmla="*/ 103 w 338"/>
              <a:gd name="GluePoint1Y" fmla="*/ 442 h 442"/>
              <a:gd name="GluePoint2X" fmla="*/ 0 w 338"/>
              <a:gd name="GluePoint2Y" fmla="*/ 442 h 442"/>
              <a:gd name="GluePoint3X" fmla="*/ 236 w 338"/>
              <a:gd name="GluePoint3Y" fmla="*/ 0 h 442"/>
              <a:gd name="GluePoint4X" fmla="*/ 338 w 338"/>
              <a:gd name="GluePoint4Y" fmla="*/ 0 h 442"/>
              <a:gd name="GluePoint5X" fmla="*/ 103 w 338"/>
              <a:gd name="GluePoint5Y" fmla="*/ 442 h 442"/>
            </a:gdLst>
            <a:ahLst/>
            <a:cxnLst/>
            <a:rect l="textAreaLeft" t="textAreaTop" r="textAreaRight" b="textAreaBottom"/>
            <a:pathLst>
              <a:path w="338" h="442">
                <a:moveTo>
                  <a:pt x="103" y="442"/>
                </a:moveTo>
                <a:lnTo>
                  <a:pt x="0" y="442"/>
                </a:lnTo>
                <a:lnTo>
                  <a:pt x="236" y="0"/>
                </a:lnTo>
                <a:lnTo>
                  <a:pt x="338" y="0"/>
                </a:lnTo>
                <a:lnTo>
                  <a:pt x="103" y="442"/>
                </a:lnTo>
                <a:close/>
              </a:path>
            </a:pathLst>
          </a:custGeom>
          <a:solidFill>
            <a:schemeClr val="accent1">
              <a:alpha val="73000"/>
            </a:schemeClr>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311" name="Freeform 1029"/>
          <p:cNvSpPr>
            <a:spLocks noGrp="1"/>
          </p:cNvSpPr>
          <p:nvPr/>
        </p:nvSpPr>
        <p:spPr>
          <a:xfrm>
            <a:off x="595440" y="327240"/>
            <a:ext cx="5800320" cy="440280"/>
          </a:xfrm>
          <a:prstGeom prst="parallelogram">
            <a:avLst>
              <a:gd name="adj" fmla="val 53329"/>
            </a:avLst>
          </a:prstGeom>
          <a:gradFill rotWithShape="0">
            <a:gsLst>
              <a:gs pos="0">
                <a:srgbClr val="ED6F00">
                  <a:alpha val="9000"/>
                </a:srgbClr>
              </a:gs>
              <a:gs pos="100000">
                <a:srgbClr val="ED6F00">
                  <a:alpha val="0"/>
                </a:srgbClr>
              </a:gs>
            </a:gsLst>
            <a:lin ang="24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312" name="Freeform 1030"/>
          <p:cNvSpPr>
            <a:spLocks noGrp="1"/>
          </p:cNvSpPr>
          <p:nvPr/>
        </p:nvSpPr>
        <p:spPr>
          <a:xfrm>
            <a:off x="585360" y="327240"/>
            <a:ext cx="336600" cy="440280"/>
          </a:xfrm>
          <a:custGeom>
            <a:avLst/>
            <a:gdLst>
              <a:gd name="textAreaLeft" fmla="*/ 0 w 336600"/>
              <a:gd name="textAreaRight" fmla="*/ 336960 w 336600"/>
              <a:gd name="textAreaTop" fmla="*/ 0 h 440280"/>
              <a:gd name="textAreaBottom" fmla="*/ 440640 h 440280"/>
              <a:gd name="GluePoint1X" fmla="*/ 161 w 539"/>
              <a:gd name="GluePoint1Y" fmla="*/ 705 h 705"/>
              <a:gd name="GluePoint2X" fmla="*/ 0 w 539"/>
              <a:gd name="GluePoint2Y" fmla="*/ 705 h 705"/>
              <a:gd name="GluePoint3X" fmla="*/ 377 w 539"/>
              <a:gd name="GluePoint3Y" fmla="*/ 0 h 705"/>
              <a:gd name="GluePoint4X" fmla="*/ 539 w 539"/>
              <a:gd name="GluePoint4Y" fmla="*/ 0 h 705"/>
              <a:gd name="GluePoint5X" fmla="*/ 161 w 539"/>
              <a:gd name="GluePoint5Y" fmla="*/ 705 h 705"/>
            </a:gdLst>
            <a:ahLst/>
            <a:cxnLst/>
            <a:rect l="textAreaLeft" t="textAreaTop" r="textAreaRight" b="textAreaBottom"/>
            <a:pathLst>
              <a:path w="539" h="705">
                <a:moveTo>
                  <a:pt x="161" y="705"/>
                </a:moveTo>
                <a:lnTo>
                  <a:pt x="0" y="705"/>
                </a:lnTo>
                <a:lnTo>
                  <a:pt x="377" y="0"/>
                </a:lnTo>
                <a:lnTo>
                  <a:pt x="539" y="0"/>
                </a:lnTo>
                <a:lnTo>
                  <a:pt x="161" y="705"/>
                </a:lnTo>
                <a:close/>
              </a:path>
            </a:pathLst>
          </a:custGeom>
          <a:gradFill rotWithShape="0">
            <a:gsLst>
              <a:gs pos="26000">
                <a:srgbClr val="ED6F00"/>
              </a:gs>
              <a:gs pos="100000">
                <a:srgbClr val="FFA85B"/>
              </a:gs>
            </a:gsLst>
            <a:lin ang="16200000"/>
          </a:gra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solidFill>
              <a:latin typeface="微软雅黑"/>
              <a:ea typeface="微软雅黑"/>
              <a:cs typeface="微软雅黑"/>
            </a:endParaRPr>
          </a:p>
        </p:txBody>
      </p:sp>
      <p:sp>
        <p:nvSpPr>
          <p:cNvPr id="1313" name="PlaceHolder 1"/>
          <p:cNvSpPr>
            <a:spLocks noGrp="1"/>
          </p:cNvSpPr>
          <p:nvPr>
            <p:ph type="title"/>
          </p:nvPr>
        </p:nvSpPr>
        <p:spPr>
          <a:xfrm>
            <a:off x="1003680" y="364320"/>
            <a:ext cx="6845040" cy="3690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sz="2400" b="1" u="none" spc="99">
                <a:solidFill>
                  <a:schemeClr val="accent1"/>
                </a:solidFill>
                <a:latin typeface="思源黑体 CN Bold"/>
                <a:ea typeface="思源黑体 CN Bold"/>
                <a:cs typeface="思源黑体 CN Bold"/>
              </a:defRPr>
            </a:lvl1pPr>
          </a:lstStyle>
          <a:p>
            <a:pPr indent="0" algn="l" defTabSz="914400">
              <a:lnSpc>
                <a:spcPct val="100000"/>
              </a:lnSpc>
              <a:buNone/>
              <a:tabLst>
                <a:tab pos="0" algn="l"/>
              </a:tabLst>
            </a:pPr>
            <a:r>
              <a:rPr sz="2400" b="1" u="none" spc="99">
                <a:solidFill>
                  <a:schemeClr val="accent1"/>
                </a:solidFill>
                <a:latin typeface="思源黑体 CN Bold"/>
                <a:ea typeface="思源黑体 CN Bold"/>
                <a:cs typeface="思源黑体 CN Bold"/>
              </a:rPr>
              <a:t>单击此处编辑母版标题样式</a:t>
            </a:r>
            <a:endParaRPr sz="2400" b="1" u="none" spc="99">
              <a:solidFill>
                <a:schemeClr val="accent1"/>
              </a:solidFill>
              <a:latin typeface="思源黑体 CN Bold"/>
              <a:ea typeface="思源黑体 CN Bold"/>
              <a:cs typeface="思源黑体 CN Bold"/>
            </a:endParaRPr>
          </a:p>
        </p:txBody>
      </p:sp>
      <p:sp>
        <p:nvSpPr>
          <p:cNvPr id="1315" name="任意多边形: 形状 13"/>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316" name="任意多边形: 形状 94"/>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17" name="任意多边形: 形状 122"/>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18" name="任意多边形: 形状 123"/>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19" name="任意多边形: 形状 124"/>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321" name="任意多边形: 形状 126"/>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22" name="任意多边形: 形状 127"/>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323" name="任意多边形: 形状 128"/>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324" name="任意多边形: 形状 129"/>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25" name="任意多边形: 形状 130"/>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26" name="任意多边形: 形状 132"/>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327" name="PlaceHolder 2"/>
          <p:cNvSpPr>
            <a:spLocks noGrp="1"/>
          </p:cNvSpPr>
          <p:nvPr>
            <p:ph type="body" idx="10" hasCustomPrompt="1"/>
          </p:nvPr>
        </p:nvSpPr>
        <p:spPr>
          <a:xfrm>
            <a:off x="6170760" y="3222000"/>
            <a:ext cx="5468400" cy="859680"/>
          </a:xfrm>
          <a:prstGeom prst="rect">
            <a:avLst/>
          </a:prstGeom>
          <a:noFill/>
          <a:ln w="0">
            <a:noFill/>
          </a:ln>
        </p:spPr>
        <p:txBody>
          <a:bodyPr lIns="91440" tIns="45720" rIns="91440" bIns="45720" anchor="t">
            <a:spAutoFit/>
          </a:bodyPr>
          <a:lstStyle>
            <a:lvl1pPr indent="-228600" algn="just" defTabSz="914400">
              <a:lnSpc>
                <a:spcPct val="120000"/>
              </a:lnSpc>
              <a:spcBef>
                <a:spcPts val="1200"/>
              </a:spcBef>
              <a:buNone/>
              <a:tabLst>
                <a:tab pos="0" algn="l"/>
              </a:tabLst>
              <a:defRPr sz="1400" b="0" u="none" spc="119">
                <a:solidFill>
                  <a:schemeClr val="lt1"/>
                </a:solidFill>
                <a:latin typeface="微软雅黑"/>
                <a:ea typeface="微软雅黑"/>
                <a:cs typeface="微软雅黑"/>
              </a:defRPr>
            </a:lvl1pPr>
          </a:lstStyle>
          <a:p>
            <a:pPr indent="0" algn="just" defTabSz="914400">
              <a:lnSpc>
                <a:spcPct val="120000"/>
              </a:lnSpc>
              <a:spcBef>
                <a:spcPts val="1200"/>
              </a:spcBef>
              <a:buNone/>
              <a:tabLst>
                <a:tab pos="0" algn="l"/>
              </a:tabLst>
            </a:pPr>
            <a:r>
              <a:rPr sz="1400" b="0" u="none" spc="119">
                <a:solidFill>
                  <a:schemeClr val="lt1"/>
                </a:solidFill>
                <a:latin typeface="微软雅黑"/>
                <a:ea typeface="微软雅黑"/>
                <a:cs typeface="微软雅黑"/>
              </a:rPr>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sz="1400" b="1" u="none">
              <a:solidFill>
                <a:schemeClr val="accent1"/>
              </a:solidFill>
              <a:latin typeface="微软雅黑"/>
              <a:ea typeface="微软雅黑"/>
              <a:cs typeface="微软雅黑"/>
            </a:endParaRPr>
          </a:p>
        </p:txBody>
      </p:sp>
      <p:sp>
        <p:nvSpPr>
          <p:cNvPr id="1328" name="PlaceHolder 3"/>
          <p:cNvSpPr>
            <a:spLocks noGrp="1"/>
          </p:cNvSpPr>
          <p:nvPr>
            <p:ph type="body" idx="20" hasCustomPrompt="1"/>
          </p:nvPr>
        </p:nvSpPr>
        <p:spPr>
          <a:xfrm>
            <a:off x="6104160" y="1440720"/>
            <a:ext cx="5468400" cy="677160"/>
          </a:xfrm>
          <a:prstGeom prst="rect">
            <a:avLst/>
          </a:prstGeom>
          <a:noFill/>
          <a:ln w="0">
            <a:noFill/>
          </a:ln>
        </p:spPr>
        <p:txBody>
          <a:bodyPr lIns="91440" tIns="45720" rIns="91440" bIns="45720" anchor="t">
            <a:spAutoFit/>
          </a:bodyPr>
          <a:lstStyle>
            <a:lvl1pPr indent="-228600" algn="l" defTabSz="914400">
              <a:lnSpc>
                <a:spcPct val="120000"/>
              </a:lnSpc>
              <a:spcBef>
                <a:spcPts val="1200"/>
              </a:spcBef>
              <a:buNone/>
              <a:tabLst>
                <a:tab pos="0" algn="l"/>
              </a:tabLst>
              <a:defRPr sz="3200" b="1" u="none">
                <a:solidFill>
                  <a:schemeClr val="accent1"/>
                </a:solidFill>
                <a:latin typeface="微软雅黑"/>
                <a:ea typeface="微软雅黑"/>
                <a:cs typeface="微软雅黑"/>
              </a:defRPr>
            </a:lvl1pPr>
          </a:lstStyle>
          <a:p>
            <a:pPr indent="0" algn="l" defTabSz="914400">
              <a:lnSpc>
                <a:spcPct val="120000"/>
              </a:lnSpc>
              <a:spcBef>
                <a:spcPts val="1200"/>
              </a:spcBef>
              <a:buNone/>
              <a:tabLst>
                <a:tab pos="0" algn="l"/>
              </a:tabLst>
            </a:pPr>
            <a:r>
              <a:rPr sz="3200" b="1" u="none">
                <a:solidFill>
                  <a:schemeClr val="accent1"/>
                </a:solidFill>
                <a:latin typeface="微软雅黑"/>
                <a:ea typeface="微软雅黑"/>
                <a:cs typeface="微软雅黑"/>
              </a:rPr>
              <a:t>单击此处添加标题</a:t>
            </a:r>
            <a:endParaRPr sz="3200" b="1" u="none">
              <a:solidFill>
                <a:schemeClr val="accent1"/>
              </a:solidFill>
              <a:latin typeface="微软雅黑"/>
              <a:ea typeface="微软雅黑"/>
              <a:cs typeface="微软雅黑"/>
            </a:endParaRPr>
          </a:p>
        </p:txBody>
      </p:sp>
      <p:sp>
        <p:nvSpPr>
          <p:cNvPr id="1329" name="图片 27"/>
          <p:cNvSpPr>
            <a:spLocks noGrp="1"/>
          </p:cNvSpPr>
          <p:nvPr/>
        </p:nvSpPr>
        <p:spPr>
          <a:xfrm>
            <a:off x="0" y="1970640"/>
            <a:ext cx="5341320" cy="3124800"/>
          </a:xfrm>
          <a:custGeom>
            <a:avLst/>
            <a:gdLst>
              <a:gd name="textAreaLeft" fmla="*/ 0 w 5341320"/>
              <a:gd name="textAreaRight" fmla="*/ 5341680 w 5341320"/>
              <a:gd name="textAreaTop" fmla="*/ 0 h 3124800"/>
              <a:gd name="textAreaBottom" fmla="*/ 3125160 h 3124800"/>
              <a:gd name="GluePoint1X" fmla="*/ 0 w 8531159"/>
              <a:gd name="GluePoint1Y" fmla="*/ 0 h 4991100"/>
              <a:gd name="GluePoint2X" fmla="*/ 7873400 w 8531159"/>
              <a:gd name="GluePoint2Y" fmla="*/ 0 h 4991100"/>
              <a:gd name="GluePoint3X" fmla="*/ 7873400 w 8531159"/>
              <a:gd name="GluePoint3Y" fmla="*/ 1027576 h 4991100"/>
              <a:gd name="GluePoint4X" fmla="*/ 8099344 w 8531159"/>
              <a:gd name="GluePoint4Y" fmla="*/ 1253519 h 4991100"/>
              <a:gd name="GluePoint5X" fmla="*/ 8531159 w 8531159"/>
              <a:gd name="GluePoint5Y" fmla="*/ 1253519 h 4991100"/>
              <a:gd name="GluePoint6X" fmla="*/ 8531159 w 8531159"/>
              <a:gd name="GluePoint6Y" fmla="*/ 4991100 h 4991100"/>
              <a:gd name="GluePoint7X" fmla="*/ 0 w 8531159"/>
              <a:gd name="GluePoint7Y" fmla="*/ 4991100 h 4991100"/>
            </a:gdLst>
            <a:ahLst/>
            <a:cxnLst/>
            <a:rect l="textAreaLeft" t="textAreaTop" r="textAreaRight" b="textAreaBottom"/>
            <a:pathLst>
              <a:path w="8531159" h="4991100">
                <a:moveTo>
                  <a:pt x="0" y="0"/>
                </a:moveTo>
                <a:lnTo>
                  <a:pt x="7873400" y="0"/>
                </a:lnTo>
                <a:lnTo>
                  <a:pt x="7873400" y="1027576"/>
                </a:lnTo>
                <a:cubicBezTo>
                  <a:pt x="7873400" y="1152361"/>
                  <a:pt x="7974559" y="1253519"/>
                  <a:pt x="8099344" y="1253519"/>
                </a:cubicBezTo>
                <a:lnTo>
                  <a:pt x="8531159" y="1253519"/>
                </a:lnTo>
                <a:lnTo>
                  <a:pt x="8531159" y="4991100"/>
                </a:lnTo>
                <a:lnTo>
                  <a:pt x="0" y="4991100"/>
                </a:lnTo>
                <a:close/>
              </a:path>
            </a:pathLst>
          </a:custGeom>
          <a:blipFill rotWithShape="0">
            <a:blip r:embed="rId3"/>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lstStyle/>
          <a:p>
            <a:pPr>
              <a:buNone/>
            </a:pPr>
            <a:endParaRPr sz="1800" b="0" u="none">
              <a:solidFill>
                <a:srgbClr val="FFFFFF"/>
              </a:solidFill>
              <a:latin typeface="Arial" panose="020B0604020202090204"/>
              <a:ea typeface="Arial" panose="020B0604020202090204"/>
              <a:cs typeface="Arial" panose="020B0604020202090204"/>
            </a:endParaRPr>
          </a:p>
        </p:txBody>
      </p:sp>
      <p:sp>
        <p:nvSpPr>
          <p:cNvPr id="1330" name="文本占位符 18"/>
          <p:cNvSpPr>
            <a:spLocks noGrp="1"/>
          </p:cNvSpPr>
          <p:nvPr/>
        </p:nvSpPr>
        <p:spPr>
          <a:xfrm>
            <a:off x="6170760" y="2779920"/>
            <a:ext cx="1482480" cy="285840"/>
          </a:xfrm>
          <a:prstGeom prst="roundRect">
            <a:avLst>
              <a:gd name="adj" fmla="val 50000"/>
            </a:avLst>
          </a:prstGeom>
          <a:solidFill>
            <a:schemeClr val="bg1"/>
          </a:solidFill>
          <a:ln>
            <a:noFill/>
          </a:ln>
          <a:effectLst>
            <a:outerShdw blurRad="330120" dist="7632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90000"/>
              </a:lnSpc>
              <a:spcBef>
                <a:spcPts val="1000"/>
              </a:spcBef>
              <a:buNone/>
              <a:tabLst>
                <a:tab pos="0" algn="l"/>
              </a:tabLst>
            </a:pPr>
            <a:r>
              <a:rPr sz="1400" b="1" u="none">
                <a:solidFill>
                  <a:schemeClr val="accent1"/>
                </a:solidFill>
                <a:latin typeface="Arial" panose="020B0604020202090204"/>
                <a:ea typeface="Arial" panose="020B0604020202090204"/>
                <a:cs typeface="Arial" panose="020B0604020202090204"/>
              </a:rPr>
              <a:t>输入标题</a:t>
            </a:r>
            <a:endParaRPr sz="1400" b="0" u="none">
              <a:solidFill>
                <a:srgbClr val="000000"/>
              </a:solidFill>
              <a:latin typeface="Arial" panose="020B0604020202090204"/>
              <a:ea typeface="Arial" panose="020B0604020202090204"/>
              <a:cs typeface="Arial" panose="020B060402020209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目录页1">
    <p:bg>
      <p:bgPr>
        <a:solidFill>
          <a:srgbClr val="FFFFFF"/>
        </a:solidFill>
        <a:effectLst/>
      </p:bgPr>
    </p:bg>
    <p:spTree>
      <p:nvGrpSpPr>
        <p:cNvPr id="1" name=""/>
        <p:cNvGrpSpPr/>
        <p:nvPr/>
      </p:nvGrpSpPr>
      <p:grpSpPr/>
      <p:pic>
        <p:nvPicPr>
          <p:cNvPr id="1063"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031"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032"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33"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34"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35"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037"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38"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039"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040"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41"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42"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1075" name="图片 2"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045" name="任意多边形: 形状 3"/>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046" name="任意多边形: 形状 4"/>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47" name="任意多边形: 形状 5"/>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48" name="任意多边形: 形状 6"/>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49"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051"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52" name="任意多边形: 形状 12"/>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053" name="任意多边形: 形状 13"/>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054" name="任意多边形: 形状 14"/>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55" name="任意多边形: 形状 15"/>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56"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57" name="PlaceHolder 1"/>
          <p:cNvSpPr>
            <a:spLocks noGrp="1"/>
          </p:cNvSpPr>
          <p:nvPr>
            <p:ph type="body" hasCustomPrompt="1"/>
          </p:nvPr>
        </p:nvSpPr>
        <p:spPr>
          <a:xfrm>
            <a:off x="0" y="0"/>
            <a:ext cx="5330160" cy="6857640"/>
          </a:xfrm>
          <a:prstGeom prst="rect">
            <a:avLst/>
          </a:prstGeom>
          <a:solidFill>
            <a:schemeClr val="accent1">
              <a:lumMod val="20000"/>
              <a:lumOff val="80000"/>
            </a:schemeClr>
          </a:solidFill>
          <a:ln w="0">
            <a:noFill/>
          </a:ln>
        </p:spPr>
        <p:txBody>
          <a:bodyPr lIns="90000" tIns="45000" rIns="90000" bIns="45000" anchor="ctr">
            <a:noAutofit/>
          </a:bodyPr>
          <a:lstStyle>
            <a:lvl1pPr indent="0" algn="ctr" defTabSz="914400">
              <a:lnSpc>
                <a:spcPct val="100000"/>
              </a:lnSpc>
              <a:buNone/>
              <a:tabLst>
                <a:tab pos="0" algn="l"/>
              </a:tabLst>
              <a:defRPr sz="1800" b="0" u="none">
                <a:solidFill>
                  <a:schemeClr val="dk1"/>
                </a:solidFill>
                <a:latin typeface="微软雅黑"/>
                <a:ea typeface="微软雅黑"/>
                <a:cs typeface="微软雅黑"/>
              </a:defRPr>
            </a:lvl1pPr>
          </a:lstStyle>
          <a:p>
            <a:pPr indent="0" algn="ctr" defTabSz="914400">
              <a:lnSpc>
                <a:spcPct val="100000"/>
              </a:lnSpc>
              <a:buNone/>
              <a:tabLst>
                <a:tab pos="0" algn="l"/>
              </a:tabLst>
            </a:pPr>
            <a:r>
              <a:rPr sz="1800" b="0" u="none">
                <a:solidFill>
                  <a:schemeClr val="dk1"/>
                </a:solidFill>
                <a:latin typeface="微软雅黑"/>
                <a:ea typeface="微软雅黑"/>
                <a:cs typeface="微软雅黑"/>
              </a:rPr>
              <a:t>点此更换图片</a:t>
            </a:r>
            <a:endParaRPr sz="1800" b="1" u="none">
              <a:solidFill>
                <a:schemeClr val="dk1">
                  <a:lumMod val="85000"/>
                  <a:lumOff val="15000"/>
                </a:schemeClr>
              </a:solidFill>
              <a:latin typeface="Arial" panose="020B0604020202090204"/>
              <a:ea typeface="Arial" panose="020B0604020202090204"/>
              <a:cs typeface="Arial" panose="020B0604020202090204"/>
            </a:endParaRPr>
          </a:p>
        </p:txBody>
      </p:sp>
      <p:sp>
        <p:nvSpPr>
          <p:cNvPr id="1058" name="任意多边形: 形状 17"/>
          <p:cNvSpPr>
            <a:spLocks noGrp="1"/>
          </p:cNvSpPr>
          <p:nvPr/>
        </p:nvSpPr>
        <p:spPr>
          <a:xfrm rot="5086200">
            <a:off x="1281240" y="2945880"/>
            <a:ext cx="6961680" cy="938520"/>
          </a:xfrm>
          <a:custGeom>
            <a:avLst/>
            <a:gdLst>
              <a:gd name="textAreaLeft" fmla="*/ 0 w 6961680"/>
              <a:gd name="textAreaRight" fmla="*/ 6962040 w 6961680"/>
              <a:gd name="textAreaTop" fmla="*/ 0 h 938520"/>
              <a:gd name="textAreaBottom" fmla="*/ 938880 h 938520"/>
              <a:gd name="GluePoint1X" fmla="*/ 10906441 w 12367989"/>
              <a:gd name="GluePoint1Y" fmla="*/ 147641 h 1692365"/>
              <a:gd name="GluePoint2X" fmla="*/ 11698387 w 12367989"/>
              <a:gd name="GluePoint2Y" fmla="*/ 235194 h 1692365"/>
              <a:gd name="GluePoint3X" fmla="*/ 12367989 w 12367989"/>
              <a:gd name="GluePoint3Y" fmla="*/ 328533 h 1692365"/>
              <a:gd name="GluePoint4X" fmla="*/ 12354817 w 12367989"/>
              <a:gd name="GluePoint4Y" fmla="*/ 472318 h 1692365"/>
              <a:gd name="GluePoint5X" fmla="*/ 11982534 w 12367989"/>
              <a:gd name="GluePoint5Y" fmla="*/ 430875 h 1692365"/>
              <a:gd name="GluePoint6X" fmla="*/ 7476511 w 12367989"/>
              <a:gd name="GluePoint6Y" fmla="*/ 325512 h 1692365"/>
              <a:gd name="GluePoint7X" fmla="*/ 218261 w 12367989"/>
              <a:gd name="GluePoint7Y" fmla="*/ 1610070 h 1692365"/>
              <a:gd name="GluePoint8X" fmla="*/ 0 w 12367989"/>
              <a:gd name="GluePoint8Y" fmla="*/ 1692365 h 1692365"/>
              <a:gd name="GluePoint9X" fmla="*/ 59861 w 12367989"/>
              <a:gd name="GluePoint9Y" fmla="*/ 1038915 h 1692365"/>
              <a:gd name="GluePoint10X" fmla="*/ 296179 w 12367989"/>
              <a:gd name="GluePoint10Y" fmla="*/ 961855 h 1692365"/>
              <a:gd name="GluePoint11X" fmla="*/ 7765335 w 12367989"/>
              <a:gd name="GluePoint11Y" fmla="*/ 0 h 1692365"/>
              <a:gd name="GluePoint12X" fmla="*/ 10906441 w 12367989"/>
              <a:gd name="GluePoint12Y" fmla="*/ 147641 h 1692365"/>
            </a:gdLst>
            <a:ahLst/>
            <a:cxnLst/>
            <a:rect l="textAreaLeft" t="textAreaTop" r="textAreaRight" b="textAreaBottom"/>
            <a:pathLst>
              <a:path w="12367989" h="1692365">
                <a:moveTo>
                  <a:pt x="10906441" y="147641"/>
                </a:moveTo>
                <a:cubicBezTo>
                  <a:pt x="11175182" y="173628"/>
                  <a:pt x="11439322" y="202862"/>
                  <a:pt x="11698387" y="235194"/>
                </a:cubicBezTo>
                <a:lnTo>
                  <a:pt x="12367989" y="328533"/>
                </a:lnTo>
                <a:lnTo>
                  <a:pt x="12354817" y="472318"/>
                </a:lnTo>
                <a:lnTo>
                  <a:pt x="11982534" y="430875"/>
                </a:lnTo>
                <a:cubicBezTo>
                  <a:pt x="10614291" y="291326"/>
                  <a:pt x="9085533" y="249242"/>
                  <a:pt x="7476511" y="325512"/>
                </a:cubicBezTo>
                <a:cubicBezTo>
                  <a:pt x="4627199" y="460574"/>
                  <a:pt x="2063567" y="941301"/>
                  <a:pt x="218261" y="1610070"/>
                </a:cubicBezTo>
                <a:lnTo>
                  <a:pt x="0" y="1692365"/>
                </a:lnTo>
                <a:lnTo>
                  <a:pt x="59861" y="1038915"/>
                </a:lnTo>
                <a:lnTo>
                  <a:pt x="296179" y="961855"/>
                </a:lnTo>
                <a:cubicBezTo>
                  <a:pt x="2207702" y="367572"/>
                  <a:pt x="4848447" y="0"/>
                  <a:pt x="7765335" y="0"/>
                </a:cubicBezTo>
                <a:cubicBezTo>
                  <a:pt x="8859166" y="0"/>
                  <a:pt x="9914165" y="51690"/>
                  <a:pt x="10906441" y="14764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1059" name="PlaceHolder 2"/>
          <p:cNvSpPr>
            <a:spLocks noGrp="1"/>
          </p:cNvSpPr>
          <p:nvPr>
            <p:ph type="title" idx="10" hasCustomPrompt="1"/>
          </p:nvPr>
        </p:nvSpPr>
        <p:spPr>
          <a:xfrm>
            <a:off x="5972040" y="1136520"/>
            <a:ext cx="4161960" cy="748800"/>
          </a:xfrm>
          <a:prstGeom prst="rect">
            <a:avLst/>
          </a:prstGeom>
          <a:noFill/>
          <a:ln w="0">
            <a:noFill/>
          </a:ln>
        </p:spPr>
        <p:txBody>
          <a:bodyPr lIns="90000" tIns="45000" rIns="90000" bIns="45000" anchor="t">
            <a:spAutoFit/>
          </a:bodyPr>
          <a:lstStyle>
            <a:lvl1pPr indent="0" algn="l" defTabSz="914400">
              <a:lnSpc>
                <a:spcPct val="90000"/>
              </a:lnSpc>
              <a:buNone/>
              <a:defRPr sz="4800" b="1" u="none">
                <a:solidFill>
                  <a:schemeClr val="accent1"/>
                </a:solidFill>
                <a:latin typeface="微软雅黑"/>
                <a:ea typeface="微软雅黑"/>
                <a:cs typeface="微软雅黑"/>
              </a:defRPr>
            </a:lvl1pPr>
          </a:lstStyle>
          <a:p>
            <a:pPr indent="0" algn="l" defTabSz="914400">
              <a:lnSpc>
                <a:spcPct val="90000"/>
              </a:lnSpc>
              <a:buNone/>
            </a:pPr>
            <a:r>
              <a:rPr sz="4800" b="1" u="none">
                <a:solidFill>
                  <a:schemeClr val="accent1"/>
                </a:solidFill>
                <a:latin typeface="微软雅黑"/>
                <a:ea typeface="微软雅黑"/>
                <a:cs typeface="微软雅黑"/>
              </a:rPr>
              <a:t>目录</a:t>
            </a:r>
            <a:endParaRPr sz="4800" b="1" u="none">
              <a:solidFill>
                <a:schemeClr val="accent1"/>
              </a:solidFill>
              <a:latin typeface="微软雅黑"/>
              <a:ea typeface="微软雅黑"/>
              <a:cs typeface="微软雅黑"/>
            </a:endParaRPr>
          </a:p>
        </p:txBody>
      </p:sp>
      <p:sp>
        <p:nvSpPr>
          <p:cNvPr id="1060" name="PlaceHolder 3"/>
          <p:cNvSpPr>
            <a:spLocks noGrp="1"/>
          </p:cNvSpPr>
          <p:nvPr>
            <p:ph type="body" idx="20" hasCustomPrompt="1"/>
          </p:nvPr>
        </p:nvSpPr>
        <p:spPr>
          <a:xfrm>
            <a:off x="6992640" y="2038320"/>
            <a:ext cx="5667120" cy="3952440"/>
          </a:xfrm>
          <a:prstGeom prst="rect">
            <a:avLst/>
          </a:prstGeom>
          <a:noFill/>
          <a:ln w="0">
            <a:noFill/>
          </a:ln>
        </p:spPr>
        <p:txBody>
          <a:bodyPr lIns="90000" tIns="45000" rIns="90000" bIns="45000" anchor="t">
            <a:noAutofit/>
          </a:bodyPr>
          <a:lstStyle>
            <a:lvl1pPr algn="l" defTabSz="914400">
              <a:lnSpc>
                <a:spcPct val="250000"/>
              </a:lnSpc>
              <a:buClr>
                <a:srgbClr val="262626"/>
              </a:buClr>
              <a:buFont typeface="微软雅黑"/>
              <a:buAutoNum type="arabicPeriod"/>
              <a:tabLst>
                <a:tab pos="0" algn="l"/>
              </a:tabLst>
              <a:defRPr sz="2000" b="1" u="none">
                <a:solidFill>
                  <a:schemeClr val="dk1">
                    <a:lumMod val="85000"/>
                    <a:lumOff val="15000"/>
                  </a:schemeClr>
                </a:solidFill>
                <a:latin typeface="Arial" panose="020B0604020202090204"/>
                <a:ea typeface="Arial" panose="020B0604020202090204"/>
                <a:cs typeface="Arial" panose="020B0604020202090204"/>
              </a:defRPr>
            </a:lvl1pPr>
            <a:lvl2pPr algn="l" defTabSz="914400">
              <a:lnSpc>
                <a:spcPct val="250000"/>
              </a:lnSpc>
              <a:buClr>
                <a:srgbClr val="262626"/>
              </a:buClr>
              <a:buFont typeface="微软雅黑"/>
              <a:buAutoNum type="arabicPeriod"/>
              <a:tabLst>
                <a:tab pos="0" algn="l"/>
              </a:tabLst>
              <a:defRPr sz="2000" b="1" u="none">
                <a:solidFill>
                  <a:schemeClr val="dk1">
                    <a:lumMod val="85000"/>
                    <a:lumOff val="15000"/>
                  </a:schemeClr>
                </a:solidFill>
                <a:latin typeface="Arial" panose="020B0604020202090204"/>
                <a:ea typeface="Arial" panose="020B0604020202090204"/>
                <a:cs typeface="Arial" panose="020B0604020202090204"/>
              </a:defRPr>
            </a:lvl2pPr>
            <a:lvl3pPr algn="l" defTabSz="914400">
              <a:lnSpc>
                <a:spcPct val="250000"/>
              </a:lnSpc>
              <a:buClr>
                <a:srgbClr val="262626"/>
              </a:buClr>
              <a:buFont typeface="微软雅黑"/>
              <a:buAutoNum type="arabicPeriod"/>
              <a:tabLst>
                <a:tab pos="0" algn="l"/>
              </a:tabLst>
              <a:defRPr sz="2000" b="1" u="none">
                <a:solidFill>
                  <a:schemeClr val="dk1">
                    <a:lumMod val="85000"/>
                    <a:lumOff val="15000"/>
                  </a:schemeClr>
                </a:solidFill>
                <a:latin typeface="Arial" panose="020B0604020202090204"/>
                <a:ea typeface="Arial" panose="020B0604020202090204"/>
                <a:cs typeface="Arial" panose="020B0604020202090204"/>
              </a:defRPr>
            </a:lvl3pPr>
            <a:lvl4pPr algn="l" defTabSz="914400">
              <a:lnSpc>
                <a:spcPct val="250000"/>
              </a:lnSpc>
              <a:buClr>
                <a:srgbClr val="262626"/>
              </a:buClr>
              <a:buFont typeface="微软雅黑"/>
              <a:buAutoNum type="arabicPeriod"/>
              <a:tabLst>
                <a:tab pos="0" algn="l"/>
              </a:tabLst>
              <a:defRPr sz="2000" b="1" u="none">
                <a:solidFill>
                  <a:schemeClr val="dk1">
                    <a:lumMod val="85000"/>
                    <a:lumOff val="15000"/>
                  </a:schemeClr>
                </a:solidFill>
                <a:latin typeface="Arial" panose="020B0604020202090204"/>
                <a:ea typeface="Arial" panose="020B0604020202090204"/>
                <a:cs typeface="Arial" panose="020B0604020202090204"/>
              </a:defRPr>
            </a:lvl4pPr>
            <a:lvl5pPr indent="0" algn="l" defTabSz="914400">
              <a:lnSpc>
                <a:spcPct val="250000"/>
              </a:lnSpc>
              <a:buNone/>
              <a:tabLst>
                <a:tab pos="0" algn="l"/>
              </a:tabLst>
              <a:defRPr sz="2000" b="1" u="none">
                <a:solidFill>
                  <a:schemeClr val="dk1">
                    <a:lumMod val="85000"/>
                    <a:lumOff val="15000"/>
                  </a:schemeClr>
                </a:solidFill>
                <a:latin typeface="Arial" panose="020B0604020202090204"/>
                <a:ea typeface="Arial" panose="020B0604020202090204"/>
                <a:cs typeface="Arial" panose="020B0604020202090204"/>
              </a:defRPr>
            </a:lvl5pPr>
          </a:lstStyle>
          <a:p>
            <a:pPr marL="360045" indent="-360045" algn="l" defTabSz="914400">
              <a:lnSpc>
                <a:spcPct val="250000"/>
              </a:lnSpc>
              <a:buClr>
                <a:srgbClr val="262626"/>
              </a:buClr>
              <a:buFont typeface="微软雅黑"/>
              <a:buAutoNum type="arabicPeriod"/>
              <a:tabLst>
                <a:tab pos="0" algn="l"/>
              </a:tabLst>
            </a:pPr>
            <a:r>
              <a:rPr sz="2000" b="1" u="none">
                <a:solidFill>
                  <a:schemeClr val="dk1">
                    <a:lumMod val="85000"/>
                    <a:lumOff val="15000"/>
                  </a:schemeClr>
                </a:solidFill>
                <a:latin typeface="Arial" panose="020B0604020202090204"/>
                <a:ea typeface="Arial" panose="020B0604020202090204"/>
                <a:cs typeface="Arial" panose="020B0604020202090204"/>
              </a:rPr>
              <a:t>单击此处编辑标题样式</a:t>
            </a:r>
            <a:endParaRPr sz="2000" b="1" u="none">
              <a:solidFill>
                <a:schemeClr val="dk1">
                  <a:lumMod val="85000"/>
                  <a:lumOff val="15000"/>
                </a:schemeClr>
              </a:solidFill>
              <a:latin typeface="Arial" panose="020B0604020202090204"/>
              <a:ea typeface="Arial" panose="020B0604020202090204"/>
              <a:cs typeface="Arial" panose="020B0604020202090204"/>
            </a:endParaRPr>
          </a:p>
          <a:p>
            <a:pPr marL="360045" indent="-360045" algn="l" defTabSz="914400">
              <a:lnSpc>
                <a:spcPct val="250000"/>
              </a:lnSpc>
              <a:buClr>
                <a:srgbClr val="262626"/>
              </a:buClr>
              <a:buFont typeface="微软雅黑"/>
              <a:buAutoNum type="arabicPeriod"/>
              <a:tabLst>
                <a:tab pos="0" algn="l"/>
              </a:tabLst>
            </a:pPr>
            <a:r>
              <a:rPr sz="2000" b="1" u="none">
                <a:solidFill>
                  <a:schemeClr val="dk1">
                    <a:lumMod val="85000"/>
                    <a:lumOff val="15000"/>
                  </a:schemeClr>
                </a:solidFill>
                <a:latin typeface="Arial" panose="020B0604020202090204"/>
                <a:ea typeface="Arial" panose="020B0604020202090204"/>
                <a:cs typeface="Arial" panose="020B0604020202090204"/>
              </a:rPr>
              <a:t>单击此处编辑标题样式</a:t>
            </a:r>
            <a:endParaRPr sz="2000" b="1" u="none">
              <a:solidFill>
                <a:schemeClr val="dk1">
                  <a:lumMod val="85000"/>
                  <a:lumOff val="15000"/>
                </a:schemeClr>
              </a:solidFill>
              <a:latin typeface="Arial" panose="020B0604020202090204"/>
              <a:ea typeface="Arial" panose="020B0604020202090204"/>
              <a:cs typeface="Arial" panose="020B0604020202090204"/>
            </a:endParaRPr>
          </a:p>
          <a:p>
            <a:pPr marL="360045" indent="-360045" algn="l" defTabSz="914400">
              <a:lnSpc>
                <a:spcPct val="250000"/>
              </a:lnSpc>
              <a:buClr>
                <a:srgbClr val="262626"/>
              </a:buClr>
              <a:buFont typeface="微软雅黑"/>
              <a:buAutoNum type="arabicPeriod"/>
              <a:tabLst>
                <a:tab pos="0" algn="l"/>
              </a:tabLst>
            </a:pPr>
            <a:r>
              <a:rPr sz="2000" b="1" u="none">
                <a:solidFill>
                  <a:schemeClr val="dk1">
                    <a:lumMod val="85000"/>
                    <a:lumOff val="15000"/>
                  </a:schemeClr>
                </a:solidFill>
                <a:latin typeface="Arial" panose="020B0604020202090204"/>
                <a:ea typeface="Arial" panose="020B0604020202090204"/>
                <a:cs typeface="Arial" panose="020B0604020202090204"/>
              </a:rPr>
              <a:t>单击此处编辑标题样式</a:t>
            </a:r>
            <a:endParaRPr sz="2000" b="1" u="none">
              <a:solidFill>
                <a:schemeClr val="dk1">
                  <a:lumMod val="85000"/>
                  <a:lumOff val="15000"/>
                </a:schemeClr>
              </a:solidFill>
              <a:latin typeface="Arial" panose="020B0604020202090204"/>
              <a:ea typeface="Arial" panose="020B0604020202090204"/>
              <a:cs typeface="Arial" panose="020B0604020202090204"/>
            </a:endParaRPr>
          </a:p>
          <a:p>
            <a:pPr marL="360045" indent="-360045" algn="l" defTabSz="914400">
              <a:lnSpc>
                <a:spcPct val="250000"/>
              </a:lnSpc>
              <a:buClr>
                <a:srgbClr val="262626"/>
              </a:buClr>
              <a:buFont typeface="微软雅黑"/>
              <a:buAutoNum type="arabicPeriod"/>
              <a:tabLst>
                <a:tab pos="0" algn="l"/>
              </a:tabLst>
            </a:pPr>
            <a:r>
              <a:rPr sz="2000" b="1" u="none">
                <a:solidFill>
                  <a:schemeClr val="dk1">
                    <a:lumMod val="85000"/>
                    <a:lumOff val="15000"/>
                  </a:schemeClr>
                </a:solidFill>
                <a:latin typeface="Arial" panose="020B0604020202090204"/>
                <a:ea typeface="Arial" panose="020B0604020202090204"/>
                <a:cs typeface="Arial" panose="020B0604020202090204"/>
              </a:rPr>
              <a:t>单击此处编辑标题样式</a:t>
            </a:r>
            <a:endParaRPr sz="2000" b="1" u="none">
              <a:solidFill>
                <a:schemeClr val="dk1">
                  <a:lumMod val="85000"/>
                  <a:lumOff val="15000"/>
                </a:schemeClr>
              </a:solidFill>
              <a:latin typeface="Arial" panose="020B0604020202090204"/>
              <a:ea typeface="Arial" panose="020B0604020202090204"/>
              <a:cs typeface="Arial" panose="020B0604020202090204"/>
            </a:endParaRPr>
          </a:p>
          <a:p>
            <a:pPr indent="0" algn="l" defTabSz="914400">
              <a:lnSpc>
                <a:spcPct val="250000"/>
              </a:lnSpc>
              <a:buNone/>
              <a:tabLst>
                <a:tab pos="0" algn="l"/>
              </a:tabLst>
            </a:pPr>
            <a:endParaRPr sz="2000" b="1" u="none">
              <a:solidFill>
                <a:schemeClr val="dk1">
                  <a:lumMod val="85000"/>
                  <a:lumOff val="15000"/>
                </a:schemeClr>
              </a:solidFill>
              <a:latin typeface="Arial" panose="020B0604020202090204"/>
              <a:ea typeface="Arial" panose="020B0604020202090204"/>
              <a:cs typeface="Arial" panose="020B060402020209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页2">
    <p:bg>
      <p:bgPr>
        <a:solidFill>
          <a:srgbClr val="FFFFFF"/>
        </a:solidFill>
        <a:effectLst/>
      </p:bgPr>
    </p:bg>
    <p:spTree>
      <p:nvGrpSpPr>
        <p:cNvPr id="1" name=""/>
        <p:cNvGrpSpPr/>
        <p:nvPr/>
      </p:nvGrpSpPr>
      <p:grpSpPr/>
      <p:pic>
        <p:nvPicPr>
          <p:cNvPr id="1078"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063"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064"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65"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66"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67"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069"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70"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071"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072"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73"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74"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75" name="PlaceHolder 1"/>
          <p:cNvSpPr>
            <a:spLocks noGrp="1"/>
          </p:cNvSpPr>
          <p:nvPr>
            <p:ph type="title" hasCustomPrompt="1"/>
          </p:nvPr>
        </p:nvSpPr>
        <p:spPr>
          <a:xfrm>
            <a:off x="609480" y="273600"/>
            <a:ext cx="10972440" cy="1144800"/>
          </a:xfrm>
          <a:prstGeom prst="rect">
            <a:avLst/>
          </a:prstGeom>
          <a:noFill/>
          <a:ln w="0">
            <a:noFill/>
          </a:ln>
        </p:spPr>
        <p:txBody>
          <a:bodyPr lIns="0" tIns="0" rIns="0" bIns="0" anchor="ctr">
            <a:noAutofit/>
          </a:bodyPr>
          <a:lstStyle>
            <a:lvl1pPr indent="0" algn="l">
              <a:buNone/>
              <a:defRPr sz="1800" b="0" u="none">
                <a:solidFill>
                  <a:schemeClr val="dk1"/>
                </a:solidFill>
                <a:latin typeface="微软雅黑"/>
                <a:ea typeface="微软雅黑"/>
                <a:cs typeface="微软雅黑"/>
              </a:defRPr>
            </a:lvl1pPr>
          </a:lstStyle>
          <a:p>
            <a:pPr indent="0" algn="l">
              <a:buNone/>
            </a:pPr>
            <a:r>
              <a:rPr sz="1800" b="0" u="none">
                <a:solidFill>
                  <a:schemeClr val="dk1"/>
                </a:solidFill>
                <a:latin typeface="微软雅黑"/>
                <a:ea typeface="微软雅黑"/>
                <a:cs typeface="微软雅黑"/>
              </a:rPr>
              <a:t>Click to edit the title text format</a:t>
            </a:r>
            <a:endParaRPr sz="1800" b="0" u="none">
              <a:solidFill>
                <a:schemeClr val="dk1"/>
              </a:solidFill>
              <a:latin typeface="微软雅黑"/>
              <a:ea typeface="微软雅黑"/>
              <a:cs typeface="微软雅黑"/>
            </a:endParaRPr>
          </a:p>
        </p:txBody>
      </p:sp>
      <p:sp>
        <p:nvSpPr>
          <p:cNvPr id="1076" name="PlaceHolder 2"/>
          <p:cNvSpPr>
            <a:spLocks noGrp="1"/>
          </p:cNvSpPr>
          <p:nvPr>
            <p:ph type="body" idx="10" hasCustomPrompt="1"/>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5"/>
              </a:spcBef>
              <a:buClr>
                <a:srgbClr val="000000"/>
              </a:buClr>
              <a:buSzPct val="45000"/>
              <a:buFont typeface="Wingdings" panose="05000000000000000000"/>
              <a:buChar char=""/>
              <a:defRPr sz="2800" b="0" u="none">
                <a:solidFill>
                  <a:schemeClr val="dk1"/>
                </a:solidFill>
                <a:latin typeface="微软雅黑"/>
                <a:ea typeface="微软雅黑"/>
                <a:cs typeface="微软雅黑"/>
              </a:defRPr>
            </a:lvl1pPr>
            <a:lvl2pPr algn="l">
              <a:lnSpc>
                <a:spcPct val="90000"/>
              </a:lnSpc>
              <a:spcBef>
                <a:spcPts val="1135"/>
              </a:spcBef>
              <a:buClr>
                <a:srgbClr val="000000"/>
              </a:buClr>
              <a:buSzPct val="75000"/>
              <a:buFont typeface="Symbol"/>
              <a:buChar char=""/>
              <a:defRPr sz="2000" b="0" u="none">
                <a:solidFill>
                  <a:schemeClr val="dk1"/>
                </a:solidFill>
                <a:latin typeface="微软雅黑"/>
                <a:ea typeface="微软雅黑"/>
                <a:cs typeface="微软雅黑"/>
              </a:defRPr>
            </a:lvl2pPr>
            <a:lvl3pPr algn="l">
              <a:lnSpc>
                <a:spcPct val="90000"/>
              </a:lnSpc>
              <a:spcBef>
                <a:spcPts val="850"/>
              </a:spcBef>
              <a:buClr>
                <a:srgbClr val="000000"/>
              </a:buClr>
              <a:buSzPct val="45000"/>
              <a:buFont typeface="Wingdings" panose="05000000000000000000"/>
              <a:buChar char=""/>
              <a:defRPr sz="1800" b="0" u="none">
                <a:solidFill>
                  <a:schemeClr val="dk1"/>
                </a:solidFill>
                <a:latin typeface="微软雅黑"/>
                <a:ea typeface="微软雅黑"/>
                <a:cs typeface="微软雅黑"/>
              </a:defRPr>
            </a:lvl3pPr>
            <a:lvl4pPr algn="l">
              <a:lnSpc>
                <a:spcPct val="90000"/>
              </a:lnSpc>
              <a:spcBef>
                <a:spcPts val="565"/>
              </a:spcBef>
              <a:buClr>
                <a:srgbClr val="000000"/>
              </a:buClr>
              <a:buSzPct val="75000"/>
              <a:buFont typeface="Symbol"/>
              <a:buChar char=""/>
              <a:defRPr sz="1800" b="0" u="none">
                <a:solidFill>
                  <a:schemeClr val="dk1"/>
                </a:solidFill>
                <a:latin typeface="微软雅黑"/>
                <a:ea typeface="微软雅黑"/>
                <a:cs typeface="微软雅黑"/>
              </a:defRPr>
            </a:lvl4pPr>
            <a:lvl5pPr algn="l">
              <a:lnSpc>
                <a:spcPct val="90000"/>
              </a:lnSpc>
              <a:spcBef>
                <a:spcPts val="285"/>
              </a:spcBef>
              <a:buClr>
                <a:srgbClr val="000000"/>
              </a:buClr>
              <a:buSzPct val="45000"/>
              <a:buFont typeface="Wingdings" panose="05000000000000000000"/>
              <a:buChar char=""/>
              <a:defRPr sz="2000" b="0" u="none">
                <a:solidFill>
                  <a:schemeClr val="dk1"/>
                </a:solidFill>
                <a:latin typeface="微软雅黑"/>
                <a:ea typeface="微软雅黑"/>
                <a:cs typeface="微软雅黑"/>
              </a:defRPr>
            </a:lvl5pPr>
            <a:lvl6pPr algn="l">
              <a:lnSpc>
                <a:spcPct val="90000"/>
              </a:lnSpc>
              <a:spcBef>
                <a:spcPts val="285"/>
              </a:spcBef>
              <a:buClr>
                <a:srgbClr val="000000"/>
              </a:buClr>
              <a:buSzPct val="45000"/>
              <a:buFont typeface="Wingdings" panose="05000000000000000000"/>
              <a:buChar char=""/>
              <a:defRPr sz="2000" b="0" u="none">
                <a:solidFill>
                  <a:schemeClr val="dk1"/>
                </a:solidFill>
                <a:latin typeface="微软雅黑"/>
                <a:ea typeface="微软雅黑"/>
                <a:cs typeface="微软雅黑"/>
              </a:defRPr>
            </a:lvl6pPr>
            <a:lvl7pPr algn="l">
              <a:lnSpc>
                <a:spcPct val="90000"/>
              </a:lnSpc>
              <a:spcBef>
                <a:spcPts val="285"/>
              </a:spcBef>
              <a:buClr>
                <a:srgbClr val="000000"/>
              </a:buClr>
              <a:buSzPct val="45000"/>
              <a:buFont typeface="Wingdings" panose="05000000000000000000"/>
              <a:buChar char=""/>
              <a:defRPr sz="2000" b="0" u="none">
                <a:solidFill>
                  <a:schemeClr val="dk1"/>
                </a:solidFill>
                <a:latin typeface="微软雅黑"/>
                <a:ea typeface="微软雅黑"/>
                <a:cs typeface="微软雅黑"/>
              </a:defRPr>
            </a:lvl7pPr>
          </a:lstStyle>
          <a:p>
            <a:pPr marL="431800" indent="-323850" algn="l">
              <a:lnSpc>
                <a:spcPct val="90000"/>
              </a:lnSpc>
              <a:spcBef>
                <a:spcPts val="1415"/>
              </a:spcBef>
              <a:buClr>
                <a:srgbClr val="000000"/>
              </a:buClr>
              <a:buSzPct val="45000"/>
              <a:buFont typeface="Wingdings" panose="05000000000000000000"/>
              <a:buChar char=""/>
            </a:pPr>
            <a:r>
              <a:rPr sz="2800" b="0" u="none">
                <a:solidFill>
                  <a:schemeClr val="dk1"/>
                </a:solidFill>
                <a:latin typeface="微软雅黑"/>
                <a:ea typeface="微软雅黑"/>
                <a:cs typeface="微软雅黑"/>
              </a:rPr>
              <a:t>Click to edit the outline text format</a:t>
            </a:r>
            <a:endParaRPr sz="2800" b="0" u="none">
              <a:solidFill>
                <a:schemeClr val="dk1"/>
              </a:solidFill>
              <a:latin typeface="微软雅黑"/>
              <a:ea typeface="微软雅黑"/>
              <a:cs typeface="微软雅黑"/>
            </a:endParaRPr>
          </a:p>
          <a:p>
            <a:pPr marL="864235" lvl="1" indent="-323850" algn="l">
              <a:lnSpc>
                <a:spcPct val="90000"/>
              </a:lnSpc>
              <a:spcBef>
                <a:spcPts val="1135"/>
              </a:spcBef>
              <a:buClr>
                <a:srgbClr val="000000"/>
              </a:buClr>
              <a:buSzPct val="75000"/>
              <a:buFont typeface="Symbol"/>
              <a:buChar char=""/>
            </a:pPr>
            <a:r>
              <a:rPr sz="2000" b="0" u="none">
                <a:solidFill>
                  <a:schemeClr val="dk1"/>
                </a:solidFill>
                <a:latin typeface="微软雅黑"/>
                <a:ea typeface="微软雅黑"/>
                <a:cs typeface="微软雅黑"/>
              </a:rPr>
              <a:t>Second Outline Level</a:t>
            </a:r>
            <a:endParaRPr sz="2000" b="0" u="none">
              <a:solidFill>
                <a:schemeClr val="dk1"/>
              </a:solidFill>
              <a:latin typeface="微软雅黑"/>
              <a:ea typeface="微软雅黑"/>
              <a:cs typeface="微软雅黑"/>
            </a:endParaRPr>
          </a:p>
          <a:p>
            <a:pPr marL="1296035" lvl="2" indent="-288290" algn="l">
              <a:lnSpc>
                <a:spcPct val="90000"/>
              </a:lnSpc>
              <a:spcBef>
                <a:spcPts val="850"/>
              </a:spcBef>
              <a:buClr>
                <a:srgbClr val="000000"/>
              </a:buClr>
              <a:buSzPct val="45000"/>
              <a:buFont typeface="Wingdings" panose="05000000000000000000"/>
              <a:buChar char=""/>
            </a:pPr>
            <a:r>
              <a:rPr sz="1800" b="0" u="none">
                <a:solidFill>
                  <a:schemeClr val="dk1"/>
                </a:solidFill>
                <a:latin typeface="微软雅黑"/>
                <a:ea typeface="微软雅黑"/>
                <a:cs typeface="微软雅黑"/>
              </a:rPr>
              <a:t>Third Outline Level</a:t>
            </a:r>
            <a:endParaRPr sz="1800" b="0" u="none">
              <a:solidFill>
                <a:schemeClr val="dk1"/>
              </a:solidFill>
              <a:latin typeface="微软雅黑"/>
              <a:ea typeface="微软雅黑"/>
              <a:cs typeface="微软雅黑"/>
            </a:endParaRPr>
          </a:p>
          <a:p>
            <a:pPr marL="1727835" lvl="3" indent="-215900" algn="l">
              <a:lnSpc>
                <a:spcPct val="90000"/>
              </a:lnSpc>
              <a:spcBef>
                <a:spcPts val="565"/>
              </a:spcBef>
              <a:buClr>
                <a:srgbClr val="000000"/>
              </a:buClr>
              <a:buSzPct val="75000"/>
              <a:buFont typeface="Symbol"/>
              <a:buChar char=""/>
            </a:pPr>
            <a:r>
              <a:rPr sz="1800" b="0" u="none">
                <a:solidFill>
                  <a:schemeClr val="dk1"/>
                </a:solidFill>
                <a:latin typeface="微软雅黑"/>
                <a:ea typeface="微软雅黑"/>
                <a:cs typeface="微软雅黑"/>
              </a:rPr>
              <a:t>Fourth Outline Level</a:t>
            </a:r>
            <a:endParaRPr sz="1800" b="0" u="none">
              <a:solidFill>
                <a:schemeClr val="dk1"/>
              </a:solidFill>
              <a:latin typeface="微软雅黑"/>
              <a:ea typeface="微软雅黑"/>
              <a:cs typeface="微软雅黑"/>
            </a:endParaRPr>
          </a:p>
          <a:p>
            <a:pPr marL="2160270" lvl="4" indent="-215900" algn="l">
              <a:lnSpc>
                <a:spcPct val="90000"/>
              </a:lnSpc>
              <a:spcBef>
                <a:spcPts val="285"/>
              </a:spcBef>
              <a:buClr>
                <a:srgbClr val="000000"/>
              </a:buClr>
              <a:buSzPct val="45000"/>
              <a:buFont typeface="Wingdings" panose="05000000000000000000"/>
              <a:buChar char=""/>
            </a:pPr>
            <a:r>
              <a:rPr sz="2000" b="0" u="none">
                <a:solidFill>
                  <a:schemeClr val="dk1"/>
                </a:solidFill>
                <a:latin typeface="微软雅黑"/>
                <a:ea typeface="微软雅黑"/>
                <a:cs typeface="微软雅黑"/>
              </a:rPr>
              <a:t>Fifth Outline Level</a:t>
            </a:r>
            <a:endParaRPr sz="2000" b="0" u="none">
              <a:solidFill>
                <a:schemeClr val="dk1"/>
              </a:solidFill>
              <a:latin typeface="微软雅黑"/>
              <a:ea typeface="微软雅黑"/>
              <a:cs typeface="微软雅黑"/>
            </a:endParaRPr>
          </a:p>
          <a:p>
            <a:pPr marL="2592070" lvl="5" indent="-215900" algn="l">
              <a:lnSpc>
                <a:spcPct val="90000"/>
              </a:lnSpc>
              <a:spcBef>
                <a:spcPts val="285"/>
              </a:spcBef>
              <a:buClr>
                <a:srgbClr val="000000"/>
              </a:buClr>
              <a:buSzPct val="45000"/>
              <a:buFont typeface="Wingdings" panose="05000000000000000000"/>
              <a:buChar char=""/>
            </a:pPr>
            <a:r>
              <a:rPr sz="2000" b="0" u="none">
                <a:solidFill>
                  <a:schemeClr val="dk1"/>
                </a:solidFill>
                <a:latin typeface="微软雅黑"/>
                <a:ea typeface="微软雅黑"/>
                <a:cs typeface="微软雅黑"/>
              </a:rPr>
              <a:t>Sixth Outline Level</a:t>
            </a:r>
            <a:endParaRPr sz="2000" b="0" u="none">
              <a:solidFill>
                <a:schemeClr val="dk1"/>
              </a:solidFill>
              <a:latin typeface="微软雅黑"/>
              <a:ea typeface="微软雅黑"/>
              <a:cs typeface="微软雅黑"/>
            </a:endParaRPr>
          </a:p>
          <a:p>
            <a:pPr marL="3023870" lvl="6" indent="-215900" algn="l">
              <a:lnSpc>
                <a:spcPct val="90000"/>
              </a:lnSpc>
              <a:spcBef>
                <a:spcPts val="285"/>
              </a:spcBef>
              <a:buClr>
                <a:srgbClr val="000000"/>
              </a:buClr>
              <a:buSzPct val="45000"/>
              <a:buFont typeface="Wingdings" panose="05000000000000000000"/>
              <a:buChar char=""/>
            </a:pPr>
            <a:r>
              <a:rPr sz="2000" b="0" u="none">
                <a:solidFill>
                  <a:schemeClr val="dk1"/>
                </a:solidFill>
                <a:latin typeface="微软雅黑"/>
                <a:ea typeface="微软雅黑"/>
                <a:cs typeface="微软雅黑"/>
              </a:rPr>
              <a:t>Seventh Outline Level</a:t>
            </a:r>
            <a:endParaRPr sz="2000" b="0" u="none">
              <a:solidFill>
                <a:schemeClr val="dk1"/>
              </a:solidFill>
              <a:latin typeface="微软雅黑"/>
              <a:ea typeface="微软雅黑"/>
              <a:cs typeface="微软雅黑"/>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页3">
    <p:bg>
      <p:bgPr>
        <a:solidFill>
          <a:srgbClr val="FFFFFF"/>
        </a:solidFill>
        <a:effectLst/>
      </p:bgPr>
    </p:bg>
    <p:spTree>
      <p:nvGrpSpPr>
        <p:cNvPr id="1" name=""/>
        <p:cNvGrpSpPr/>
        <p:nvPr/>
      </p:nvGrpSpPr>
      <p:grpSpPr/>
      <p:pic>
        <p:nvPicPr>
          <p:cNvPr id="1092" name="图片 6"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079"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080"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81"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82"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83"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085"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86"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087"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088"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89"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90"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感谢页1-1">
    <p:bg>
      <p:bgPr>
        <a:solidFill>
          <a:srgbClr val="FFFFFF"/>
        </a:solidFill>
        <a:effectLst/>
      </p:bgPr>
    </p:bg>
    <p:spTree>
      <p:nvGrpSpPr>
        <p:cNvPr id="1" name=""/>
        <p:cNvGrpSpPr/>
        <p:nvPr/>
      </p:nvGrpSpPr>
      <p:grpSpPr/>
      <p:pic>
        <p:nvPicPr>
          <p:cNvPr id="1119"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093"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094"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95"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96"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097"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099"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00"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101"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102"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03"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04"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1131" name="图片 4"/>
          <p:cNvPicPr>
            <a:picLocks noChangeAspect="1"/>
          </p:cNvPicPr>
          <p:nvPr/>
        </p:nvPicPr>
        <p:blipFill>
          <a:blip r:embed="rId3"/>
          <a:stretch>
            <a:fillRect/>
          </a:stretch>
        </p:blipFill>
        <p:spPr>
          <a:xfrm>
            <a:off x="0" y="0"/>
            <a:ext cx="12191760" cy="6857640"/>
          </a:xfrm>
          <a:prstGeom prst="rect">
            <a:avLst/>
          </a:prstGeom>
          <a:ln w="0">
            <a:noFill/>
          </a:ln>
        </p:spPr>
      </p:pic>
      <p:sp>
        <p:nvSpPr>
          <p:cNvPr id="1106" name="任意多边形: 形状 3"/>
          <p:cNvSpPr>
            <a:spLocks noGrp="1"/>
          </p:cNvSpPr>
          <p:nvPr/>
        </p:nvSpPr>
        <p:spPr>
          <a:xfrm>
            <a:off x="0" y="0"/>
            <a:ext cx="12191760" cy="6857640"/>
          </a:xfrm>
          <a:custGeom>
            <a:avLst/>
            <a:gdLst>
              <a:gd name="textAreaLeft" fmla="*/ 0 w 12191760"/>
              <a:gd name="textAreaRight" fmla="*/ 12192120 w 12191760"/>
              <a:gd name="textAreaTop" fmla="*/ 0 h 6857640"/>
              <a:gd name="textAreaBottom" fmla="*/ 6858000 h 6857640"/>
              <a:gd name="GluePoint1X" fmla="*/ 0 w 12192000"/>
              <a:gd name="GluePoint1Y" fmla="*/ 0 h 6858000"/>
              <a:gd name="GluePoint2X" fmla="*/ 12192000 w 12192000"/>
              <a:gd name="GluePoint2Y" fmla="*/ 0 h 6858000"/>
              <a:gd name="GluePoint3X" fmla="*/ 12192000 w 12192000"/>
              <a:gd name="GluePoint3Y" fmla="*/ 6858000 h 6858000"/>
              <a:gd name="GluePoint4X" fmla="*/ 0 w 12192000"/>
              <a:gd name="GluePoint4Y" fmla="*/ 6858000 h 6858000"/>
            </a:gdLst>
            <a:ahLst/>
            <a:cxnLst/>
            <a:rect l="textAreaLeft" t="textAreaTop" r="textAreaRight" b="textAreaBottom"/>
            <a:pathLst>
              <a:path w="12192000" h="6858000">
                <a:moveTo>
                  <a:pt x="0" y="0"/>
                </a:moveTo>
                <a:lnTo>
                  <a:pt x="12192000" y="0"/>
                </a:lnTo>
                <a:lnTo>
                  <a:pt x="12192000" y="6858000"/>
                </a:lnTo>
                <a:lnTo>
                  <a:pt x="0" y="6858000"/>
                </a:lnTo>
                <a:close/>
              </a:path>
            </a:pathLst>
          </a:custGeom>
          <a:gradFill rotWithShape="0">
            <a:gsLst>
              <a:gs pos="0">
                <a:srgbClr val="FFFFFF"/>
              </a:gs>
              <a:gs pos="45900">
                <a:srgbClr val="FFFFFF">
                  <a:alpha val="76000"/>
                </a:srgbClr>
              </a:gs>
              <a:gs pos="100000">
                <a:srgbClr val="FFFFFF">
                  <a:alpha val="0"/>
                </a:srgbClr>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微软雅黑"/>
              <a:ea typeface="微软雅黑"/>
              <a:cs typeface="微软雅黑"/>
            </a:endParaRPr>
          </a:p>
        </p:txBody>
      </p:sp>
      <p:sp>
        <p:nvSpPr>
          <p:cNvPr id="1107" name="矩形: 圆角 11"/>
          <p:cNvSpPr>
            <a:spLocks noGrp="1"/>
          </p:cNvSpPr>
          <p:nvPr/>
        </p:nvSpPr>
        <p:spPr>
          <a:xfrm>
            <a:off x="3070800" y="3349080"/>
            <a:ext cx="2138760" cy="25848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wrap="none" lIns="90000" tIns="45000" rIns="90000" bIns="45000" anchor="ctr">
            <a:noAutofit/>
          </a:bodyPr>
          <a:lstStyle/>
          <a:p>
            <a:pPr>
              <a:buNone/>
            </a:pPr>
            <a:endParaRPr sz="1200" b="0" u="none">
              <a:solidFill>
                <a:schemeClr val="lt1"/>
              </a:solidFill>
              <a:latin typeface="Arial" panose="020B0604020202090204"/>
              <a:ea typeface="Arial" panose="020B0604020202090204"/>
              <a:cs typeface="Arial" panose="020B0604020202090204"/>
            </a:endParaRPr>
          </a:p>
        </p:txBody>
      </p:sp>
      <p:sp>
        <p:nvSpPr>
          <p:cNvPr id="1108" name="矩形: 圆角 14"/>
          <p:cNvSpPr>
            <a:spLocks noGrp="1"/>
          </p:cNvSpPr>
          <p:nvPr/>
        </p:nvSpPr>
        <p:spPr>
          <a:xfrm>
            <a:off x="713880" y="3349080"/>
            <a:ext cx="1679760" cy="25848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wrap="none" lIns="90000" tIns="45000" rIns="90000" bIns="45000" anchor="ctr">
            <a:noAutofit/>
          </a:bodyPr>
          <a:lstStyle/>
          <a:p>
            <a:pPr>
              <a:buNone/>
            </a:pPr>
            <a:endParaRPr sz="1200" b="0" u="none">
              <a:solidFill>
                <a:schemeClr val="lt1"/>
              </a:solidFill>
              <a:latin typeface="Arial" panose="020B0604020202090204"/>
              <a:ea typeface="Arial" panose="020B0604020202090204"/>
              <a:cs typeface="Arial" panose="020B0604020202090204"/>
            </a:endParaRPr>
          </a:p>
        </p:txBody>
      </p:sp>
      <p:pic>
        <p:nvPicPr>
          <p:cNvPr id="1135" name="图形 18"/>
          <p:cNvPicPr>
            <a:picLocks noChangeAspect="1"/>
          </p:cNvPicPr>
          <p:nvPr/>
        </p:nvPicPr>
        <p:blipFill>
          <a:blip r:embed="rId4"/>
          <a:stretch>
            <a:fillRect/>
          </a:stretch>
        </p:blipFill>
        <p:spPr>
          <a:xfrm>
            <a:off x="739080" y="513360"/>
            <a:ext cx="1105920" cy="470880"/>
          </a:xfrm>
          <a:prstGeom prst="rect">
            <a:avLst/>
          </a:prstGeom>
          <a:ln w="0">
            <a:noFill/>
          </a:ln>
        </p:spPr>
      </p:pic>
      <p:sp>
        <p:nvSpPr>
          <p:cNvPr id="1110" name="PlaceHolder 1"/>
          <p:cNvSpPr>
            <a:spLocks noGrp="1"/>
          </p:cNvSpPr>
          <p:nvPr>
            <p:ph type="body" hasCustomPrompt="1"/>
          </p:nvPr>
        </p:nvSpPr>
        <p:spPr>
          <a:xfrm>
            <a:off x="3987000" y="3340080"/>
            <a:ext cx="1118880" cy="274680"/>
          </a:xfrm>
          <a:prstGeom prst="rect">
            <a:avLst/>
          </a:prstGeom>
          <a:noFill/>
          <a:ln w="0">
            <a:noFill/>
          </a:ln>
        </p:spPr>
        <p:txBody>
          <a:bodyPr lIns="91440" tIns="45720" rIns="91440" bIns="45720" anchor="t">
            <a:spAutoFit/>
          </a:bodyPr>
          <a:lstStyle>
            <a:lvl1pPr indent="0" algn="l" defTabSz="914400">
              <a:lnSpc>
                <a:spcPct val="100000"/>
              </a:lnSpc>
              <a:buNone/>
              <a:tabLst>
                <a:tab pos="0" algn="l"/>
              </a:tabLst>
              <a:defRPr sz="1200" b="0" u="none">
                <a:solidFill>
                  <a:srgbClr val="404040"/>
                </a:solidFill>
                <a:latin typeface="Arial" panose="020B0604020202090204"/>
                <a:ea typeface="Arial" panose="020B0604020202090204"/>
                <a:cs typeface="Arial" panose="020B0604020202090204"/>
              </a:defRPr>
            </a:lvl1pPr>
          </a:lstStyle>
          <a:p>
            <a:pPr indent="0" algn="l" defTabSz="914400">
              <a:lnSpc>
                <a:spcPct val="100000"/>
              </a:lnSpc>
              <a:buNone/>
              <a:tabLst>
                <a:tab pos="0" algn="l"/>
              </a:tabLst>
            </a:pPr>
            <a:r>
              <a:rPr sz="1200" b="0" u="none">
                <a:solidFill>
                  <a:srgbClr val="404040"/>
                </a:solidFill>
                <a:latin typeface="Arial" panose="020B0604020202090204"/>
                <a:ea typeface="Arial" panose="020B0604020202090204"/>
                <a:cs typeface="Arial" panose="020B0604020202090204"/>
              </a:rPr>
              <a:t>###########</a:t>
            </a:r>
            <a:endParaRPr sz="1200" b="1" u="none">
              <a:solidFill>
                <a:schemeClr val="accent1"/>
              </a:solidFill>
              <a:latin typeface="Arial" panose="020B0604020202090204"/>
              <a:ea typeface="Arial" panose="020B0604020202090204"/>
              <a:cs typeface="Arial" panose="020B0604020202090204"/>
            </a:endParaRPr>
          </a:p>
        </p:txBody>
      </p:sp>
      <p:sp>
        <p:nvSpPr>
          <p:cNvPr id="1111" name="PlaceHolder 2"/>
          <p:cNvSpPr>
            <a:spLocks noGrp="1"/>
          </p:cNvSpPr>
          <p:nvPr>
            <p:ph type="body" idx="10" hasCustomPrompt="1"/>
          </p:nvPr>
        </p:nvSpPr>
        <p:spPr>
          <a:xfrm>
            <a:off x="1688760" y="3340080"/>
            <a:ext cx="492120" cy="274680"/>
          </a:xfrm>
          <a:prstGeom prst="rect">
            <a:avLst/>
          </a:prstGeom>
          <a:noFill/>
          <a:ln w="0">
            <a:noFill/>
          </a:ln>
        </p:spPr>
        <p:txBody>
          <a:bodyPr lIns="91440" tIns="45720" rIns="91440" bIns="45720" anchor="t">
            <a:spAutoFit/>
          </a:bodyPr>
          <a:lstStyle>
            <a:lvl1pPr indent="0" algn="l" defTabSz="914400">
              <a:lnSpc>
                <a:spcPct val="100000"/>
              </a:lnSpc>
              <a:buNone/>
              <a:tabLst>
                <a:tab pos="0" algn="l"/>
              </a:tabLst>
              <a:defRPr sz="1200" b="0" u="none">
                <a:solidFill>
                  <a:srgbClr val="404040"/>
                </a:solidFill>
                <a:latin typeface="Arial" panose="020B0604020202090204"/>
                <a:ea typeface="Arial" panose="020B0604020202090204"/>
                <a:cs typeface="Arial" panose="020B0604020202090204"/>
              </a:defRPr>
            </a:lvl1pPr>
          </a:lstStyle>
          <a:p>
            <a:pPr indent="0" algn="l" defTabSz="914400">
              <a:lnSpc>
                <a:spcPct val="100000"/>
              </a:lnSpc>
              <a:buNone/>
              <a:tabLst>
                <a:tab pos="0" algn="l"/>
              </a:tabLst>
            </a:pPr>
            <a:r>
              <a:rPr sz="1200" b="0" u="none">
                <a:solidFill>
                  <a:srgbClr val="404040"/>
                </a:solidFill>
                <a:latin typeface="Arial" panose="020B0604020202090204"/>
                <a:ea typeface="Arial" panose="020B0604020202090204"/>
                <a:cs typeface="Arial" panose="020B0604020202090204"/>
              </a:rPr>
              <a:t>XXX</a:t>
            </a:r>
            <a:endParaRPr sz="1200" b="1" u="none">
              <a:solidFill>
                <a:schemeClr val="accent1"/>
              </a:solidFill>
              <a:latin typeface="Arial" panose="020B0604020202090204"/>
              <a:ea typeface="Arial" panose="020B0604020202090204"/>
              <a:cs typeface="Arial" panose="020B0604020202090204"/>
            </a:endParaRPr>
          </a:p>
        </p:txBody>
      </p:sp>
      <p:sp>
        <p:nvSpPr>
          <p:cNvPr id="1112" name="文本占位符 18"/>
          <p:cNvSpPr>
            <a:spLocks noGrp="1"/>
          </p:cNvSpPr>
          <p:nvPr/>
        </p:nvSpPr>
        <p:spPr>
          <a:xfrm>
            <a:off x="713880" y="3358800"/>
            <a:ext cx="895320" cy="259200"/>
          </a:xfrm>
          <a:prstGeom prst="roundRect">
            <a:avLst>
              <a:gd name="adj" fmla="val 50000"/>
            </a:avLst>
          </a:prstGeom>
          <a:solidFill>
            <a:srgbClr val="ED6F00"/>
          </a:solidFill>
          <a:ln>
            <a:noFill/>
          </a:ln>
          <a:effectLst>
            <a:outerShdw blurRad="330120" dist="7632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90000"/>
              </a:lnSpc>
              <a:spcBef>
                <a:spcPts val="1000"/>
              </a:spcBef>
              <a:buNone/>
              <a:tabLst>
                <a:tab pos="0" algn="l"/>
              </a:tabLst>
            </a:pPr>
            <a:r>
              <a:rPr sz="1200" b="0" u="none">
                <a:solidFill>
                  <a:srgbClr val="FFFFFF"/>
                </a:solidFill>
                <a:latin typeface="Arial" panose="020B0604020202090204"/>
                <a:ea typeface="Arial" panose="020B0604020202090204"/>
                <a:cs typeface="Arial" panose="020B0604020202090204"/>
              </a:rPr>
              <a:t>报  告  人</a:t>
            </a:r>
            <a:endParaRPr sz="1200" b="0" u="none">
              <a:solidFill>
                <a:srgbClr val="FFFFFF"/>
              </a:solidFill>
              <a:latin typeface="Arial" panose="020B0604020202090204"/>
              <a:ea typeface="Arial" panose="020B0604020202090204"/>
              <a:cs typeface="Arial" panose="020B0604020202090204"/>
            </a:endParaRPr>
          </a:p>
        </p:txBody>
      </p:sp>
      <p:sp>
        <p:nvSpPr>
          <p:cNvPr id="1113" name="文本占位符 18"/>
          <p:cNvSpPr>
            <a:spLocks noGrp="1"/>
          </p:cNvSpPr>
          <p:nvPr/>
        </p:nvSpPr>
        <p:spPr>
          <a:xfrm>
            <a:off x="3071160" y="3366720"/>
            <a:ext cx="895320" cy="259200"/>
          </a:xfrm>
          <a:prstGeom prst="roundRect">
            <a:avLst>
              <a:gd name="adj" fmla="val 50000"/>
            </a:avLst>
          </a:prstGeom>
          <a:solidFill>
            <a:schemeClr val="accent1"/>
          </a:solidFill>
          <a:ln>
            <a:noFill/>
          </a:ln>
          <a:effectLst>
            <a:outerShdw blurRad="330120" dist="7632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90000"/>
              </a:lnSpc>
              <a:spcBef>
                <a:spcPts val="1000"/>
              </a:spcBef>
              <a:buNone/>
              <a:tabLst>
                <a:tab pos="0" algn="l"/>
              </a:tabLst>
            </a:pPr>
            <a:r>
              <a:rPr sz="1200" b="0" u="none">
                <a:solidFill>
                  <a:srgbClr val="FFFFFF"/>
                </a:solidFill>
                <a:latin typeface="Arial" panose="020B0604020202090204"/>
                <a:ea typeface="Arial" panose="020B0604020202090204"/>
                <a:cs typeface="Arial" panose="020B0604020202090204"/>
              </a:rPr>
              <a:t>联系方式</a:t>
            </a:r>
            <a:endParaRPr sz="1200" b="0" u="none">
              <a:solidFill>
                <a:srgbClr val="FFFFFF"/>
              </a:solidFill>
              <a:latin typeface="Arial" panose="020B0604020202090204"/>
              <a:ea typeface="Arial" panose="020B0604020202090204"/>
              <a:cs typeface="Arial" panose="020B0604020202090204"/>
            </a:endParaRPr>
          </a:p>
        </p:txBody>
      </p:sp>
      <p:sp>
        <p:nvSpPr>
          <p:cNvPr id="1114" name="PlaceHolder 3"/>
          <p:cNvSpPr>
            <a:spLocks noGrp="1"/>
          </p:cNvSpPr>
          <p:nvPr>
            <p:ph type="body" idx="20" hasCustomPrompt="1"/>
          </p:nvPr>
        </p:nvSpPr>
        <p:spPr>
          <a:xfrm>
            <a:off x="713880" y="1952640"/>
            <a:ext cx="4034880" cy="1100160"/>
          </a:xfrm>
          <a:prstGeom prst="rect">
            <a:avLst/>
          </a:prstGeom>
          <a:noFill/>
          <a:ln w="0">
            <a:noFill/>
          </a:ln>
        </p:spPr>
        <p:txBody>
          <a:bodyPr lIns="90000" tIns="45000" rIns="90000" bIns="45000" anchor="t">
            <a:noAutofit/>
          </a:bodyPr>
          <a:lstStyle>
            <a:lvl1pPr indent="0" algn="l" defTabSz="914400">
              <a:lnSpc>
                <a:spcPct val="90000"/>
              </a:lnSpc>
              <a:spcBef>
                <a:spcPts val="1000"/>
              </a:spcBef>
              <a:buNone/>
              <a:tabLst>
                <a:tab pos="0" algn="l"/>
              </a:tabLst>
              <a:defRPr sz="6860" b="1" u="none">
                <a:solidFill>
                  <a:schemeClr val="accent1"/>
                </a:solidFill>
                <a:latin typeface="Arial" panose="020B0604020202090204"/>
                <a:ea typeface="Arial" panose="020B0604020202090204"/>
                <a:cs typeface="Arial" panose="020B0604020202090204"/>
              </a:defRPr>
            </a:lvl1pPr>
          </a:lstStyle>
          <a:p>
            <a:pPr indent="0" algn="l" defTabSz="914400">
              <a:lnSpc>
                <a:spcPct val="90000"/>
              </a:lnSpc>
              <a:spcBef>
                <a:spcPts val="1000"/>
              </a:spcBef>
              <a:buNone/>
              <a:tabLst>
                <a:tab pos="0" algn="l"/>
              </a:tabLst>
            </a:pPr>
            <a:r>
              <a:rPr sz="6860" b="1" u="none">
                <a:solidFill>
                  <a:schemeClr val="accent1"/>
                </a:solidFill>
                <a:latin typeface="Arial" panose="020B0604020202090204"/>
                <a:ea typeface="Arial" panose="020B0604020202090204"/>
                <a:cs typeface="Arial" panose="020B0604020202090204"/>
              </a:rPr>
              <a:t>感谢观看</a:t>
            </a:r>
            <a:endParaRPr sz="6860" b="1" u="none">
              <a:solidFill>
                <a:schemeClr val="accent1"/>
              </a:solidFill>
              <a:latin typeface="Arial" panose="020B0604020202090204"/>
              <a:ea typeface="Arial" panose="020B0604020202090204"/>
              <a:cs typeface="Arial" panose="020B0604020202090204"/>
            </a:endParaRPr>
          </a:p>
        </p:txBody>
      </p:sp>
      <p:sp>
        <p:nvSpPr>
          <p:cNvPr id="1115" name="PlaceHolder 4"/>
          <p:cNvSpPr>
            <a:spLocks noGrp="1"/>
          </p:cNvSpPr>
          <p:nvPr>
            <p:ph type="title" idx="30" hasCustomPrompt="1"/>
          </p:nvPr>
        </p:nvSpPr>
        <p:spPr>
          <a:xfrm>
            <a:off x="609480" y="273600"/>
            <a:ext cx="10972440" cy="1144800"/>
          </a:xfrm>
          <a:prstGeom prst="rect">
            <a:avLst/>
          </a:prstGeom>
          <a:noFill/>
          <a:ln w="0">
            <a:noFill/>
          </a:ln>
        </p:spPr>
        <p:txBody>
          <a:bodyPr lIns="0" tIns="0" rIns="0" bIns="0" anchor="ctr">
            <a:noAutofit/>
          </a:bodyPr>
          <a:lstStyle>
            <a:lvl1pPr indent="0" algn="l">
              <a:buNone/>
              <a:defRPr sz="1800" b="0" u="none">
                <a:solidFill>
                  <a:schemeClr val="dk1"/>
                </a:solidFill>
                <a:latin typeface="微软雅黑"/>
                <a:ea typeface="微软雅黑"/>
                <a:cs typeface="微软雅黑"/>
              </a:defRPr>
            </a:lvl1pPr>
          </a:lstStyle>
          <a:p>
            <a:pPr indent="0" algn="l">
              <a:buNone/>
            </a:pPr>
            <a:r>
              <a:rPr sz="1800" b="0" u="none">
                <a:solidFill>
                  <a:schemeClr val="dk1"/>
                </a:solidFill>
                <a:latin typeface="微软雅黑"/>
                <a:ea typeface="微软雅黑"/>
                <a:cs typeface="微软雅黑"/>
              </a:rPr>
              <a:t>Click to edit the title text format</a:t>
            </a:r>
            <a:endParaRPr sz="1800" b="0" u="none">
              <a:solidFill>
                <a:schemeClr val="dk1"/>
              </a:solidFill>
              <a:latin typeface="微软雅黑"/>
              <a:ea typeface="微软雅黑"/>
              <a:cs typeface="微软雅黑"/>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感谢页1-2">
    <p:bg>
      <p:bgPr>
        <a:solidFill>
          <a:srgbClr val="FFFFFF"/>
        </a:solidFill>
        <a:effectLst/>
      </p:bgPr>
    </p:bg>
    <p:spTree>
      <p:nvGrpSpPr>
        <p:cNvPr id="1" name=""/>
        <p:cNvGrpSpPr/>
        <p:nvPr/>
      </p:nvGrpSpPr>
      <p:grpSpPr/>
      <p:pic>
        <p:nvPicPr>
          <p:cNvPr id="1138"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118"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119"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20"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21"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22"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124"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25"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126"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127"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28"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29"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1150" name="图片 4"/>
          <p:cNvPicPr>
            <a:picLocks noChangeAspect="1"/>
          </p:cNvPicPr>
          <p:nvPr/>
        </p:nvPicPr>
        <p:blipFill>
          <a:blip r:embed="rId3"/>
          <a:stretch>
            <a:fillRect/>
          </a:stretch>
        </p:blipFill>
        <p:spPr>
          <a:xfrm>
            <a:off x="0" y="0"/>
            <a:ext cx="12191760" cy="6857640"/>
          </a:xfrm>
          <a:prstGeom prst="rect">
            <a:avLst/>
          </a:prstGeom>
          <a:ln w="0">
            <a:noFill/>
          </a:ln>
        </p:spPr>
      </p:pic>
      <p:sp>
        <p:nvSpPr>
          <p:cNvPr id="1131" name="任意多边形: 形状 3"/>
          <p:cNvSpPr>
            <a:spLocks noGrp="1"/>
          </p:cNvSpPr>
          <p:nvPr/>
        </p:nvSpPr>
        <p:spPr>
          <a:xfrm>
            <a:off x="0" y="0"/>
            <a:ext cx="12191760" cy="6857640"/>
          </a:xfrm>
          <a:custGeom>
            <a:avLst/>
            <a:gdLst>
              <a:gd name="textAreaLeft" fmla="*/ 0 w 12191760"/>
              <a:gd name="textAreaRight" fmla="*/ 12192120 w 12191760"/>
              <a:gd name="textAreaTop" fmla="*/ 0 h 6857640"/>
              <a:gd name="textAreaBottom" fmla="*/ 6858000 h 6857640"/>
              <a:gd name="GluePoint1X" fmla="*/ 0 w 12192000"/>
              <a:gd name="GluePoint1Y" fmla="*/ 0 h 6858000"/>
              <a:gd name="GluePoint2X" fmla="*/ 12192000 w 12192000"/>
              <a:gd name="GluePoint2Y" fmla="*/ 0 h 6858000"/>
              <a:gd name="GluePoint3X" fmla="*/ 12192000 w 12192000"/>
              <a:gd name="GluePoint3Y" fmla="*/ 6858000 h 6858000"/>
              <a:gd name="GluePoint4X" fmla="*/ 0 w 12192000"/>
              <a:gd name="GluePoint4Y" fmla="*/ 6858000 h 6858000"/>
            </a:gdLst>
            <a:ahLst/>
            <a:cxnLst/>
            <a:rect l="textAreaLeft" t="textAreaTop" r="textAreaRight" b="textAreaBottom"/>
            <a:pathLst>
              <a:path w="12192000" h="6858000">
                <a:moveTo>
                  <a:pt x="0" y="0"/>
                </a:moveTo>
                <a:lnTo>
                  <a:pt x="12192000" y="0"/>
                </a:lnTo>
                <a:lnTo>
                  <a:pt x="12192000" y="6858000"/>
                </a:lnTo>
                <a:lnTo>
                  <a:pt x="0" y="6858000"/>
                </a:lnTo>
                <a:close/>
              </a:path>
            </a:pathLst>
          </a:custGeom>
          <a:gradFill rotWithShape="0">
            <a:gsLst>
              <a:gs pos="0">
                <a:srgbClr val="FFFFFF"/>
              </a:gs>
              <a:gs pos="45900">
                <a:srgbClr val="FFFFFF">
                  <a:alpha val="76000"/>
                </a:srgbClr>
              </a:gs>
              <a:gs pos="100000">
                <a:srgbClr val="FFFFFF">
                  <a:alpha val="0"/>
                </a:srgbClr>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微软雅黑"/>
              <a:ea typeface="微软雅黑"/>
              <a:cs typeface="微软雅黑"/>
            </a:endParaRPr>
          </a:p>
        </p:txBody>
      </p:sp>
      <p:pic>
        <p:nvPicPr>
          <p:cNvPr id="1152" name="图形 18"/>
          <p:cNvPicPr>
            <a:picLocks noChangeAspect="1"/>
          </p:cNvPicPr>
          <p:nvPr/>
        </p:nvPicPr>
        <p:blipFill>
          <a:blip r:embed="rId4"/>
          <a:stretch>
            <a:fillRect/>
          </a:stretch>
        </p:blipFill>
        <p:spPr>
          <a:xfrm>
            <a:off x="739080" y="513360"/>
            <a:ext cx="1105920" cy="470880"/>
          </a:xfrm>
          <a:prstGeom prst="rect">
            <a:avLst/>
          </a:prstGeom>
          <a:ln w="0">
            <a:noFill/>
          </a:ln>
        </p:spPr>
      </p:pic>
      <p:sp>
        <p:nvSpPr>
          <p:cNvPr id="1133" name="PlaceHolder 1"/>
          <p:cNvSpPr>
            <a:spLocks noGrp="1"/>
          </p:cNvSpPr>
          <p:nvPr>
            <p:ph type="body" hasCustomPrompt="1"/>
          </p:nvPr>
        </p:nvSpPr>
        <p:spPr>
          <a:xfrm>
            <a:off x="739080" y="2328480"/>
            <a:ext cx="4034880" cy="1100160"/>
          </a:xfrm>
          <a:prstGeom prst="rect">
            <a:avLst/>
          </a:prstGeom>
          <a:noFill/>
          <a:ln w="0">
            <a:noFill/>
          </a:ln>
        </p:spPr>
        <p:txBody>
          <a:bodyPr lIns="90000" tIns="45000" rIns="90000" bIns="45000" anchor="t">
            <a:noAutofit/>
          </a:bodyPr>
          <a:lstStyle>
            <a:lvl1pPr indent="0" algn="l" defTabSz="914400">
              <a:lnSpc>
                <a:spcPct val="90000"/>
              </a:lnSpc>
              <a:spcBef>
                <a:spcPts val="1000"/>
              </a:spcBef>
              <a:buNone/>
              <a:tabLst>
                <a:tab pos="0" algn="l"/>
              </a:tabLst>
              <a:defRPr sz="6860" b="1" u="none">
                <a:solidFill>
                  <a:schemeClr val="accent1"/>
                </a:solidFill>
                <a:latin typeface="Arial" panose="020B0604020202090204"/>
                <a:ea typeface="Arial" panose="020B0604020202090204"/>
                <a:cs typeface="Arial" panose="020B0604020202090204"/>
              </a:defRPr>
            </a:lvl1pPr>
          </a:lstStyle>
          <a:p>
            <a:pPr indent="0" algn="l" defTabSz="914400">
              <a:lnSpc>
                <a:spcPct val="90000"/>
              </a:lnSpc>
              <a:spcBef>
                <a:spcPts val="1000"/>
              </a:spcBef>
              <a:buNone/>
              <a:tabLst>
                <a:tab pos="0" algn="l"/>
              </a:tabLst>
            </a:pPr>
            <a:r>
              <a:rPr sz="6860" b="1" u="none">
                <a:solidFill>
                  <a:schemeClr val="accent1"/>
                </a:solidFill>
                <a:latin typeface="Arial" panose="020B0604020202090204"/>
                <a:ea typeface="Arial" panose="020B0604020202090204"/>
                <a:cs typeface="Arial" panose="020B0604020202090204"/>
              </a:rPr>
              <a:t>感谢观看</a:t>
            </a:r>
            <a:endParaRPr sz="6860" b="1" u="none">
              <a:solidFill>
                <a:schemeClr val="accent1"/>
              </a:solidFill>
              <a:latin typeface="Arial" panose="020B0604020202090204"/>
              <a:ea typeface="Arial" panose="020B0604020202090204"/>
              <a:cs typeface="Arial" panose="020B0604020202090204"/>
            </a:endParaRPr>
          </a:p>
        </p:txBody>
      </p:sp>
      <p:sp>
        <p:nvSpPr>
          <p:cNvPr id="1134" name="PlaceHolder 2"/>
          <p:cNvSpPr>
            <a:spLocks noGrp="1"/>
          </p:cNvSpPr>
          <p:nvPr>
            <p:ph type="title" idx="10" hasCustomPrompt="1"/>
          </p:nvPr>
        </p:nvSpPr>
        <p:spPr>
          <a:xfrm>
            <a:off x="609480" y="273600"/>
            <a:ext cx="10972440" cy="1144800"/>
          </a:xfrm>
          <a:prstGeom prst="rect">
            <a:avLst/>
          </a:prstGeom>
          <a:noFill/>
          <a:ln w="0">
            <a:noFill/>
          </a:ln>
        </p:spPr>
        <p:txBody>
          <a:bodyPr lIns="0" tIns="0" rIns="0" bIns="0" anchor="ctr">
            <a:noAutofit/>
          </a:bodyPr>
          <a:lstStyle>
            <a:lvl1pPr indent="0" algn="l">
              <a:buNone/>
              <a:defRPr sz="1800" b="0" u="none">
                <a:solidFill>
                  <a:schemeClr val="dk1"/>
                </a:solidFill>
                <a:latin typeface="微软雅黑"/>
                <a:ea typeface="微软雅黑"/>
                <a:cs typeface="微软雅黑"/>
              </a:defRPr>
            </a:lvl1pPr>
          </a:lstStyle>
          <a:p>
            <a:pPr indent="0" algn="l">
              <a:buNone/>
            </a:pPr>
            <a:r>
              <a:rPr sz="1800" b="0" u="none">
                <a:solidFill>
                  <a:schemeClr val="dk1"/>
                </a:solidFill>
                <a:latin typeface="微软雅黑"/>
                <a:ea typeface="微软雅黑"/>
                <a:cs typeface="微软雅黑"/>
              </a:rPr>
              <a:t>Click to edit the title text format</a:t>
            </a:r>
            <a:endParaRPr sz="1800" b="0" u="none">
              <a:solidFill>
                <a:schemeClr val="dk1"/>
              </a:solidFill>
              <a:latin typeface="微软雅黑"/>
              <a:ea typeface="微软雅黑"/>
              <a:cs typeface="微软雅黑"/>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感谢页2-1">
    <p:bg>
      <p:bgPr>
        <a:solidFill>
          <a:srgbClr val="FFFFFF"/>
        </a:solidFill>
        <a:effectLst/>
      </p:bgPr>
    </p:bg>
    <p:spTree>
      <p:nvGrpSpPr>
        <p:cNvPr id="1" name=""/>
        <p:cNvGrpSpPr/>
        <p:nvPr/>
      </p:nvGrpSpPr>
      <p:grpSpPr/>
      <p:pic>
        <p:nvPicPr>
          <p:cNvPr id="1165" name="图片 6"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137"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138"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39"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40"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41"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143"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44"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145"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146"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47"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48"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1177" name="图片 3"/>
          <p:cNvPicPr>
            <a:picLocks noChangeAspect="1"/>
          </p:cNvPicPr>
          <p:nvPr/>
        </p:nvPicPr>
        <p:blipFill>
          <a:blip r:embed="rId3"/>
          <a:stretch>
            <a:fillRect/>
          </a:stretch>
        </p:blipFill>
        <p:spPr>
          <a:xfrm>
            <a:off x="1800" y="0"/>
            <a:ext cx="12188160" cy="6857640"/>
          </a:xfrm>
          <a:prstGeom prst="rect">
            <a:avLst/>
          </a:prstGeom>
          <a:ln w="0">
            <a:noFill/>
          </a:ln>
        </p:spPr>
      </p:pic>
      <p:sp>
        <p:nvSpPr>
          <p:cNvPr id="1150" name="任意多边形: 形状 7"/>
          <p:cNvSpPr>
            <a:spLocks noGrp="1"/>
          </p:cNvSpPr>
          <p:nvPr/>
        </p:nvSpPr>
        <p:spPr>
          <a:xfrm>
            <a:off x="0" y="0"/>
            <a:ext cx="8124480" cy="6857640"/>
          </a:xfrm>
          <a:custGeom>
            <a:avLst/>
            <a:gdLst>
              <a:gd name="textAreaLeft" fmla="*/ 0 w 8124480"/>
              <a:gd name="textAreaRight" fmla="*/ 8124840 w 8124480"/>
              <a:gd name="textAreaTop" fmla="*/ 0 h 6857640"/>
              <a:gd name="textAreaBottom" fmla="*/ 6858000 h 6857640"/>
              <a:gd name="GluePoint1X" fmla="*/ 0 w 12192000"/>
              <a:gd name="GluePoint1Y" fmla="*/ 0 h 6858000"/>
              <a:gd name="GluePoint2X" fmla="*/ 12192000 w 12192000"/>
              <a:gd name="GluePoint2Y" fmla="*/ 0 h 6858000"/>
              <a:gd name="GluePoint3X" fmla="*/ 12192000 w 12192000"/>
              <a:gd name="GluePoint3Y" fmla="*/ 6858000 h 6858000"/>
              <a:gd name="GluePoint4X" fmla="*/ 0 w 12192000"/>
              <a:gd name="GluePoint4Y" fmla="*/ 6858000 h 6858000"/>
            </a:gdLst>
            <a:ahLst/>
            <a:cxnLst/>
            <a:rect l="textAreaLeft" t="textAreaTop" r="textAreaRight" b="textAreaBottom"/>
            <a:pathLst>
              <a:path w="12192000" h="6858000">
                <a:moveTo>
                  <a:pt x="0" y="0"/>
                </a:moveTo>
                <a:lnTo>
                  <a:pt x="12192000" y="0"/>
                </a:lnTo>
                <a:lnTo>
                  <a:pt x="12192000" y="6858000"/>
                </a:lnTo>
                <a:lnTo>
                  <a:pt x="0" y="6858000"/>
                </a:lnTo>
                <a:close/>
              </a:path>
            </a:pathLst>
          </a:custGeom>
          <a:gradFill rotWithShape="0">
            <a:gsLst>
              <a:gs pos="0">
                <a:srgbClr val="FFFFFF"/>
              </a:gs>
              <a:gs pos="45900">
                <a:srgbClr val="FFFFFF">
                  <a:alpha val="76000"/>
                </a:srgbClr>
              </a:gs>
              <a:gs pos="92000">
                <a:srgbClr val="FFFFFF">
                  <a:alpha val="0"/>
                </a:srgbClr>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微软雅黑"/>
              <a:ea typeface="微软雅黑"/>
              <a:cs typeface="微软雅黑"/>
            </a:endParaRPr>
          </a:p>
        </p:txBody>
      </p:sp>
      <p:pic>
        <p:nvPicPr>
          <p:cNvPr id="1179" name="图形 8"/>
          <p:cNvPicPr>
            <a:picLocks noChangeAspect="1"/>
          </p:cNvPicPr>
          <p:nvPr/>
        </p:nvPicPr>
        <p:blipFill>
          <a:blip r:embed="rId4"/>
          <a:stretch>
            <a:fillRect/>
          </a:stretch>
        </p:blipFill>
        <p:spPr>
          <a:xfrm>
            <a:off x="739080" y="513360"/>
            <a:ext cx="1105920" cy="470880"/>
          </a:xfrm>
          <a:prstGeom prst="rect">
            <a:avLst/>
          </a:prstGeom>
          <a:ln w="0">
            <a:noFill/>
          </a:ln>
        </p:spPr>
      </p:pic>
      <p:sp>
        <p:nvSpPr>
          <p:cNvPr id="1152" name="矩形: 圆角 11"/>
          <p:cNvSpPr>
            <a:spLocks noGrp="1"/>
          </p:cNvSpPr>
          <p:nvPr/>
        </p:nvSpPr>
        <p:spPr>
          <a:xfrm>
            <a:off x="3070800" y="3349080"/>
            <a:ext cx="2138760" cy="25848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wrap="none" lIns="90000" tIns="45000" rIns="90000" bIns="45000" anchor="ctr">
            <a:noAutofit/>
          </a:bodyPr>
          <a:lstStyle/>
          <a:p>
            <a:pPr>
              <a:buNone/>
            </a:pPr>
            <a:endParaRPr sz="1200" b="0" u="none">
              <a:solidFill>
                <a:schemeClr val="lt1"/>
              </a:solidFill>
              <a:latin typeface="Arial" panose="020B0604020202090204"/>
              <a:ea typeface="Arial" panose="020B0604020202090204"/>
              <a:cs typeface="Arial" panose="020B0604020202090204"/>
            </a:endParaRPr>
          </a:p>
        </p:txBody>
      </p:sp>
      <p:sp>
        <p:nvSpPr>
          <p:cNvPr id="1153" name="矩形: 圆角 14"/>
          <p:cNvSpPr>
            <a:spLocks noGrp="1"/>
          </p:cNvSpPr>
          <p:nvPr/>
        </p:nvSpPr>
        <p:spPr>
          <a:xfrm>
            <a:off x="713880" y="3349080"/>
            <a:ext cx="1679760" cy="25848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wrap="none" lIns="90000" tIns="45000" rIns="90000" bIns="45000" anchor="ctr">
            <a:noAutofit/>
          </a:bodyPr>
          <a:lstStyle/>
          <a:p>
            <a:pPr>
              <a:buNone/>
            </a:pPr>
            <a:endParaRPr sz="1200" b="0" u="none">
              <a:solidFill>
                <a:schemeClr val="lt1"/>
              </a:solidFill>
              <a:latin typeface="Arial" panose="020B0604020202090204"/>
              <a:ea typeface="Arial" panose="020B0604020202090204"/>
              <a:cs typeface="Arial" panose="020B0604020202090204"/>
            </a:endParaRPr>
          </a:p>
        </p:txBody>
      </p:sp>
      <p:pic>
        <p:nvPicPr>
          <p:cNvPr id="1182" name="图形 18"/>
          <p:cNvPicPr>
            <a:picLocks noChangeAspect="1"/>
          </p:cNvPicPr>
          <p:nvPr/>
        </p:nvPicPr>
        <p:blipFill>
          <a:blip r:embed="rId4"/>
          <a:stretch>
            <a:fillRect/>
          </a:stretch>
        </p:blipFill>
        <p:spPr>
          <a:xfrm>
            <a:off x="739080" y="513360"/>
            <a:ext cx="1105920" cy="470880"/>
          </a:xfrm>
          <a:prstGeom prst="rect">
            <a:avLst/>
          </a:prstGeom>
          <a:ln w="0">
            <a:noFill/>
          </a:ln>
        </p:spPr>
      </p:pic>
      <p:sp>
        <p:nvSpPr>
          <p:cNvPr id="1155" name="PlaceHolder 1"/>
          <p:cNvSpPr>
            <a:spLocks noGrp="1"/>
          </p:cNvSpPr>
          <p:nvPr>
            <p:ph type="body" hasCustomPrompt="1"/>
          </p:nvPr>
        </p:nvSpPr>
        <p:spPr>
          <a:xfrm>
            <a:off x="3987000" y="3340080"/>
            <a:ext cx="1118880" cy="274680"/>
          </a:xfrm>
          <a:prstGeom prst="rect">
            <a:avLst/>
          </a:prstGeom>
          <a:noFill/>
          <a:ln w="0">
            <a:noFill/>
          </a:ln>
        </p:spPr>
        <p:txBody>
          <a:bodyPr lIns="91440" tIns="45720" rIns="91440" bIns="45720" anchor="t">
            <a:spAutoFit/>
          </a:bodyPr>
          <a:lstStyle>
            <a:lvl1pPr indent="0" algn="l" defTabSz="914400">
              <a:lnSpc>
                <a:spcPct val="100000"/>
              </a:lnSpc>
              <a:buNone/>
              <a:tabLst>
                <a:tab pos="0" algn="l"/>
              </a:tabLst>
              <a:defRPr sz="1200" b="0" u="none">
                <a:solidFill>
                  <a:srgbClr val="404040"/>
                </a:solidFill>
                <a:latin typeface="Arial" panose="020B0604020202090204"/>
                <a:ea typeface="Arial" panose="020B0604020202090204"/>
                <a:cs typeface="Arial" panose="020B0604020202090204"/>
              </a:defRPr>
            </a:lvl1pPr>
          </a:lstStyle>
          <a:p>
            <a:pPr indent="0" algn="l" defTabSz="914400">
              <a:lnSpc>
                <a:spcPct val="100000"/>
              </a:lnSpc>
              <a:buNone/>
              <a:tabLst>
                <a:tab pos="0" algn="l"/>
              </a:tabLst>
            </a:pPr>
            <a:r>
              <a:rPr sz="1200" b="0" u="none">
                <a:solidFill>
                  <a:srgbClr val="404040"/>
                </a:solidFill>
                <a:latin typeface="Arial" panose="020B0604020202090204"/>
                <a:ea typeface="Arial" panose="020B0604020202090204"/>
                <a:cs typeface="Arial" panose="020B0604020202090204"/>
              </a:rPr>
              <a:t>###########</a:t>
            </a:r>
            <a:endParaRPr sz="1200" b="1" u="none">
              <a:solidFill>
                <a:schemeClr val="accent1"/>
              </a:solidFill>
              <a:latin typeface="Arial" panose="020B0604020202090204"/>
              <a:ea typeface="Arial" panose="020B0604020202090204"/>
              <a:cs typeface="Arial" panose="020B0604020202090204"/>
            </a:endParaRPr>
          </a:p>
        </p:txBody>
      </p:sp>
      <p:sp>
        <p:nvSpPr>
          <p:cNvPr id="1156" name="PlaceHolder 2"/>
          <p:cNvSpPr>
            <a:spLocks noGrp="1"/>
          </p:cNvSpPr>
          <p:nvPr>
            <p:ph type="body" idx="10" hasCustomPrompt="1"/>
          </p:nvPr>
        </p:nvSpPr>
        <p:spPr>
          <a:xfrm>
            <a:off x="1688760" y="3340080"/>
            <a:ext cx="492120" cy="274680"/>
          </a:xfrm>
          <a:prstGeom prst="rect">
            <a:avLst/>
          </a:prstGeom>
          <a:noFill/>
          <a:ln w="0">
            <a:noFill/>
          </a:ln>
        </p:spPr>
        <p:txBody>
          <a:bodyPr lIns="91440" tIns="45720" rIns="91440" bIns="45720" anchor="t">
            <a:spAutoFit/>
          </a:bodyPr>
          <a:lstStyle>
            <a:lvl1pPr indent="0" algn="l" defTabSz="914400">
              <a:lnSpc>
                <a:spcPct val="100000"/>
              </a:lnSpc>
              <a:buNone/>
              <a:tabLst>
                <a:tab pos="0" algn="l"/>
              </a:tabLst>
              <a:defRPr sz="1200" b="0" u="none">
                <a:solidFill>
                  <a:srgbClr val="404040"/>
                </a:solidFill>
                <a:latin typeface="Arial" panose="020B0604020202090204"/>
                <a:ea typeface="Arial" panose="020B0604020202090204"/>
                <a:cs typeface="Arial" panose="020B0604020202090204"/>
              </a:defRPr>
            </a:lvl1pPr>
          </a:lstStyle>
          <a:p>
            <a:pPr indent="0" algn="l" defTabSz="914400">
              <a:lnSpc>
                <a:spcPct val="100000"/>
              </a:lnSpc>
              <a:buNone/>
              <a:tabLst>
                <a:tab pos="0" algn="l"/>
              </a:tabLst>
            </a:pPr>
            <a:r>
              <a:rPr sz="1200" b="0" u="none">
                <a:solidFill>
                  <a:srgbClr val="404040"/>
                </a:solidFill>
                <a:latin typeface="Arial" panose="020B0604020202090204"/>
                <a:ea typeface="Arial" panose="020B0604020202090204"/>
                <a:cs typeface="Arial" panose="020B0604020202090204"/>
              </a:rPr>
              <a:t>XXX</a:t>
            </a:r>
            <a:endParaRPr sz="1200" b="1" u="none">
              <a:solidFill>
                <a:schemeClr val="accent1"/>
              </a:solidFill>
              <a:latin typeface="Arial" panose="020B0604020202090204"/>
              <a:ea typeface="Arial" panose="020B0604020202090204"/>
              <a:cs typeface="Arial" panose="020B0604020202090204"/>
            </a:endParaRPr>
          </a:p>
        </p:txBody>
      </p:sp>
      <p:sp>
        <p:nvSpPr>
          <p:cNvPr id="1157" name="文本占位符 18"/>
          <p:cNvSpPr>
            <a:spLocks noGrp="1"/>
          </p:cNvSpPr>
          <p:nvPr/>
        </p:nvSpPr>
        <p:spPr>
          <a:xfrm>
            <a:off x="713880" y="3358800"/>
            <a:ext cx="895320" cy="259200"/>
          </a:xfrm>
          <a:prstGeom prst="roundRect">
            <a:avLst>
              <a:gd name="adj" fmla="val 50000"/>
            </a:avLst>
          </a:prstGeom>
          <a:solidFill>
            <a:srgbClr val="ED6F00"/>
          </a:solidFill>
          <a:ln>
            <a:noFill/>
          </a:ln>
          <a:effectLst>
            <a:outerShdw blurRad="330120" dist="7632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90000"/>
              </a:lnSpc>
              <a:spcBef>
                <a:spcPts val="1000"/>
              </a:spcBef>
              <a:buNone/>
              <a:tabLst>
                <a:tab pos="0" algn="l"/>
              </a:tabLst>
            </a:pPr>
            <a:r>
              <a:rPr sz="1200" b="0" u="none">
                <a:solidFill>
                  <a:srgbClr val="FFFFFF"/>
                </a:solidFill>
                <a:latin typeface="Arial" panose="020B0604020202090204"/>
                <a:ea typeface="Arial" panose="020B0604020202090204"/>
                <a:cs typeface="Arial" panose="020B0604020202090204"/>
              </a:rPr>
              <a:t>报  告  人</a:t>
            </a:r>
            <a:endParaRPr sz="1200" b="0" u="none">
              <a:solidFill>
                <a:srgbClr val="FFFFFF"/>
              </a:solidFill>
              <a:latin typeface="Arial" panose="020B0604020202090204"/>
              <a:ea typeface="Arial" panose="020B0604020202090204"/>
              <a:cs typeface="Arial" panose="020B0604020202090204"/>
            </a:endParaRPr>
          </a:p>
        </p:txBody>
      </p:sp>
      <p:sp>
        <p:nvSpPr>
          <p:cNvPr id="1158" name="文本占位符 18"/>
          <p:cNvSpPr>
            <a:spLocks noGrp="1"/>
          </p:cNvSpPr>
          <p:nvPr/>
        </p:nvSpPr>
        <p:spPr>
          <a:xfrm>
            <a:off x="3071160" y="3366720"/>
            <a:ext cx="895320" cy="259200"/>
          </a:xfrm>
          <a:prstGeom prst="roundRect">
            <a:avLst>
              <a:gd name="adj" fmla="val 50000"/>
            </a:avLst>
          </a:prstGeom>
          <a:solidFill>
            <a:schemeClr val="accent1"/>
          </a:solidFill>
          <a:ln>
            <a:noFill/>
          </a:ln>
          <a:effectLst>
            <a:outerShdw blurRad="330120" dist="7632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90000"/>
              </a:lnSpc>
              <a:spcBef>
                <a:spcPts val="1000"/>
              </a:spcBef>
              <a:buNone/>
              <a:tabLst>
                <a:tab pos="0" algn="l"/>
              </a:tabLst>
            </a:pPr>
            <a:r>
              <a:rPr sz="1200" b="0" u="none">
                <a:solidFill>
                  <a:srgbClr val="FFFFFF"/>
                </a:solidFill>
                <a:latin typeface="Arial" panose="020B0604020202090204"/>
                <a:ea typeface="Arial" panose="020B0604020202090204"/>
                <a:cs typeface="Arial" panose="020B0604020202090204"/>
              </a:rPr>
              <a:t>联系方式</a:t>
            </a:r>
            <a:endParaRPr sz="1200" b="0" u="none">
              <a:solidFill>
                <a:srgbClr val="FFFFFF"/>
              </a:solidFill>
              <a:latin typeface="Arial" panose="020B0604020202090204"/>
              <a:ea typeface="Arial" panose="020B0604020202090204"/>
              <a:cs typeface="Arial" panose="020B0604020202090204"/>
            </a:endParaRPr>
          </a:p>
        </p:txBody>
      </p:sp>
      <p:sp>
        <p:nvSpPr>
          <p:cNvPr id="1159" name="PlaceHolder 3"/>
          <p:cNvSpPr>
            <a:spLocks noGrp="1"/>
          </p:cNvSpPr>
          <p:nvPr>
            <p:ph type="body" idx="20" hasCustomPrompt="1"/>
          </p:nvPr>
        </p:nvSpPr>
        <p:spPr>
          <a:xfrm>
            <a:off x="713880" y="2050200"/>
            <a:ext cx="4034880" cy="1100160"/>
          </a:xfrm>
          <a:prstGeom prst="rect">
            <a:avLst/>
          </a:prstGeom>
          <a:noFill/>
          <a:ln w="0">
            <a:noFill/>
          </a:ln>
        </p:spPr>
        <p:txBody>
          <a:bodyPr lIns="90000" tIns="45000" rIns="90000" bIns="45000" anchor="t">
            <a:noAutofit/>
          </a:bodyPr>
          <a:lstStyle>
            <a:lvl1pPr indent="0" algn="l" defTabSz="914400">
              <a:lnSpc>
                <a:spcPct val="90000"/>
              </a:lnSpc>
              <a:spcBef>
                <a:spcPts val="1000"/>
              </a:spcBef>
              <a:buNone/>
              <a:tabLst>
                <a:tab pos="0" algn="l"/>
              </a:tabLst>
              <a:defRPr sz="6860" b="1" u="none">
                <a:solidFill>
                  <a:schemeClr val="accent1"/>
                </a:solidFill>
                <a:latin typeface="Arial" panose="020B0604020202090204"/>
                <a:ea typeface="Arial" panose="020B0604020202090204"/>
                <a:cs typeface="Arial" panose="020B0604020202090204"/>
              </a:defRPr>
            </a:lvl1pPr>
          </a:lstStyle>
          <a:p>
            <a:pPr indent="0" algn="l" defTabSz="914400">
              <a:lnSpc>
                <a:spcPct val="90000"/>
              </a:lnSpc>
              <a:spcBef>
                <a:spcPts val="1000"/>
              </a:spcBef>
              <a:buNone/>
              <a:tabLst>
                <a:tab pos="0" algn="l"/>
              </a:tabLst>
            </a:pPr>
            <a:r>
              <a:rPr sz="6860" b="1" u="none">
                <a:solidFill>
                  <a:schemeClr val="accent1"/>
                </a:solidFill>
                <a:latin typeface="Arial" panose="020B0604020202090204"/>
                <a:ea typeface="Arial" panose="020B0604020202090204"/>
                <a:cs typeface="Arial" panose="020B0604020202090204"/>
              </a:rPr>
              <a:t>感谢观看</a:t>
            </a:r>
            <a:endParaRPr sz="6860" b="1" u="none">
              <a:solidFill>
                <a:schemeClr val="accent1"/>
              </a:solidFill>
              <a:latin typeface="Arial" panose="020B0604020202090204"/>
              <a:ea typeface="Arial" panose="020B0604020202090204"/>
              <a:cs typeface="Arial" panose="020B0604020202090204"/>
            </a:endParaRPr>
          </a:p>
        </p:txBody>
      </p:sp>
      <p:sp>
        <p:nvSpPr>
          <p:cNvPr id="1160" name="PlaceHolder 4"/>
          <p:cNvSpPr>
            <a:spLocks noGrp="1"/>
          </p:cNvSpPr>
          <p:nvPr>
            <p:ph type="title" idx="30" hasCustomPrompt="1"/>
          </p:nvPr>
        </p:nvSpPr>
        <p:spPr>
          <a:xfrm>
            <a:off x="609480" y="273600"/>
            <a:ext cx="10972440" cy="1144800"/>
          </a:xfrm>
          <a:prstGeom prst="rect">
            <a:avLst/>
          </a:prstGeom>
          <a:noFill/>
          <a:ln w="0">
            <a:noFill/>
          </a:ln>
        </p:spPr>
        <p:txBody>
          <a:bodyPr lIns="0" tIns="0" rIns="0" bIns="0" anchor="ctr">
            <a:noAutofit/>
          </a:bodyPr>
          <a:lstStyle>
            <a:lvl1pPr indent="0" algn="l">
              <a:buNone/>
              <a:defRPr sz="1800" b="0" u="none">
                <a:solidFill>
                  <a:schemeClr val="dk1"/>
                </a:solidFill>
                <a:latin typeface="微软雅黑"/>
                <a:ea typeface="微软雅黑"/>
                <a:cs typeface="微软雅黑"/>
              </a:defRPr>
            </a:lvl1pPr>
          </a:lstStyle>
          <a:p>
            <a:pPr indent="0" algn="l">
              <a:buNone/>
            </a:pPr>
            <a:r>
              <a:rPr sz="1800" b="0" u="none">
                <a:solidFill>
                  <a:schemeClr val="dk1"/>
                </a:solidFill>
                <a:latin typeface="微软雅黑"/>
                <a:ea typeface="微软雅黑"/>
                <a:cs typeface="微软雅黑"/>
              </a:rPr>
              <a:t>Click to edit the title text format</a:t>
            </a:r>
            <a:endParaRPr sz="1800" b="0" u="none">
              <a:solidFill>
                <a:schemeClr val="dk1"/>
              </a:solidFill>
              <a:latin typeface="微软雅黑"/>
              <a:ea typeface="微软雅黑"/>
              <a:cs typeface="微软雅黑"/>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感谢页2-2">
    <p:bg>
      <p:bgPr>
        <a:solidFill>
          <a:srgbClr val="FFFFFF"/>
        </a:solidFill>
        <a:effectLst/>
      </p:bgPr>
    </p:bg>
    <p:spTree>
      <p:nvGrpSpPr>
        <p:cNvPr id="1" name=""/>
        <p:cNvGrpSpPr/>
        <p:nvPr/>
      </p:nvGrpSpPr>
      <p:grpSpPr/>
      <p:pic>
        <p:nvPicPr>
          <p:cNvPr id="1185" name="图片 6"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163"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164"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65"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66"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67"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169"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70"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171"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172"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73"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74"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1197" name="图片 3"/>
          <p:cNvPicPr>
            <a:picLocks noChangeAspect="1"/>
          </p:cNvPicPr>
          <p:nvPr/>
        </p:nvPicPr>
        <p:blipFill>
          <a:blip r:embed="rId3"/>
          <a:stretch>
            <a:fillRect/>
          </a:stretch>
        </p:blipFill>
        <p:spPr>
          <a:xfrm>
            <a:off x="1800" y="0"/>
            <a:ext cx="12188160" cy="6857640"/>
          </a:xfrm>
          <a:prstGeom prst="rect">
            <a:avLst/>
          </a:prstGeom>
          <a:ln w="0">
            <a:noFill/>
          </a:ln>
        </p:spPr>
      </p:pic>
      <p:sp>
        <p:nvSpPr>
          <p:cNvPr id="1176" name="任意多边形: 形状 7"/>
          <p:cNvSpPr>
            <a:spLocks noGrp="1"/>
          </p:cNvSpPr>
          <p:nvPr/>
        </p:nvSpPr>
        <p:spPr>
          <a:xfrm>
            <a:off x="0" y="0"/>
            <a:ext cx="8124480" cy="6857640"/>
          </a:xfrm>
          <a:custGeom>
            <a:avLst/>
            <a:gdLst>
              <a:gd name="textAreaLeft" fmla="*/ 0 w 8124480"/>
              <a:gd name="textAreaRight" fmla="*/ 8124840 w 8124480"/>
              <a:gd name="textAreaTop" fmla="*/ 0 h 6857640"/>
              <a:gd name="textAreaBottom" fmla="*/ 6858000 h 6857640"/>
              <a:gd name="GluePoint1X" fmla="*/ 0 w 12192000"/>
              <a:gd name="GluePoint1Y" fmla="*/ 0 h 6858000"/>
              <a:gd name="GluePoint2X" fmla="*/ 12192000 w 12192000"/>
              <a:gd name="GluePoint2Y" fmla="*/ 0 h 6858000"/>
              <a:gd name="GluePoint3X" fmla="*/ 12192000 w 12192000"/>
              <a:gd name="GluePoint3Y" fmla="*/ 6858000 h 6858000"/>
              <a:gd name="GluePoint4X" fmla="*/ 0 w 12192000"/>
              <a:gd name="GluePoint4Y" fmla="*/ 6858000 h 6858000"/>
            </a:gdLst>
            <a:ahLst/>
            <a:cxnLst/>
            <a:rect l="textAreaLeft" t="textAreaTop" r="textAreaRight" b="textAreaBottom"/>
            <a:pathLst>
              <a:path w="12192000" h="6858000">
                <a:moveTo>
                  <a:pt x="0" y="0"/>
                </a:moveTo>
                <a:lnTo>
                  <a:pt x="12192000" y="0"/>
                </a:lnTo>
                <a:lnTo>
                  <a:pt x="12192000" y="6858000"/>
                </a:lnTo>
                <a:lnTo>
                  <a:pt x="0" y="6858000"/>
                </a:lnTo>
                <a:close/>
              </a:path>
            </a:pathLst>
          </a:custGeom>
          <a:gradFill rotWithShape="0">
            <a:gsLst>
              <a:gs pos="0">
                <a:srgbClr val="FFFFFF"/>
              </a:gs>
              <a:gs pos="45900">
                <a:srgbClr val="FFFFFF">
                  <a:alpha val="76000"/>
                </a:srgbClr>
              </a:gs>
              <a:gs pos="92000">
                <a:srgbClr val="FFFFFF">
                  <a:alpha val="0"/>
                </a:srgbClr>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微软雅黑"/>
              <a:ea typeface="微软雅黑"/>
              <a:cs typeface="微软雅黑"/>
            </a:endParaRPr>
          </a:p>
        </p:txBody>
      </p:sp>
      <p:pic>
        <p:nvPicPr>
          <p:cNvPr id="1199" name="图形 8"/>
          <p:cNvPicPr>
            <a:picLocks noChangeAspect="1"/>
          </p:cNvPicPr>
          <p:nvPr/>
        </p:nvPicPr>
        <p:blipFill>
          <a:blip r:embed="rId4"/>
          <a:stretch>
            <a:fillRect/>
          </a:stretch>
        </p:blipFill>
        <p:spPr>
          <a:xfrm>
            <a:off x="739080" y="513360"/>
            <a:ext cx="1105920" cy="470880"/>
          </a:xfrm>
          <a:prstGeom prst="rect">
            <a:avLst/>
          </a:prstGeom>
          <a:ln w="0">
            <a:noFill/>
          </a:ln>
        </p:spPr>
      </p:pic>
      <p:pic>
        <p:nvPicPr>
          <p:cNvPr id="1200" name="图形 18"/>
          <p:cNvPicPr>
            <a:picLocks noChangeAspect="1"/>
          </p:cNvPicPr>
          <p:nvPr/>
        </p:nvPicPr>
        <p:blipFill>
          <a:blip r:embed="rId4"/>
          <a:stretch>
            <a:fillRect/>
          </a:stretch>
        </p:blipFill>
        <p:spPr>
          <a:xfrm>
            <a:off x="739080" y="513360"/>
            <a:ext cx="1105920" cy="470880"/>
          </a:xfrm>
          <a:prstGeom prst="rect">
            <a:avLst/>
          </a:prstGeom>
          <a:ln w="0">
            <a:noFill/>
          </a:ln>
        </p:spPr>
      </p:pic>
      <p:sp>
        <p:nvSpPr>
          <p:cNvPr id="1179" name="PlaceHolder 1"/>
          <p:cNvSpPr>
            <a:spLocks noGrp="1"/>
          </p:cNvSpPr>
          <p:nvPr>
            <p:ph type="body" hasCustomPrompt="1"/>
          </p:nvPr>
        </p:nvSpPr>
        <p:spPr>
          <a:xfrm>
            <a:off x="739080" y="2328480"/>
            <a:ext cx="4034880" cy="1100160"/>
          </a:xfrm>
          <a:prstGeom prst="rect">
            <a:avLst/>
          </a:prstGeom>
          <a:noFill/>
          <a:ln w="0">
            <a:noFill/>
          </a:ln>
        </p:spPr>
        <p:txBody>
          <a:bodyPr lIns="90000" tIns="45000" rIns="90000" bIns="45000" anchor="t">
            <a:noAutofit/>
          </a:bodyPr>
          <a:lstStyle>
            <a:lvl1pPr indent="0" algn="l" defTabSz="914400">
              <a:lnSpc>
                <a:spcPct val="90000"/>
              </a:lnSpc>
              <a:spcBef>
                <a:spcPts val="1000"/>
              </a:spcBef>
              <a:buNone/>
              <a:tabLst>
                <a:tab pos="0" algn="l"/>
              </a:tabLst>
              <a:defRPr sz="6860" b="1" u="none">
                <a:solidFill>
                  <a:schemeClr val="accent1"/>
                </a:solidFill>
                <a:latin typeface="Arial" panose="020B0604020202090204"/>
                <a:ea typeface="Arial" panose="020B0604020202090204"/>
                <a:cs typeface="Arial" panose="020B0604020202090204"/>
              </a:defRPr>
            </a:lvl1pPr>
          </a:lstStyle>
          <a:p>
            <a:pPr indent="0" algn="l" defTabSz="914400">
              <a:lnSpc>
                <a:spcPct val="90000"/>
              </a:lnSpc>
              <a:spcBef>
                <a:spcPts val="1000"/>
              </a:spcBef>
              <a:buNone/>
              <a:tabLst>
                <a:tab pos="0" algn="l"/>
              </a:tabLst>
            </a:pPr>
            <a:r>
              <a:rPr sz="6860" b="1" u="none">
                <a:solidFill>
                  <a:schemeClr val="accent1"/>
                </a:solidFill>
                <a:latin typeface="Arial" panose="020B0604020202090204"/>
                <a:ea typeface="Arial" panose="020B0604020202090204"/>
                <a:cs typeface="Arial" panose="020B0604020202090204"/>
              </a:rPr>
              <a:t>感谢观看</a:t>
            </a:r>
            <a:endParaRPr sz="6860" b="1" u="none">
              <a:solidFill>
                <a:schemeClr val="accent1"/>
              </a:solidFill>
              <a:latin typeface="Arial" panose="020B0604020202090204"/>
              <a:ea typeface="Arial" panose="020B0604020202090204"/>
              <a:cs typeface="Arial" panose="020B0604020202090204"/>
            </a:endParaRPr>
          </a:p>
        </p:txBody>
      </p:sp>
      <p:sp>
        <p:nvSpPr>
          <p:cNvPr id="1180" name="PlaceHolder 2"/>
          <p:cNvSpPr>
            <a:spLocks noGrp="1"/>
          </p:cNvSpPr>
          <p:nvPr>
            <p:ph type="title" idx="10" hasCustomPrompt="1"/>
          </p:nvPr>
        </p:nvSpPr>
        <p:spPr>
          <a:xfrm>
            <a:off x="609480" y="273600"/>
            <a:ext cx="10972440" cy="1144800"/>
          </a:xfrm>
          <a:prstGeom prst="rect">
            <a:avLst/>
          </a:prstGeom>
          <a:noFill/>
          <a:ln w="0">
            <a:noFill/>
          </a:ln>
        </p:spPr>
        <p:txBody>
          <a:bodyPr lIns="0" tIns="0" rIns="0" bIns="0" anchor="ctr">
            <a:noAutofit/>
          </a:bodyPr>
          <a:lstStyle>
            <a:lvl1pPr indent="0" algn="l">
              <a:buNone/>
              <a:defRPr sz="1800" b="0" u="none">
                <a:solidFill>
                  <a:schemeClr val="dk1"/>
                </a:solidFill>
                <a:latin typeface="微软雅黑"/>
                <a:ea typeface="微软雅黑"/>
                <a:cs typeface="微软雅黑"/>
              </a:defRPr>
            </a:lvl1pPr>
          </a:lstStyle>
          <a:p>
            <a:pPr indent="0" algn="l">
              <a:buNone/>
            </a:pPr>
            <a:r>
              <a:rPr sz="1800" b="0" u="none">
                <a:solidFill>
                  <a:schemeClr val="dk1"/>
                </a:solidFill>
                <a:latin typeface="微软雅黑"/>
                <a:ea typeface="微软雅黑"/>
                <a:cs typeface="微软雅黑"/>
              </a:rPr>
              <a:t>Click to edit the title text format</a:t>
            </a:r>
            <a:endParaRPr sz="1800" b="0" u="none">
              <a:solidFill>
                <a:schemeClr val="dk1"/>
              </a:solidFill>
              <a:latin typeface="微软雅黑"/>
              <a:ea typeface="微软雅黑"/>
              <a:cs typeface="微软雅黑"/>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目录页2">
    <p:bg>
      <p:bgPr>
        <a:solidFill>
          <a:srgbClr val="FFFFFF"/>
        </a:solidFill>
        <a:effectLst/>
      </p:bgPr>
    </p:bg>
    <p:spTree>
      <p:nvGrpSpPr>
        <p:cNvPr id="1" name=""/>
        <p:cNvGrpSpPr/>
        <p:nvPr/>
      </p:nvGrpSpPr>
      <p:grpSpPr/>
      <p:pic>
        <p:nvPicPr>
          <p:cNvPr id="1215"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183"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184"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85"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86"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87"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189"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90"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191"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192"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93"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94"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95" name="PlaceHolder 1"/>
          <p:cNvSpPr>
            <a:spLocks noGrp="1"/>
          </p:cNvSpPr>
          <p:nvPr>
            <p:ph type="body" hasCustomPrompt="1"/>
          </p:nvPr>
        </p:nvSpPr>
        <p:spPr>
          <a:xfrm>
            <a:off x="0" y="0"/>
            <a:ext cx="4136400" cy="6857640"/>
          </a:xfrm>
          <a:prstGeom prst="rect">
            <a:avLst/>
          </a:prstGeom>
          <a:solidFill>
            <a:schemeClr val="accent1">
              <a:lumMod val="20000"/>
              <a:lumOff val="80000"/>
            </a:schemeClr>
          </a:solidFill>
          <a:ln w="0">
            <a:noFill/>
          </a:ln>
        </p:spPr>
        <p:txBody>
          <a:bodyPr lIns="90000" tIns="45000" rIns="90000" bIns="45000" anchor="ctr">
            <a:noAutofit/>
          </a:bodyPr>
          <a:lstStyle>
            <a:lvl1pPr indent="0" algn="ctr" defTabSz="914400">
              <a:lnSpc>
                <a:spcPct val="100000"/>
              </a:lnSpc>
              <a:buNone/>
              <a:tabLst>
                <a:tab pos="0" algn="l"/>
              </a:tabLst>
              <a:defRPr sz="1800" b="0" u="none">
                <a:solidFill>
                  <a:schemeClr val="dk1"/>
                </a:solidFill>
                <a:latin typeface="微软雅黑"/>
                <a:ea typeface="微软雅黑"/>
                <a:cs typeface="微软雅黑"/>
              </a:defRPr>
            </a:lvl1pPr>
          </a:lstStyle>
          <a:p>
            <a:pPr indent="0" algn="ctr" defTabSz="914400">
              <a:lnSpc>
                <a:spcPct val="100000"/>
              </a:lnSpc>
              <a:buNone/>
              <a:tabLst>
                <a:tab pos="0" algn="l"/>
              </a:tabLst>
            </a:pPr>
            <a:r>
              <a:rPr sz="1800" b="0" u="none">
                <a:solidFill>
                  <a:schemeClr val="dk1"/>
                </a:solidFill>
                <a:latin typeface="微软雅黑"/>
                <a:ea typeface="微软雅黑"/>
                <a:cs typeface="微软雅黑"/>
              </a:rPr>
              <a:t>点此更换图片</a:t>
            </a:r>
            <a:endParaRPr sz="1800" b="1" u="none">
              <a:solidFill>
                <a:schemeClr val="dk1">
                  <a:lumMod val="85000"/>
                  <a:lumOff val="15000"/>
                </a:schemeClr>
              </a:solidFill>
              <a:latin typeface="Arial" panose="020B0604020202090204"/>
              <a:ea typeface="Arial" panose="020B0604020202090204"/>
              <a:cs typeface="Arial" panose="020B0604020202090204"/>
            </a:endParaRPr>
          </a:p>
        </p:txBody>
      </p:sp>
      <p:pic>
        <p:nvPicPr>
          <p:cNvPr id="1228" name="图片 2" hidden="1"/>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198" name="任意多边形: 形状 3"/>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199" name="任意多边形: 形状 4"/>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00" name="任意多边形: 形状 5"/>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01" name="任意多边形: 形状 6"/>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02"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204"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05" name="任意多边形: 形状 12"/>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206" name="任意多边形: 形状 13"/>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207" name="任意多边形: 形状 14"/>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08" name="任意多边形: 形状 15"/>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09"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10" name="矩形 19"/>
          <p:cNvSpPr>
            <a:spLocks noGrp="1"/>
          </p:cNvSpPr>
          <p:nvPr/>
        </p:nvSpPr>
        <p:spPr>
          <a:xfrm flipH="1">
            <a:off x="4048200" y="0"/>
            <a:ext cx="252000" cy="6857640"/>
          </a:xfrm>
          <a:prstGeom prst="rect">
            <a:avLst/>
          </a:prstGeom>
          <a:solidFill>
            <a:srgbClr val="ED6F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accent1"/>
              </a:solidFill>
              <a:latin typeface="微软雅黑"/>
              <a:ea typeface="微软雅黑"/>
              <a:cs typeface="微软雅黑"/>
            </a:endParaRPr>
          </a:p>
        </p:txBody>
      </p:sp>
      <p:sp>
        <p:nvSpPr>
          <p:cNvPr id="1211" name="PlaceHolder 2"/>
          <p:cNvSpPr>
            <a:spLocks noGrp="1"/>
          </p:cNvSpPr>
          <p:nvPr>
            <p:ph type="title" idx="10" hasCustomPrompt="1"/>
          </p:nvPr>
        </p:nvSpPr>
        <p:spPr>
          <a:xfrm>
            <a:off x="5143680" y="898560"/>
            <a:ext cx="4161960" cy="748800"/>
          </a:xfrm>
          <a:prstGeom prst="rect">
            <a:avLst/>
          </a:prstGeom>
          <a:noFill/>
          <a:ln w="0">
            <a:noFill/>
          </a:ln>
        </p:spPr>
        <p:txBody>
          <a:bodyPr lIns="90000" tIns="45000" rIns="90000" bIns="45000" anchor="t">
            <a:spAutoFit/>
          </a:bodyPr>
          <a:lstStyle>
            <a:lvl1pPr indent="0" algn="l" defTabSz="914400">
              <a:lnSpc>
                <a:spcPct val="90000"/>
              </a:lnSpc>
              <a:buNone/>
              <a:defRPr sz="4800" b="1" u="none">
                <a:solidFill>
                  <a:schemeClr val="accent1"/>
                </a:solidFill>
                <a:latin typeface="微软雅黑"/>
                <a:ea typeface="微软雅黑"/>
                <a:cs typeface="微软雅黑"/>
              </a:defRPr>
            </a:lvl1pPr>
          </a:lstStyle>
          <a:p>
            <a:pPr indent="0" algn="l" defTabSz="914400">
              <a:lnSpc>
                <a:spcPct val="90000"/>
              </a:lnSpc>
              <a:buNone/>
            </a:pPr>
            <a:r>
              <a:rPr sz="4800" b="1" u="none">
                <a:solidFill>
                  <a:schemeClr val="accent1"/>
                </a:solidFill>
                <a:latin typeface="微软雅黑"/>
                <a:ea typeface="微软雅黑"/>
                <a:cs typeface="微软雅黑"/>
              </a:rPr>
              <a:t>目录</a:t>
            </a:r>
            <a:endParaRPr sz="4800" b="1" u="none">
              <a:solidFill>
                <a:schemeClr val="accent1"/>
              </a:solidFill>
              <a:latin typeface="微软雅黑"/>
              <a:ea typeface="微软雅黑"/>
              <a:cs typeface="微软雅黑"/>
            </a:endParaRPr>
          </a:p>
        </p:txBody>
      </p:sp>
      <p:sp>
        <p:nvSpPr>
          <p:cNvPr id="1212" name="PlaceHolder 3"/>
          <p:cNvSpPr>
            <a:spLocks noGrp="1"/>
          </p:cNvSpPr>
          <p:nvPr>
            <p:ph type="body" idx="20" hasCustomPrompt="1"/>
          </p:nvPr>
        </p:nvSpPr>
        <p:spPr>
          <a:xfrm>
            <a:off x="6462360" y="1916280"/>
            <a:ext cx="5667120" cy="3952440"/>
          </a:xfrm>
          <a:prstGeom prst="rect">
            <a:avLst/>
          </a:prstGeom>
          <a:noFill/>
          <a:ln w="0">
            <a:noFill/>
          </a:ln>
        </p:spPr>
        <p:txBody>
          <a:bodyPr lIns="90000" tIns="45000" rIns="90000" bIns="45000" anchor="t">
            <a:noAutofit/>
          </a:bodyPr>
          <a:lstStyle>
            <a:lvl1pPr algn="l" defTabSz="914400">
              <a:lnSpc>
                <a:spcPct val="250000"/>
              </a:lnSpc>
              <a:buClr>
                <a:srgbClr val="262626"/>
              </a:buClr>
              <a:buFont typeface="微软雅黑"/>
              <a:buAutoNum type="arabicPeriod"/>
              <a:tabLst>
                <a:tab pos="0" algn="l"/>
              </a:tabLst>
              <a:defRPr sz="2000" b="1" u="none">
                <a:solidFill>
                  <a:schemeClr val="dk1">
                    <a:lumMod val="85000"/>
                    <a:lumOff val="15000"/>
                  </a:schemeClr>
                </a:solidFill>
                <a:latin typeface="Arial" panose="020B0604020202090204"/>
                <a:ea typeface="Arial" panose="020B0604020202090204"/>
                <a:cs typeface="Arial" panose="020B0604020202090204"/>
              </a:defRPr>
            </a:lvl1pPr>
            <a:lvl2pPr algn="l" defTabSz="914400">
              <a:lnSpc>
                <a:spcPct val="250000"/>
              </a:lnSpc>
              <a:buClr>
                <a:srgbClr val="262626"/>
              </a:buClr>
              <a:buFont typeface="微软雅黑"/>
              <a:buAutoNum type="arabicPeriod"/>
              <a:tabLst>
                <a:tab pos="0" algn="l"/>
              </a:tabLst>
              <a:defRPr sz="2000" b="1" u="none">
                <a:solidFill>
                  <a:schemeClr val="dk1">
                    <a:lumMod val="85000"/>
                    <a:lumOff val="15000"/>
                  </a:schemeClr>
                </a:solidFill>
                <a:latin typeface="Arial" panose="020B0604020202090204"/>
                <a:ea typeface="Arial" panose="020B0604020202090204"/>
                <a:cs typeface="Arial" panose="020B0604020202090204"/>
              </a:defRPr>
            </a:lvl2pPr>
            <a:lvl3pPr algn="l" defTabSz="914400">
              <a:lnSpc>
                <a:spcPct val="250000"/>
              </a:lnSpc>
              <a:buClr>
                <a:srgbClr val="262626"/>
              </a:buClr>
              <a:buFont typeface="微软雅黑"/>
              <a:buAutoNum type="arabicPeriod"/>
              <a:tabLst>
                <a:tab pos="0" algn="l"/>
              </a:tabLst>
              <a:defRPr sz="2000" b="1" u="none">
                <a:solidFill>
                  <a:schemeClr val="dk1">
                    <a:lumMod val="85000"/>
                    <a:lumOff val="15000"/>
                  </a:schemeClr>
                </a:solidFill>
                <a:latin typeface="Arial" panose="020B0604020202090204"/>
                <a:ea typeface="Arial" panose="020B0604020202090204"/>
                <a:cs typeface="Arial" panose="020B0604020202090204"/>
              </a:defRPr>
            </a:lvl3pPr>
            <a:lvl4pPr algn="l" defTabSz="914400">
              <a:lnSpc>
                <a:spcPct val="250000"/>
              </a:lnSpc>
              <a:buClr>
                <a:srgbClr val="262626"/>
              </a:buClr>
              <a:buFont typeface="微软雅黑"/>
              <a:buAutoNum type="arabicPeriod"/>
              <a:tabLst>
                <a:tab pos="0" algn="l"/>
              </a:tabLst>
              <a:defRPr sz="2000" b="1" u="none">
                <a:solidFill>
                  <a:schemeClr val="dk1">
                    <a:lumMod val="85000"/>
                    <a:lumOff val="15000"/>
                  </a:schemeClr>
                </a:solidFill>
                <a:latin typeface="Arial" panose="020B0604020202090204"/>
                <a:ea typeface="Arial" panose="020B0604020202090204"/>
                <a:cs typeface="Arial" panose="020B0604020202090204"/>
              </a:defRPr>
            </a:lvl4pPr>
            <a:lvl5pPr indent="0" algn="l" defTabSz="914400">
              <a:lnSpc>
                <a:spcPct val="250000"/>
              </a:lnSpc>
              <a:buNone/>
              <a:tabLst>
                <a:tab pos="0" algn="l"/>
              </a:tabLst>
              <a:defRPr sz="2000" b="1" u="none">
                <a:solidFill>
                  <a:schemeClr val="dk1">
                    <a:lumMod val="85000"/>
                    <a:lumOff val="15000"/>
                  </a:schemeClr>
                </a:solidFill>
                <a:latin typeface="Arial" panose="020B0604020202090204"/>
                <a:ea typeface="Arial" panose="020B0604020202090204"/>
                <a:cs typeface="Arial" panose="020B0604020202090204"/>
              </a:defRPr>
            </a:lvl5pPr>
          </a:lstStyle>
          <a:p>
            <a:pPr marL="360045" indent="-360045" algn="l" defTabSz="914400">
              <a:lnSpc>
                <a:spcPct val="250000"/>
              </a:lnSpc>
              <a:buClr>
                <a:srgbClr val="262626"/>
              </a:buClr>
              <a:buFont typeface="微软雅黑"/>
              <a:buAutoNum type="arabicPeriod"/>
              <a:tabLst>
                <a:tab pos="0" algn="l"/>
              </a:tabLst>
            </a:pPr>
            <a:r>
              <a:rPr sz="2000" b="1" u="none">
                <a:solidFill>
                  <a:schemeClr val="dk1">
                    <a:lumMod val="85000"/>
                    <a:lumOff val="15000"/>
                  </a:schemeClr>
                </a:solidFill>
                <a:latin typeface="Arial" panose="020B0604020202090204"/>
                <a:ea typeface="Arial" panose="020B0604020202090204"/>
                <a:cs typeface="Arial" panose="020B0604020202090204"/>
              </a:rPr>
              <a:t>单击此处编辑标题样式</a:t>
            </a:r>
            <a:endParaRPr sz="2000" b="1" u="none">
              <a:solidFill>
                <a:schemeClr val="dk1">
                  <a:lumMod val="85000"/>
                  <a:lumOff val="15000"/>
                </a:schemeClr>
              </a:solidFill>
              <a:latin typeface="Arial" panose="020B0604020202090204"/>
              <a:ea typeface="Arial" panose="020B0604020202090204"/>
              <a:cs typeface="Arial" panose="020B0604020202090204"/>
            </a:endParaRPr>
          </a:p>
          <a:p>
            <a:pPr marL="360045" indent="-360045" algn="l" defTabSz="914400">
              <a:lnSpc>
                <a:spcPct val="250000"/>
              </a:lnSpc>
              <a:buClr>
                <a:srgbClr val="262626"/>
              </a:buClr>
              <a:buFont typeface="微软雅黑"/>
              <a:buAutoNum type="arabicPeriod"/>
              <a:tabLst>
                <a:tab pos="0" algn="l"/>
              </a:tabLst>
            </a:pPr>
            <a:r>
              <a:rPr sz="2000" b="1" u="none">
                <a:solidFill>
                  <a:schemeClr val="dk1">
                    <a:lumMod val="85000"/>
                    <a:lumOff val="15000"/>
                  </a:schemeClr>
                </a:solidFill>
                <a:latin typeface="Arial" panose="020B0604020202090204"/>
                <a:ea typeface="Arial" panose="020B0604020202090204"/>
                <a:cs typeface="Arial" panose="020B0604020202090204"/>
              </a:rPr>
              <a:t>单击此处编辑标题样式</a:t>
            </a:r>
            <a:endParaRPr sz="2000" b="1" u="none">
              <a:solidFill>
                <a:schemeClr val="dk1">
                  <a:lumMod val="85000"/>
                  <a:lumOff val="15000"/>
                </a:schemeClr>
              </a:solidFill>
              <a:latin typeface="Arial" panose="020B0604020202090204"/>
              <a:ea typeface="Arial" panose="020B0604020202090204"/>
              <a:cs typeface="Arial" panose="020B0604020202090204"/>
            </a:endParaRPr>
          </a:p>
          <a:p>
            <a:pPr marL="360045" indent="-360045" algn="l" defTabSz="914400">
              <a:lnSpc>
                <a:spcPct val="250000"/>
              </a:lnSpc>
              <a:buClr>
                <a:srgbClr val="262626"/>
              </a:buClr>
              <a:buFont typeface="微软雅黑"/>
              <a:buAutoNum type="arabicPeriod"/>
              <a:tabLst>
                <a:tab pos="0" algn="l"/>
              </a:tabLst>
            </a:pPr>
            <a:r>
              <a:rPr sz="2000" b="1" u="none">
                <a:solidFill>
                  <a:schemeClr val="dk1">
                    <a:lumMod val="85000"/>
                    <a:lumOff val="15000"/>
                  </a:schemeClr>
                </a:solidFill>
                <a:latin typeface="Arial" panose="020B0604020202090204"/>
                <a:ea typeface="Arial" panose="020B0604020202090204"/>
                <a:cs typeface="Arial" panose="020B0604020202090204"/>
              </a:rPr>
              <a:t>单击此处编辑标题样式</a:t>
            </a:r>
            <a:endParaRPr sz="2000" b="1" u="none">
              <a:solidFill>
                <a:schemeClr val="dk1">
                  <a:lumMod val="85000"/>
                  <a:lumOff val="15000"/>
                </a:schemeClr>
              </a:solidFill>
              <a:latin typeface="Arial" panose="020B0604020202090204"/>
              <a:ea typeface="Arial" panose="020B0604020202090204"/>
              <a:cs typeface="Arial" panose="020B0604020202090204"/>
            </a:endParaRPr>
          </a:p>
          <a:p>
            <a:pPr marL="360045" indent="-360045" algn="l" defTabSz="914400">
              <a:lnSpc>
                <a:spcPct val="250000"/>
              </a:lnSpc>
              <a:buClr>
                <a:srgbClr val="262626"/>
              </a:buClr>
              <a:buFont typeface="微软雅黑"/>
              <a:buAutoNum type="arabicPeriod"/>
              <a:tabLst>
                <a:tab pos="0" algn="l"/>
              </a:tabLst>
            </a:pPr>
            <a:r>
              <a:rPr sz="2000" b="1" u="none">
                <a:solidFill>
                  <a:schemeClr val="dk1">
                    <a:lumMod val="85000"/>
                    <a:lumOff val="15000"/>
                  </a:schemeClr>
                </a:solidFill>
                <a:latin typeface="Arial" panose="020B0604020202090204"/>
                <a:ea typeface="Arial" panose="020B0604020202090204"/>
                <a:cs typeface="Arial" panose="020B0604020202090204"/>
              </a:rPr>
              <a:t>单击此处编辑标题样式</a:t>
            </a:r>
            <a:endParaRPr sz="2000" b="1" u="none">
              <a:solidFill>
                <a:schemeClr val="dk1">
                  <a:lumMod val="85000"/>
                  <a:lumOff val="15000"/>
                </a:schemeClr>
              </a:solidFill>
              <a:latin typeface="Arial" panose="020B0604020202090204"/>
              <a:ea typeface="Arial" panose="020B0604020202090204"/>
              <a:cs typeface="Arial" panose="020B0604020202090204"/>
            </a:endParaRPr>
          </a:p>
          <a:p>
            <a:pPr indent="0" algn="l" defTabSz="914400">
              <a:lnSpc>
                <a:spcPct val="250000"/>
              </a:lnSpc>
              <a:buNone/>
              <a:tabLst>
                <a:tab pos="0" algn="l"/>
              </a:tabLst>
            </a:pPr>
            <a:endParaRPr sz="2000" b="1" u="none">
              <a:solidFill>
                <a:schemeClr val="dk1">
                  <a:lumMod val="85000"/>
                  <a:lumOff val="15000"/>
                </a:schemeClr>
              </a:solidFill>
              <a:latin typeface="Arial" panose="020B0604020202090204"/>
              <a:ea typeface="Arial" panose="020B0604020202090204"/>
              <a:cs typeface="Arial" panose="020B06040202020902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过渡页">
    <p:bg>
      <p:bgPr>
        <a:solidFill>
          <a:srgbClr val="FFFFFF"/>
        </a:solidFill>
        <a:effectLst/>
      </p:bgPr>
    </p:bg>
    <p:spTree>
      <p:nvGrpSpPr>
        <p:cNvPr id="1" name=""/>
        <p:cNvGrpSpPr/>
        <p:nvPr/>
      </p:nvGrpSpPr>
      <p:grpSpPr/>
      <p:pic>
        <p:nvPicPr>
          <p:cNvPr id="1246"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215"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216"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17"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18"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19"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221"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22"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223"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224"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25"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26"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28" name="任意多边形: 形状 10"/>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229" name="任意多边形: 形状 11"/>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30" name="任意多边形: 形状 12"/>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31" name="任意多边形: 形状 13"/>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32" name="任意多边形: 形状 14"/>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234" name="任意多边形: 形状 19"/>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35" name="任意多边形: 形状 20"/>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236" name="任意多边形: 形状 21"/>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237" name="任意多边形: 形状 22"/>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38" name="任意多边形: 形状 23"/>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39" name="任意多边形: 形状 18"/>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40" name="文本框 4"/>
          <p:cNvSpPr>
            <a:spLocks noGrp="1"/>
          </p:cNvSpPr>
          <p:nvPr/>
        </p:nvSpPr>
        <p:spPr>
          <a:xfrm>
            <a:off x="3494880" y="1738800"/>
            <a:ext cx="5202000" cy="10983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noAutofit/>
          </a:bodyPr>
          <a:lstStyle/>
          <a:p>
            <a:pPr algn="ctr" defTabSz="914400">
              <a:lnSpc>
                <a:spcPct val="90000"/>
              </a:lnSpc>
              <a:buNone/>
            </a:pPr>
            <a:r>
              <a:rPr sz="8000" b="1" u="none">
                <a:solidFill>
                  <a:schemeClr val="lt1">
                    <a:lumMod val="85000"/>
                    <a:alpha val="50000"/>
                  </a:schemeClr>
                </a:solidFill>
                <a:latin typeface="Arial" panose="020B0604020202090204"/>
                <a:ea typeface="Arial" panose="020B0604020202090204"/>
                <a:cs typeface="Arial" panose="020B0604020202090204"/>
              </a:rPr>
              <a:t>ISCAS</a:t>
            </a:r>
            <a:endParaRPr sz="8000" b="0" u="none">
              <a:solidFill>
                <a:srgbClr val="000000"/>
              </a:solidFill>
              <a:latin typeface="Arial" panose="020B0604020202090204"/>
              <a:ea typeface="Arial" panose="020B0604020202090204"/>
              <a:cs typeface="Arial" panose="020B0604020202090204"/>
            </a:endParaRPr>
          </a:p>
        </p:txBody>
      </p:sp>
      <p:sp>
        <p:nvSpPr>
          <p:cNvPr id="1241" name="PlaceHolder 1"/>
          <p:cNvSpPr>
            <a:spLocks noGrp="1"/>
          </p:cNvSpPr>
          <p:nvPr>
            <p:ph type="title"/>
          </p:nvPr>
        </p:nvSpPr>
        <p:spPr>
          <a:xfrm>
            <a:off x="2618280" y="3148200"/>
            <a:ext cx="6955560" cy="693720"/>
          </a:xfrm>
          <a:prstGeom prst="rect">
            <a:avLst/>
          </a:prstGeom>
          <a:noFill/>
          <a:ln w="0">
            <a:noFill/>
          </a:ln>
        </p:spPr>
        <p:txBody>
          <a:bodyPr lIns="90000" tIns="45000" rIns="90000" bIns="45000" anchor="t">
            <a:spAutoFit/>
          </a:bodyPr>
          <a:lstStyle>
            <a:lvl1pPr indent="0" algn="ctr" defTabSz="914400">
              <a:lnSpc>
                <a:spcPct val="90000"/>
              </a:lnSpc>
              <a:buNone/>
              <a:defRPr sz="4400" b="1" u="none">
                <a:solidFill>
                  <a:schemeClr val="dk1"/>
                </a:solidFill>
                <a:latin typeface="微软雅黑"/>
                <a:ea typeface="微软雅黑"/>
                <a:cs typeface="微软雅黑"/>
              </a:defRPr>
            </a:lvl1pPr>
          </a:lstStyle>
          <a:p>
            <a:pPr indent="0" algn="ctr" defTabSz="914400">
              <a:lnSpc>
                <a:spcPct val="90000"/>
              </a:lnSpc>
              <a:buNone/>
            </a:pPr>
            <a:r>
              <a:rPr sz="4400" b="1" u="none">
                <a:solidFill>
                  <a:schemeClr val="dk1"/>
                </a:solidFill>
                <a:latin typeface="微软雅黑"/>
                <a:ea typeface="微软雅黑"/>
                <a:cs typeface="微软雅黑"/>
              </a:rPr>
              <a:t>单击此处编辑母版标题样式</a:t>
            </a:r>
            <a:endParaRPr sz="4400" b="1" u="none">
              <a:solidFill>
                <a:schemeClr val="dk1"/>
              </a:solidFill>
              <a:latin typeface="微软雅黑"/>
              <a:ea typeface="微软雅黑"/>
              <a:cs typeface="微软雅黑"/>
            </a:endParaRPr>
          </a:p>
        </p:txBody>
      </p:sp>
      <p:sp>
        <p:nvSpPr>
          <p:cNvPr id="1242" name="矩形: 对角圆角 2"/>
          <p:cNvSpPr>
            <a:spLocks noGrp="1"/>
          </p:cNvSpPr>
          <p:nvPr/>
        </p:nvSpPr>
        <p:spPr>
          <a:xfrm>
            <a:off x="4780440" y="2158920"/>
            <a:ext cx="2586240" cy="623520"/>
          </a:xfrm>
          <a:prstGeom prst="round2DiagRect">
            <a:avLst>
              <a:gd name="adj1" fmla="val 50000"/>
              <a:gd name="adj2" fmla="val 0"/>
            </a:avLst>
          </a:prstGeom>
          <a:gradFill rotWithShape="0">
            <a:gsLst>
              <a:gs pos="5000">
                <a:srgbClr val="ED6F00"/>
              </a:gs>
              <a:gs pos="100000">
                <a:srgbClr val="FF8F2D"/>
              </a:gs>
            </a:gsLst>
            <a:lin ang="54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微软雅黑"/>
              <a:ea typeface="微软雅黑"/>
              <a:cs typeface="微软雅黑"/>
            </a:endParaRPr>
          </a:p>
        </p:txBody>
      </p:sp>
      <p:sp>
        <p:nvSpPr>
          <p:cNvPr id="1243" name="PlaceHolder 2"/>
          <p:cNvSpPr>
            <a:spLocks noGrp="1"/>
          </p:cNvSpPr>
          <p:nvPr>
            <p:ph type="body" idx="10" hasCustomPrompt="1"/>
          </p:nvPr>
        </p:nvSpPr>
        <p:spPr>
          <a:xfrm>
            <a:off x="5256720" y="2208960"/>
            <a:ext cx="1678320" cy="529560"/>
          </a:xfrm>
          <a:prstGeom prst="rect">
            <a:avLst/>
          </a:prstGeom>
          <a:noFill/>
          <a:ln w="0">
            <a:noFill/>
          </a:ln>
        </p:spPr>
        <p:txBody>
          <a:bodyPr lIns="90000" tIns="45000" rIns="90000" bIns="45000" anchor="t">
            <a:spAutoFit/>
          </a:bodyPr>
          <a:lstStyle>
            <a:lvl1pPr indent="0" algn="ctr" defTabSz="914400">
              <a:lnSpc>
                <a:spcPct val="90000"/>
              </a:lnSpc>
              <a:buNone/>
              <a:tabLst>
                <a:tab pos="0" algn="l"/>
              </a:tabLst>
              <a:defRPr sz="3200" b="1" u="none">
                <a:solidFill>
                  <a:schemeClr val="lt1"/>
                </a:solidFill>
                <a:latin typeface="微软雅黑"/>
                <a:ea typeface="微软雅黑"/>
                <a:cs typeface="微软雅黑"/>
              </a:defRPr>
            </a:lvl1pPr>
          </a:lstStyle>
          <a:p>
            <a:pPr indent="0" algn="ctr" defTabSz="914400">
              <a:lnSpc>
                <a:spcPct val="90000"/>
              </a:lnSpc>
              <a:buNone/>
              <a:tabLst>
                <a:tab pos="0" algn="l"/>
              </a:tabLst>
            </a:pPr>
            <a:r>
              <a:rPr sz="3200" b="1" u="none">
                <a:solidFill>
                  <a:schemeClr val="lt1"/>
                </a:solidFill>
                <a:latin typeface="微软雅黑"/>
                <a:ea typeface="微软雅黑"/>
                <a:cs typeface="微软雅黑"/>
              </a:rPr>
              <a:t>第</a:t>
            </a:r>
            <a:r>
              <a:rPr sz="3200" b="1" u="none">
                <a:solidFill>
                  <a:schemeClr val="lt1"/>
                </a:solidFill>
                <a:latin typeface="微软雅黑"/>
                <a:ea typeface="微软雅黑"/>
                <a:cs typeface="微软雅黑"/>
              </a:rPr>
              <a:t>#</a:t>
            </a:r>
            <a:r>
              <a:rPr sz="3200" b="1" u="none">
                <a:solidFill>
                  <a:schemeClr val="lt1"/>
                </a:solidFill>
                <a:latin typeface="微软雅黑"/>
                <a:ea typeface="微软雅黑"/>
                <a:cs typeface="微软雅黑"/>
              </a:rPr>
              <a:t>部分</a:t>
            </a:r>
            <a:endParaRPr sz="3200" b="1" u="none">
              <a:solidFill>
                <a:schemeClr val="lt1"/>
              </a:solidFill>
              <a:latin typeface="微软雅黑"/>
              <a:ea typeface="微软雅黑"/>
              <a:cs typeface="微软雅黑"/>
            </a:endParaRPr>
          </a:p>
        </p:txBody>
      </p:sp>
      <p:pic>
        <p:nvPicPr>
          <p:cNvPr id="1273" name="Picture 1"/>
          <p:cNvPicPr>
            <a:picLocks noChangeAspect="1"/>
          </p:cNvPicPr>
          <p:nvPr/>
        </p:nvPicPr>
        <p:blipFill>
          <a:blip r:embed="rId3"/>
          <a:stretch>
            <a:fillRect/>
          </a:stretch>
        </p:blipFill>
        <p:spPr>
          <a:xfrm>
            <a:off x="8939880" y="3606120"/>
            <a:ext cx="3251520" cy="3251520"/>
          </a:xfrm>
          <a:prstGeom prst="rect">
            <a:avLst/>
          </a:prstGeom>
          <a:ln w="0">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过渡页2">
    <p:bg>
      <p:bgPr>
        <a:solidFill>
          <a:srgbClr val="FFFFFF"/>
        </a:solidFill>
        <a:effectLst/>
      </p:bgPr>
    </p:bg>
    <p:spTree>
      <p:nvGrpSpPr>
        <p:cNvPr id="1" name=""/>
        <p:cNvGrpSpPr/>
        <p:nvPr/>
      </p:nvGrpSpPr>
      <p:grpSpPr/>
      <p:pic>
        <p:nvPicPr>
          <p:cNvPr id="1292"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1247"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248"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49"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50"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51"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253"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54"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255"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256"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57"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58"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60" name="任意多边形: 形状 10"/>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261" name="任意多边形: 形状 11"/>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62" name="任意多边形: 形状 12"/>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63" name="任意多边形: 形状 13"/>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64" name="任意多边形: 形状 14"/>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266" name="任意多边形: 形状 19"/>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67" name="任意多边形: 形状 20"/>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268" name="任意多边形: 形状 21"/>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269" name="任意多边形: 形状 22"/>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70" name="任意多边形: 形状 23"/>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71" name="任意多边形: 形状 18"/>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1315" name="图片 5"/>
          <p:cNvPicPr>
            <a:picLocks noChangeAspect="1"/>
          </p:cNvPicPr>
          <p:nvPr/>
        </p:nvPicPr>
        <p:blipFill>
          <a:blip r:embed="rId3"/>
          <a:stretch>
            <a:fillRect/>
          </a:stretch>
        </p:blipFill>
        <p:spPr>
          <a:xfrm>
            <a:off x="5334120" y="0"/>
            <a:ext cx="6857640" cy="6857640"/>
          </a:xfrm>
          <a:prstGeom prst="rect">
            <a:avLst/>
          </a:prstGeom>
          <a:ln w="0">
            <a:noFill/>
          </a:ln>
        </p:spPr>
      </p:pic>
      <p:sp>
        <p:nvSpPr>
          <p:cNvPr id="1273" name="PlaceHolder 1"/>
          <p:cNvSpPr>
            <a:spLocks noGrp="1"/>
          </p:cNvSpPr>
          <p:nvPr>
            <p:ph type="body" hasCustomPrompt="1"/>
          </p:nvPr>
        </p:nvSpPr>
        <p:spPr>
          <a:xfrm>
            <a:off x="993960" y="2801160"/>
            <a:ext cx="4250880" cy="14461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sz="4400" b="1" u="none">
                <a:solidFill>
                  <a:schemeClr val="accent1"/>
                </a:solidFill>
                <a:latin typeface="微软雅黑"/>
                <a:ea typeface="微软雅黑"/>
                <a:cs typeface="微软雅黑"/>
              </a:defRPr>
            </a:lvl1pPr>
          </a:lstStyle>
          <a:p>
            <a:pPr indent="0" algn="l" defTabSz="914400">
              <a:lnSpc>
                <a:spcPct val="90000"/>
              </a:lnSpc>
              <a:spcBef>
                <a:spcPts val="1000"/>
              </a:spcBef>
              <a:buNone/>
              <a:tabLst>
                <a:tab pos="0" algn="l"/>
              </a:tabLst>
            </a:pPr>
            <a:r>
              <a:rPr sz="4400" b="1" u="none">
                <a:solidFill>
                  <a:schemeClr val="accent1"/>
                </a:solidFill>
                <a:latin typeface="微软雅黑"/>
                <a:ea typeface="微软雅黑"/>
                <a:cs typeface="微软雅黑"/>
              </a:rPr>
              <a:t>输入章节标题</a:t>
            </a:r>
            <a:endParaRPr sz="4400" b="1" u="none">
              <a:solidFill>
                <a:srgbClr val="000000"/>
              </a:solidFill>
              <a:latin typeface="微软雅黑"/>
              <a:ea typeface="微软雅黑"/>
              <a:cs typeface="微软雅黑"/>
            </a:endParaRPr>
          </a:p>
        </p:txBody>
      </p:sp>
      <p:sp>
        <p:nvSpPr>
          <p:cNvPr id="1274" name="PlaceHolder 2"/>
          <p:cNvSpPr>
            <a:spLocks noGrp="1"/>
          </p:cNvSpPr>
          <p:nvPr>
            <p:ph type="body" idx="10" hasCustomPrompt="1"/>
          </p:nvPr>
        </p:nvSpPr>
        <p:spPr>
          <a:xfrm>
            <a:off x="1851120" y="2270880"/>
            <a:ext cx="804240" cy="276480"/>
          </a:xfrm>
          <a:prstGeom prst="rect">
            <a:avLst/>
          </a:prstGeom>
          <a:noFill/>
          <a:ln w="0">
            <a:noFill/>
          </a:ln>
        </p:spPr>
        <p:txBody>
          <a:bodyPr lIns="119880" tIns="59760" rIns="119880" bIns="59760" anchor="ctr">
            <a:noAutofit/>
          </a:bodyPr>
          <a:lstStyle>
            <a:lvl1pPr indent="0" algn="l" defTabSz="914400">
              <a:lnSpc>
                <a:spcPct val="120000"/>
              </a:lnSpc>
              <a:buNone/>
              <a:tabLst>
                <a:tab pos="0" algn="l"/>
              </a:tabLst>
              <a:defRPr sz="1200" b="0" u="none">
                <a:solidFill>
                  <a:schemeClr val="accent1"/>
                </a:solidFill>
                <a:latin typeface="Arial" panose="020B0604020202090204"/>
                <a:ea typeface="Arial" panose="020B0604020202090204"/>
                <a:cs typeface="Arial" panose="020B0604020202090204"/>
              </a:defRPr>
            </a:lvl1pPr>
          </a:lstStyle>
          <a:p>
            <a:pPr indent="0" algn="l" defTabSz="914400">
              <a:lnSpc>
                <a:spcPct val="120000"/>
              </a:lnSpc>
              <a:buNone/>
              <a:tabLst>
                <a:tab pos="0" algn="l"/>
              </a:tabLst>
            </a:pPr>
            <a:r>
              <a:rPr sz="1200" b="0" u="none">
                <a:solidFill>
                  <a:schemeClr val="accent1"/>
                </a:solidFill>
                <a:latin typeface="Arial" panose="020B0604020202090204"/>
                <a:ea typeface="Arial" panose="020B0604020202090204"/>
                <a:cs typeface="Arial" panose="020B0604020202090204"/>
              </a:rPr>
              <a:t>Part #</a:t>
            </a:r>
            <a:endParaRPr sz="1200" b="1" u="none">
              <a:solidFill>
                <a:srgbClr val="000000"/>
              </a:solidFill>
              <a:latin typeface="微软雅黑"/>
              <a:ea typeface="微软雅黑"/>
              <a:cs typeface="微软雅黑"/>
            </a:endParaRPr>
          </a:p>
        </p:txBody>
      </p:sp>
      <p:sp>
        <p:nvSpPr>
          <p:cNvPr id="1275" name="PlaceHolder 3"/>
          <p:cNvSpPr>
            <a:spLocks noGrp="1"/>
          </p:cNvSpPr>
          <p:nvPr>
            <p:ph type="body" idx="20" hasCustomPrompt="1"/>
          </p:nvPr>
        </p:nvSpPr>
        <p:spPr>
          <a:xfrm>
            <a:off x="1012680" y="2204280"/>
            <a:ext cx="1168200" cy="461160"/>
          </a:xfrm>
          <a:prstGeom prst="rect">
            <a:avLst/>
          </a:prstGeom>
          <a:noFill/>
          <a:ln w="0">
            <a:noFill/>
          </a:ln>
        </p:spPr>
        <p:txBody>
          <a:bodyPr lIns="119880" tIns="59760" rIns="119880" bIns="59760" anchor="t">
            <a:noAutofit/>
          </a:bodyPr>
          <a:lstStyle>
            <a:lvl1pPr indent="0" algn="l" defTabSz="914400">
              <a:lnSpc>
                <a:spcPct val="120000"/>
              </a:lnSpc>
              <a:buNone/>
              <a:tabLst>
                <a:tab pos="0" algn="l"/>
              </a:tabLst>
              <a:defRPr sz="1600" b="1" u="none">
                <a:solidFill>
                  <a:srgbClr val="000000"/>
                </a:solidFill>
                <a:latin typeface="微软雅黑"/>
                <a:ea typeface="微软雅黑"/>
                <a:cs typeface="微软雅黑"/>
              </a:defRPr>
            </a:lvl1pPr>
          </a:lstStyle>
          <a:p>
            <a:pPr indent="0" algn="l" defTabSz="914400">
              <a:lnSpc>
                <a:spcPct val="120000"/>
              </a:lnSpc>
              <a:buNone/>
              <a:tabLst>
                <a:tab pos="0" algn="l"/>
              </a:tabLst>
            </a:pPr>
            <a:r>
              <a:rPr sz="1600" b="1" u="none">
                <a:solidFill>
                  <a:srgbClr val="000000"/>
                </a:solidFill>
                <a:latin typeface="微软雅黑"/>
                <a:ea typeface="微软雅黑"/>
                <a:cs typeface="微软雅黑"/>
              </a:rPr>
              <a:t>第</a:t>
            </a:r>
            <a:r>
              <a:rPr sz="1600" b="1" u="none">
                <a:solidFill>
                  <a:srgbClr val="000000"/>
                </a:solidFill>
                <a:latin typeface="微软雅黑"/>
                <a:ea typeface="微软雅黑"/>
                <a:cs typeface="微软雅黑"/>
              </a:rPr>
              <a:t>#</a:t>
            </a:r>
            <a:r>
              <a:rPr sz="1600" b="1" u="none">
                <a:solidFill>
                  <a:srgbClr val="000000"/>
                </a:solidFill>
                <a:latin typeface="微软雅黑"/>
                <a:ea typeface="微软雅黑"/>
                <a:cs typeface="微软雅黑"/>
              </a:rPr>
              <a:t>部分</a:t>
            </a:r>
            <a:endParaRPr sz="1600" b="1" u="none">
              <a:solidFill>
                <a:srgbClr val="000000"/>
              </a:solidFill>
              <a:latin typeface="微软雅黑"/>
              <a:ea typeface="微软雅黑"/>
              <a:cs typeface="微软雅黑"/>
            </a:endParaRPr>
          </a:p>
        </p:txBody>
      </p:sp>
      <p:sp>
        <p:nvSpPr>
          <p:cNvPr id="1277" name="任意多边形: 形状 10"/>
          <p:cNvSpPr>
            <a:spLocks noGrp="1"/>
          </p:cNvSpPr>
          <p:nvPr/>
        </p:nvSpPr>
        <p:spPr>
          <a:xfrm>
            <a:off x="10609560" y="54108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1278" name="任意多边形: 形状 11"/>
          <p:cNvSpPr>
            <a:spLocks noGrp="1"/>
          </p:cNvSpPr>
          <p:nvPr/>
        </p:nvSpPr>
        <p:spPr>
          <a:xfrm>
            <a:off x="11172960" y="38052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79" name="任意多边形: 形状 12"/>
          <p:cNvSpPr>
            <a:spLocks noGrp="1"/>
          </p:cNvSpPr>
          <p:nvPr/>
        </p:nvSpPr>
        <p:spPr>
          <a:xfrm>
            <a:off x="11447640" y="37008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80" name="任意多边形: 形状 13"/>
          <p:cNvSpPr>
            <a:spLocks noGrp="1"/>
          </p:cNvSpPr>
          <p:nvPr/>
        </p:nvSpPr>
        <p:spPr>
          <a:xfrm>
            <a:off x="10720800" y="46260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81" name="任意多边形: 形状 14"/>
          <p:cNvSpPr>
            <a:spLocks noGrp="1"/>
          </p:cNvSpPr>
          <p:nvPr/>
        </p:nvSpPr>
        <p:spPr>
          <a:xfrm>
            <a:off x="11157480" y="40284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283" name="任意多边形: 形状 19"/>
          <p:cNvSpPr>
            <a:spLocks noGrp="1"/>
          </p:cNvSpPr>
          <p:nvPr/>
        </p:nvSpPr>
        <p:spPr>
          <a:xfrm>
            <a:off x="10623960" y="33660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84" name="任意多边形: 形状 20"/>
          <p:cNvSpPr>
            <a:spLocks noGrp="1"/>
          </p:cNvSpPr>
          <p:nvPr/>
        </p:nvSpPr>
        <p:spPr>
          <a:xfrm>
            <a:off x="11302200" y="33588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285" name="任意多边形: 形状 21"/>
          <p:cNvSpPr>
            <a:spLocks noGrp="1"/>
          </p:cNvSpPr>
          <p:nvPr/>
        </p:nvSpPr>
        <p:spPr>
          <a:xfrm>
            <a:off x="11509560" y="33120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286" name="任意多边形: 形状 22"/>
          <p:cNvSpPr>
            <a:spLocks noGrp="1"/>
          </p:cNvSpPr>
          <p:nvPr/>
        </p:nvSpPr>
        <p:spPr>
          <a:xfrm>
            <a:off x="10746720" y="33120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87" name="任意多边形: 形状 23"/>
          <p:cNvSpPr>
            <a:spLocks noGrp="1"/>
          </p:cNvSpPr>
          <p:nvPr/>
        </p:nvSpPr>
        <p:spPr>
          <a:xfrm>
            <a:off x="10988640" y="32796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88" name="任意多边形: 形状 18"/>
          <p:cNvSpPr>
            <a:spLocks noGrp="1"/>
          </p:cNvSpPr>
          <p:nvPr/>
        </p:nvSpPr>
        <p:spPr>
          <a:xfrm>
            <a:off x="10970280" y="43488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289" name="PlaceHolder 4"/>
          <p:cNvSpPr>
            <a:spLocks noGrp="1"/>
          </p:cNvSpPr>
          <p:nvPr>
            <p:ph type="title" idx="30" hasCustomPrompt="1"/>
          </p:nvPr>
        </p:nvSpPr>
        <p:spPr>
          <a:xfrm>
            <a:off x="609480" y="273600"/>
            <a:ext cx="10972440" cy="1144800"/>
          </a:xfrm>
          <a:prstGeom prst="rect">
            <a:avLst/>
          </a:prstGeom>
          <a:noFill/>
          <a:ln w="0">
            <a:noFill/>
          </a:ln>
        </p:spPr>
        <p:txBody>
          <a:bodyPr lIns="0" tIns="0" rIns="0" bIns="0" anchor="ctr">
            <a:noAutofit/>
          </a:bodyPr>
          <a:lstStyle>
            <a:lvl1pPr indent="0" algn="l">
              <a:buNone/>
              <a:defRPr sz="1800" b="0" u="none">
                <a:solidFill>
                  <a:schemeClr val="dk1"/>
                </a:solidFill>
                <a:latin typeface="微软雅黑"/>
                <a:ea typeface="微软雅黑"/>
                <a:cs typeface="微软雅黑"/>
              </a:defRPr>
            </a:lvl1pPr>
          </a:lstStyle>
          <a:p>
            <a:pPr indent="0" algn="l">
              <a:buNone/>
            </a:pPr>
            <a:r>
              <a:rPr sz="1800" b="0" u="none">
                <a:solidFill>
                  <a:schemeClr val="dk1"/>
                </a:solidFill>
                <a:latin typeface="微软雅黑"/>
                <a:ea typeface="微软雅黑"/>
                <a:cs typeface="微软雅黑"/>
              </a:rPr>
              <a:t>Click to edit the title text format</a:t>
            </a:r>
            <a:endParaRPr sz="1800" b="0" u="none">
              <a:solidFill>
                <a:schemeClr val="dk1"/>
              </a:solidFill>
              <a:latin typeface="微软雅黑"/>
              <a:ea typeface="微软雅黑"/>
              <a:cs typeface="微软雅黑"/>
            </a:endParaRPr>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3.sv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slideLayout" Target="../slideLayouts/slideLayout9.xml"/><Relationship Id="rId7" Type="http://schemas.openxmlformats.org/officeDocument/2006/relationships/slideLayout" Target="../slideLayouts/slideLayout8.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3" Type="http://schemas.openxmlformats.org/officeDocument/2006/relationships/slideLayout" Target="../slideLayouts/slideLayout4.xml"/><Relationship Id="rId2" Type="http://schemas.openxmlformats.org/officeDocument/2006/relationships/slideLayout" Target="../slideLayouts/slideLayout3.xml"/><Relationship Id="rId13" Type="http://schemas.openxmlformats.org/officeDocument/2006/relationships/theme" Target="../theme/theme2.xml"/><Relationship Id="rId12" Type="http://schemas.openxmlformats.org/officeDocument/2006/relationships/slideLayout" Target="../slideLayouts/slideLayout13.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slideLayout" Target="../slideLayouts/slideLayout23.xml"/><Relationship Id="rId7" Type="http://schemas.openxmlformats.org/officeDocument/2006/relationships/slideLayout" Target="../slideLayouts/slideLayout22.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1" Type="http://schemas.openxmlformats.org/officeDocument/2006/relationships/theme" Target="../theme/theme4.xml"/><Relationship Id="rId10" Type="http://schemas.openxmlformats.org/officeDocument/2006/relationships/slideLayout" Target="../slideLayouts/slideLayout25.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57" name="图片 6"/>
          <p:cNvPicPr>
            <a:picLocks noChangeAspect="1"/>
          </p:cNvPicPr>
          <p:nvPr/>
        </p:nvPicPr>
        <p:blipFill>
          <a:blip r:embed="rId2">
            <a:alphaModFix amt="58000"/>
          </a:blip>
          <a:stretch>
            <a:fillRect/>
          </a:stretch>
        </p:blipFill>
        <p:spPr>
          <a:xfrm flipH="1">
            <a:off x="360" y="0"/>
            <a:ext cx="12191760" cy="6857640"/>
          </a:xfrm>
          <a:prstGeom prst="rect">
            <a:avLst/>
          </a:prstGeom>
          <a:ln w="0">
            <a:noFill/>
          </a:ln>
        </p:spPr>
      </p:pic>
      <p:sp>
        <p:nvSpPr>
          <p:cNvPr id="4" name="任意多边形: 形状 2"/>
          <p:cNvSpPr>
            <a:spLocks noGrp="1"/>
          </p:cNvSpPr>
          <p:nvPr/>
        </p:nvSpPr>
        <p:spPr>
          <a:xfrm>
            <a:off x="10457280" y="642960"/>
            <a:ext cx="99000" cy="42840"/>
          </a:xfrm>
          <a:custGeom>
            <a:avLst/>
            <a:gdLst>
              <a:gd name="textAreaLeft" fmla="*/ 0 w 99000"/>
              <a:gd name="textAreaRight" fmla="*/ 99360 w 99000"/>
              <a:gd name="textAreaTop" fmla="*/ 0 h 42840"/>
              <a:gd name="textAreaBottom" fmla="*/ 43200 h 42840"/>
              <a:gd name="GluePoint1X" fmla="*/ 0 w 99459"/>
              <a:gd name="GluePoint1Y" fmla="*/ 43360 h 43359"/>
              <a:gd name="GluePoint2X" fmla="*/ 89993 w 99459"/>
              <a:gd name="GluePoint2Y" fmla="*/ 43360 h 43359"/>
              <a:gd name="GluePoint3X" fmla="*/ 99459 w 99459"/>
              <a:gd name="GluePoint3Y" fmla="*/ 0 h 43359"/>
              <a:gd name="GluePoint4X" fmla="*/ 506 w 99459"/>
              <a:gd name="GluePoint4Y" fmla="*/ 41217 h 43359"/>
              <a:gd name="GluePoint5X" fmla="*/ 0 w 99459"/>
              <a:gd name="GluePoint5Y" fmla="*/ 43360 h 43359"/>
            </a:gdLst>
            <a:ahLst/>
            <a:cxnLst/>
            <a:rect l="textAreaLeft" t="textAreaTop" r="textAreaRight" b="textAreaBottom"/>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800" rIns="90000" bIns="-1800" anchor="ctr">
            <a:noAutofit/>
          </a:bodyPr>
          <a:lstStyle/>
          <a:p>
            <a:pPr>
              <a:buNone/>
            </a:pPr>
            <a:endParaRPr sz="1800" b="0" u="none">
              <a:solidFill>
                <a:schemeClr val="dk1"/>
              </a:solidFill>
              <a:latin typeface="微软雅黑"/>
              <a:ea typeface="微软雅黑"/>
              <a:cs typeface="微软雅黑"/>
            </a:endParaRPr>
          </a:p>
        </p:txBody>
      </p:sp>
      <p:sp>
        <p:nvSpPr>
          <p:cNvPr id="5" name="任意多边形: 形状 3"/>
          <p:cNvSpPr>
            <a:spLocks noGrp="1"/>
          </p:cNvSpPr>
          <p:nvPr/>
        </p:nvSpPr>
        <p:spPr>
          <a:xfrm>
            <a:off x="11020680" y="482040"/>
            <a:ext cx="278640" cy="204840"/>
          </a:xfrm>
          <a:custGeom>
            <a:avLst/>
            <a:gdLst>
              <a:gd name="textAreaLeft" fmla="*/ 0 w 278640"/>
              <a:gd name="textAreaRight" fmla="*/ 279000 w 278640"/>
              <a:gd name="textAreaTop" fmla="*/ 0 h 204840"/>
              <a:gd name="textAreaBottom" fmla="*/ 205200 h 204840"/>
              <a:gd name="GluePoint1X" fmla="*/ 246369 w 278899"/>
              <a:gd name="GluePoint1Y" fmla="*/ 0 h 205151"/>
              <a:gd name="GluePoint2X" fmla="*/ 116094 w 278899"/>
              <a:gd name="GluePoint2Y" fmla="*/ 14492 h 205151"/>
              <a:gd name="GluePoint3X" fmla="*/ 0 w 278899"/>
              <a:gd name="GluePoint3Y" fmla="*/ 204762 h 205151"/>
              <a:gd name="GluePoint4X" fmla="*/ 83915 w 278899"/>
              <a:gd name="GluePoint4Y" fmla="*/ 204762 h 205151"/>
              <a:gd name="GluePoint5X" fmla="*/ 102147 w 278899"/>
              <a:gd name="GluePoint5Y" fmla="*/ 171336 h 205151"/>
              <a:gd name="GluePoint6X" fmla="*/ 190153 w 278899"/>
              <a:gd name="GluePoint6Y" fmla="*/ 171336 h 205151"/>
              <a:gd name="GluePoint7X" fmla="*/ 192763 w 278899"/>
              <a:gd name="GluePoint7Y" fmla="*/ 205152 h 205151"/>
              <a:gd name="GluePoint8X" fmla="*/ 278899 w 278899"/>
              <a:gd name="GluePoint8Y" fmla="*/ 205152 h 205151"/>
              <a:gd name="GluePoint9X" fmla="*/ 246447 w 278899"/>
              <a:gd name="GluePoint9Y" fmla="*/ 0 h 205151"/>
              <a:gd name="GluePoint10X" fmla="*/ 130275 w 278899"/>
              <a:gd name="GluePoint10Y" fmla="*/ 119055 h 205151"/>
              <a:gd name="GluePoint11X" fmla="*/ 178193 w 278899"/>
              <a:gd name="GluePoint11Y" fmla="*/ 29920 h 205151"/>
              <a:gd name="GluePoint12X" fmla="*/ 186725 w 278899"/>
              <a:gd name="GluePoint12Y" fmla="*/ 119055 h 205151"/>
              <a:gd name="GluePoint13X" fmla="*/ 130275 w 278899"/>
              <a:gd name="GluePoint13Y" fmla="*/ 119055 h 205151"/>
            </a:gdLst>
            <a:ahLst/>
            <a:cxnLst/>
            <a:rect l="textAreaLeft" t="textAreaTop" r="textAreaRight" b="textAreaBottom"/>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6" name="任意多边形: 形状 4"/>
          <p:cNvSpPr>
            <a:spLocks noGrp="1"/>
          </p:cNvSpPr>
          <p:nvPr/>
        </p:nvSpPr>
        <p:spPr>
          <a:xfrm>
            <a:off x="11295000" y="471600"/>
            <a:ext cx="258120" cy="218520"/>
          </a:xfrm>
          <a:custGeom>
            <a:avLst/>
            <a:gdLst>
              <a:gd name="textAreaLeft" fmla="*/ 0 w 258120"/>
              <a:gd name="textAreaRight" fmla="*/ 258480 w 258120"/>
              <a:gd name="textAreaTop" fmla="*/ 0 h 218520"/>
              <a:gd name="textAreaBottom" fmla="*/ 218880 h 218520"/>
              <a:gd name="GluePoint1X" fmla="*/ 47045 w 258643"/>
              <a:gd name="GluePoint1Y" fmla="*/ 4943 h 218756"/>
              <a:gd name="GluePoint2X" fmla="*/ 62862 w 258643"/>
              <a:gd name="GluePoint2Y" fmla="*/ 101558 h 218756"/>
              <a:gd name="GluePoint3X" fmla="*/ 113975 w 258643"/>
              <a:gd name="GluePoint3Y" fmla="*/ 120569 h 218756"/>
              <a:gd name="GluePoint4X" fmla="*/ 159477 w 258643"/>
              <a:gd name="GluePoint4Y" fmla="*/ 143593 h 218756"/>
              <a:gd name="GluePoint5X" fmla="*/ 118806 w 258643"/>
              <a:gd name="GluePoint5Y" fmla="*/ 164046 h 218756"/>
              <a:gd name="GluePoint6X" fmla="*/ 84055 w 258643"/>
              <a:gd name="GluePoint6Y" fmla="*/ 137944 h 218756"/>
              <a:gd name="GluePoint7X" fmla="*/ 880 w 258643"/>
              <a:gd name="GluePoint7Y" fmla="*/ 137944 h 218756"/>
              <a:gd name="GluePoint8X" fmla="*/ 101547 w 258643"/>
              <a:gd name="GluePoint8Y" fmla="*/ 218743 h 218756"/>
              <a:gd name="GluePoint9X" fmla="*/ 236224 w 258643"/>
              <a:gd name="GluePoint9Y" fmla="*/ 155709 h 218756"/>
              <a:gd name="GluePoint10X" fmla="*/ 242925 w 258643"/>
              <a:gd name="GluePoint10Y" fmla="*/ 109934 h 218756"/>
              <a:gd name="GluePoint11X" fmla="*/ 167230 w 258643"/>
              <a:gd name="GluePoint11Y" fmla="*/ 60964 h 218756"/>
              <a:gd name="GluePoint12X" fmla="*/ 117286 w 258643"/>
              <a:gd name="GluePoint12Y" fmla="*/ 24499 h 218756"/>
              <a:gd name="GluePoint13X" fmla="*/ 139297 w 258643"/>
              <a:gd name="GluePoint13Y" fmla="*/ 15656 h 218756"/>
              <a:gd name="GluePoint14X" fmla="*/ 176073 w 258643"/>
              <a:gd name="GluePoint14Y" fmla="*/ 37745 h 218756"/>
              <a:gd name="GluePoint15X" fmla="*/ 257924 w 258643"/>
              <a:gd name="GluePoint15Y" fmla="*/ 37940 h 218756"/>
              <a:gd name="GluePoint16X" fmla="*/ 252820 w 258643"/>
              <a:gd name="GluePoint16Y" fmla="*/ 657 h 218756"/>
              <a:gd name="GluePoint17X" fmla="*/ 47045 w 258643"/>
              <a:gd name="GluePoint17Y" fmla="*/ 4904 h 218756"/>
            </a:gdLst>
            <a:ahLst/>
            <a:cxnLst/>
            <a:rect l="textAreaLeft" t="textAreaTop" r="textAreaRight" b="textAreaBottom"/>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7" name="任意多边形: 形状 5"/>
          <p:cNvSpPr>
            <a:spLocks noGrp="1"/>
          </p:cNvSpPr>
          <p:nvPr/>
        </p:nvSpPr>
        <p:spPr>
          <a:xfrm>
            <a:off x="10568160" y="564120"/>
            <a:ext cx="242280" cy="126000"/>
          </a:xfrm>
          <a:custGeom>
            <a:avLst/>
            <a:gdLst>
              <a:gd name="textAreaLeft" fmla="*/ 0 w 242280"/>
              <a:gd name="textAreaRight" fmla="*/ 242640 w 242280"/>
              <a:gd name="textAreaTop" fmla="*/ 0 h 126000"/>
              <a:gd name="textAreaBottom" fmla="*/ 126360 h 126000"/>
              <a:gd name="GluePoint1X" fmla="*/ 157000 w 242660"/>
              <a:gd name="GluePoint1Y" fmla="*/ 51035 h 126197"/>
              <a:gd name="GluePoint2X" fmla="*/ 116328 w 242660"/>
              <a:gd name="GluePoint2Y" fmla="*/ 71488 h 126197"/>
              <a:gd name="GluePoint3X" fmla="*/ 81578 w 242660"/>
              <a:gd name="GluePoint3Y" fmla="*/ 45386 h 126197"/>
              <a:gd name="GluePoint4X" fmla="*/ 79941 w 242660"/>
              <a:gd name="GluePoint4Y" fmla="*/ 45386 h 126197"/>
              <a:gd name="GluePoint5X" fmla="*/ 0 w 242660"/>
              <a:gd name="GluePoint5Y" fmla="*/ 74137 h 126197"/>
              <a:gd name="GluePoint6X" fmla="*/ 99070 w 242660"/>
              <a:gd name="GluePoint6Y" fmla="*/ 126184 h 126197"/>
              <a:gd name="GluePoint7X" fmla="*/ 233708 w 242660"/>
              <a:gd name="GluePoint7Y" fmla="*/ 63151 h 126197"/>
              <a:gd name="GluePoint8X" fmla="*/ 240370 w 242660"/>
              <a:gd name="GluePoint8Y" fmla="*/ 17375 h 126197"/>
              <a:gd name="GluePoint9X" fmla="*/ 229539 w 242660"/>
              <a:gd name="GluePoint9Y" fmla="*/ 0 h 126197"/>
              <a:gd name="GluePoint10X" fmla="*/ 123925 w 242660"/>
              <a:gd name="GluePoint10Y" fmla="*/ 30894 h 126197"/>
              <a:gd name="GluePoint11X" fmla="*/ 156961 w 242660"/>
              <a:gd name="GluePoint11Y" fmla="*/ 50996 h 126197"/>
            </a:gdLst>
            <a:ahLst/>
            <a:cxnLst/>
            <a:rect l="textAreaLeft" t="textAreaTop" r="textAreaRight" b="textAreaBottom"/>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8" name="任意多边形: 形状 7"/>
          <p:cNvSpPr>
            <a:spLocks noGrp="1"/>
          </p:cNvSpPr>
          <p:nvPr/>
        </p:nvSpPr>
        <p:spPr>
          <a:xfrm>
            <a:off x="11005200" y="504360"/>
            <a:ext cx="78480" cy="25200"/>
          </a:xfrm>
          <a:custGeom>
            <a:avLst/>
            <a:gdLst>
              <a:gd name="textAreaLeft" fmla="*/ 0 w 78480"/>
              <a:gd name="textAreaRight" fmla="*/ 78840 w 78480"/>
              <a:gd name="textAreaTop" fmla="*/ 0 h 25200"/>
              <a:gd name="textAreaBottom" fmla="*/ 25560 h 25200"/>
              <a:gd name="GluePoint1X" fmla="*/ 39 w 78898"/>
              <a:gd name="GluePoint1Y" fmla="*/ 25673 h 25673"/>
              <a:gd name="GluePoint2X" fmla="*/ 77604 w 78898"/>
              <a:gd name="GluePoint2Y" fmla="*/ 25673 h 25673"/>
              <a:gd name="GluePoint3X" fmla="*/ 78344 w 78898"/>
              <a:gd name="GluePoint3Y" fmla="*/ 0 h 25673"/>
              <a:gd name="GluePoint4X" fmla="*/ 156 w 78898"/>
              <a:gd name="GluePoint4Y" fmla="*/ 13168 h 25673"/>
              <a:gd name="GluePoint5X" fmla="*/ 0 w 78898"/>
              <a:gd name="GluePoint5Y" fmla="*/ 25634 h 25673"/>
            </a:gdLst>
            <a:ahLst/>
            <a:cxnLst/>
            <a:rect l="textAreaLeft" t="textAreaTop" r="textAreaRight" b="textAreaBottom"/>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19440" rIns="90000" bIns="-19440" anchor="ctr">
            <a:noAutofit/>
          </a:bodyPr>
          <a:lstStyle/>
          <a:p>
            <a:pPr>
              <a:buNone/>
            </a:pPr>
            <a:endParaRPr sz="1800" b="0" u="none">
              <a:solidFill>
                <a:schemeClr val="dk1"/>
              </a:solidFill>
              <a:latin typeface="微软雅黑"/>
              <a:ea typeface="微软雅黑"/>
              <a:cs typeface="微软雅黑"/>
            </a:endParaRPr>
          </a:p>
        </p:txBody>
      </p:sp>
      <p:sp>
        <p:nvSpPr>
          <p:cNvPr id="10" name="任意多边形: 形状 10"/>
          <p:cNvSpPr>
            <a:spLocks noGrp="1"/>
          </p:cNvSpPr>
          <p:nvPr/>
        </p:nvSpPr>
        <p:spPr>
          <a:xfrm>
            <a:off x="10471320" y="438120"/>
            <a:ext cx="129600" cy="187920"/>
          </a:xfrm>
          <a:custGeom>
            <a:avLst/>
            <a:gdLst>
              <a:gd name="textAreaLeft" fmla="*/ 0 w 129600"/>
              <a:gd name="textAreaRight" fmla="*/ 129960 w 129600"/>
              <a:gd name="textAreaTop" fmla="*/ 0 h 187920"/>
              <a:gd name="textAreaBottom" fmla="*/ 188280 h 187920"/>
              <a:gd name="GluePoint1X" fmla="*/ 130002 w 130002"/>
              <a:gd name="GluePoint1Y" fmla="*/ 0 h 188204"/>
              <a:gd name="GluePoint2X" fmla="*/ 44607 w 130002"/>
              <a:gd name="GluePoint2Y" fmla="*/ 0 h 188204"/>
              <a:gd name="GluePoint3X" fmla="*/ 0 w 130002"/>
              <a:gd name="GluePoint3Y" fmla="*/ 188205 h 188204"/>
              <a:gd name="GluePoint4X" fmla="*/ 96382 w 130002"/>
              <a:gd name="GluePoint4Y" fmla="*/ 153805 h 188204"/>
              <a:gd name="GluePoint5X" fmla="*/ 130002 w 130002"/>
              <a:gd name="GluePoint5Y" fmla="*/ 0 h 188204"/>
            </a:gdLst>
            <a:ahLst/>
            <a:cxnLst/>
            <a:rect l="textAreaLeft" t="textAreaTop" r="textAreaRight" b="textAreaBottom"/>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1" name="任意多边形: 形状 11"/>
          <p:cNvSpPr>
            <a:spLocks noGrp="1"/>
          </p:cNvSpPr>
          <p:nvPr/>
        </p:nvSpPr>
        <p:spPr>
          <a:xfrm>
            <a:off x="11149920" y="437400"/>
            <a:ext cx="114480" cy="37080"/>
          </a:xfrm>
          <a:custGeom>
            <a:avLst/>
            <a:gdLst>
              <a:gd name="textAreaLeft" fmla="*/ 0 w 114480"/>
              <a:gd name="textAreaRight" fmla="*/ 114840 w 114480"/>
              <a:gd name="textAreaTop" fmla="*/ 0 h 37080"/>
              <a:gd name="textAreaBottom" fmla="*/ 37440 h 37080"/>
              <a:gd name="GluePoint1X" fmla="*/ 110718 w 114769"/>
              <a:gd name="GluePoint1Y" fmla="*/ 351 h 37594"/>
              <a:gd name="GluePoint2X" fmla="*/ 23453 w 114769"/>
              <a:gd name="GluePoint2Y" fmla="*/ 0 h 37594"/>
              <a:gd name="GluePoint3X" fmla="*/ 0 w 114769"/>
              <a:gd name="GluePoint3Y" fmla="*/ 37594 h 37594"/>
              <a:gd name="GluePoint4X" fmla="*/ 114770 w 114769"/>
              <a:gd name="GluePoint4Y" fmla="*/ 28439 h 37594"/>
              <a:gd name="GluePoint5X" fmla="*/ 110718 w 114769"/>
              <a:gd name="GluePoint5Y" fmla="*/ 351 h 37594"/>
            </a:gdLst>
            <a:ahLst/>
            <a:cxnLst/>
            <a:rect l="textAreaLeft" t="textAreaTop" r="textAreaRight" b="textAreaBottom"/>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7560" rIns="90000" bIns="-7560" anchor="ctr">
            <a:noAutofit/>
          </a:bodyPr>
          <a:lstStyle/>
          <a:p>
            <a:pPr>
              <a:buNone/>
            </a:pPr>
            <a:endParaRPr sz="1800" b="0" u="none">
              <a:solidFill>
                <a:schemeClr val="dk1"/>
              </a:solidFill>
              <a:latin typeface="微软雅黑"/>
              <a:ea typeface="微软雅黑"/>
              <a:cs typeface="微软雅黑"/>
            </a:endParaRPr>
          </a:p>
        </p:txBody>
      </p:sp>
      <p:sp>
        <p:nvSpPr>
          <p:cNvPr id="12" name="任意多边形: 形状 12"/>
          <p:cNvSpPr>
            <a:spLocks noGrp="1"/>
          </p:cNvSpPr>
          <p:nvPr/>
        </p:nvSpPr>
        <p:spPr>
          <a:xfrm>
            <a:off x="11357280" y="432720"/>
            <a:ext cx="182520" cy="28080"/>
          </a:xfrm>
          <a:custGeom>
            <a:avLst/>
            <a:gdLst>
              <a:gd name="textAreaLeft" fmla="*/ 0 w 182520"/>
              <a:gd name="textAreaRight" fmla="*/ 182880 w 182520"/>
              <a:gd name="textAreaTop" fmla="*/ 0 h 28080"/>
              <a:gd name="textAreaBottom" fmla="*/ 28440 h 28080"/>
              <a:gd name="GluePoint1X" fmla="*/ 182751 w 182751"/>
              <a:gd name="GluePoint1Y" fmla="*/ 27388 h 28595"/>
              <a:gd name="GluePoint2X" fmla="*/ 179946 w 182751"/>
              <a:gd name="GluePoint2Y" fmla="*/ 23764 h 28595"/>
              <a:gd name="GluePoint3X" fmla="*/ 132145 w 182751"/>
              <a:gd name="GluePoint3Y" fmla="*/ 2026 h 28595"/>
              <a:gd name="GluePoint4X" fmla="*/ 2221 w 182751"/>
              <a:gd name="GluePoint4Y" fmla="*/ 26647 h 28595"/>
              <a:gd name="GluePoint5X" fmla="*/ 0 w 182751"/>
              <a:gd name="GluePoint5Y" fmla="*/ 28595 h 28595"/>
              <a:gd name="GluePoint6X" fmla="*/ 182751 w 182751"/>
              <a:gd name="GluePoint6Y" fmla="*/ 27388 h 28595"/>
            </a:gdLst>
            <a:ahLst/>
            <a:cxnLst/>
            <a:rect l="textAreaLeft" t="textAreaTop" r="textAreaRight" b="textAreaBottom"/>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16560" rIns="90000" bIns="-16560" anchor="ctr">
            <a:noAutofit/>
          </a:bodyPr>
          <a:lstStyle/>
          <a:p>
            <a:pPr>
              <a:buNone/>
            </a:pPr>
            <a:endParaRPr sz="1800" b="0" u="none">
              <a:solidFill>
                <a:schemeClr val="dk1"/>
              </a:solidFill>
              <a:latin typeface="微软雅黑"/>
              <a:ea typeface="微软雅黑"/>
              <a:cs typeface="微软雅黑"/>
            </a:endParaRPr>
          </a:p>
        </p:txBody>
      </p:sp>
      <p:sp>
        <p:nvSpPr>
          <p:cNvPr id="13" name="任意多边形: 形状 13"/>
          <p:cNvSpPr>
            <a:spLocks noGrp="1"/>
          </p:cNvSpPr>
          <p:nvPr/>
        </p:nvSpPr>
        <p:spPr>
          <a:xfrm>
            <a:off x="10594080" y="432720"/>
            <a:ext cx="230040" cy="139680"/>
          </a:xfrm>
          <a:custGeom>
            <a:avLst/>
            <a:gdLst>
              <a:gd name="textAreaLeft" fmla="*/ 0 w 230040"/>
              <a:gd name="textAreaRight" fmla="*/ 230400 w 230040"/>
              <a:gd name="textAreaTop" fmla="*/ 0 h 139680"/>
              <a:gd name="textAreaBottom" fmla="*/ 140040 h 139680"/>
              <a:gd name="GluePoint1X" fmla="*/ 138784 w 230247"/>
              <a:gd name="GluePoint1Y" fmla="*/ 99888 h 140170"/>
              <a:gd name="GluePoint2X" fmla="*/ 88840 w 230247"/>
              <a:gd name="GluePoint2Y" fmla="*/ 63423 h 140170"/>
              <a:gd name="GluePoint3X" fmla="*/ 110851 w 230247"/>
              <a:gd name="GluePoint3Y" fmla="*/ 54580 h 140170"/>
              <a:gd name="GluePoint4X" fmla="*/ 147628 w 230247"/>
              <a:gd name="GluePoint4Y" fmla="*/ 76669 h 140170"/>
              <a:gd name="GluePoint5X" fmla="*/ 229517 w 230247"/>
              <a:gd name="GluePoint5Y" fmla="*/ 76864 h 140170"/>
              <a:gd name="GluePoint6X" fmla="*/ 223518 w 230247"/>
              <a:gd name="GluePoint6Y" fmla="*/ 37672 h 140170"/>
              <a:gd name="GluePoint7X" fmla="*/ 213622 w 230247"/>
              <a:gd name="GluePoint7Y" fmla="*/ 23764 h 140170"/>
              <a:gd name="GluePoint8X" fmla="*/ 165821 w 230247"/>
              <a:gd name="GluePoint8Y" fmla="*/ 2026 h 140170"/>
              <a:gd name="GluePoint9X" fmla="*/ 35897 w 230247"/>
              <a:gd name="GluePoint9Y" fmla="*/ 26647 h 140170"/>
              <a:gd name="GluePoint10X" fmla="*/ 25183 w 230247"/>
              <a:gd name="GluePoint10Y" fmla="*/ 36075 h 140170"/>
              <a:gd name="GluePoint11X" fmla="*/ 25144 w 230247"/>
              <a:gd name="GluePoint11Y" fmla="*/ 36075 h 140170"/>
              <a:gd name="GluePoint12X" fmla="*/ 23859 w 230247"/>
              <a:gd name="GluePoint12Y" fmla="*/ 37439 h 140170"/>
              <a:gd name="GluePoint13X" fmla="*/ 20742 w 230247"/>
              <a:gd name="GluePoint13Y" fmla="*/ 41062 h 140170"/>
              <a:gd name="GluePoint14X" fmla="*/ 20820 w 230247"/>
              <a:gd name="GluePoint14Y" fmla="*/ 41062 h 140170"/>
              <a:gd name="GluePoint15X" fmla="*/ 34183 w 230247"/>
              <a:gd name="GluePoint15Y" fmla="*/ 140170 h 140170"/>
              <a:gd name="GluePoint16X" fmla="*/ 161769 w 230247"/>
              <a:gd name="GluePoint16Y" fmla="*/ 106316 h 140170"/>
              <a:gd name="GluePoint17X" fmla="*/ 138862 w 230247"/>
              <a:gd name="GluePoint17Y" fmla="*/ 99810 h 140170"/>
            </a:gdLst>
            <a:ahLst/>
            <a:cxnLst/>
            <a:rect l="textAreaLeft" t="textAreaTop" r="textAreaRight" b="textAreaBottom"/>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4" name="任意多边形: 形状 14"/>
          <p:cNvSpPr>
            <a:spLocks noGrp="1"/>
          </p:cNvSpPr>
          <p:nvPr/>
        </p:nvSpPr>
        <p:spPr>
          <a:xfrm>
            <a:off x="10836000" y="429480"/>
            <a:ext cx="242280" cy="91440"/>
          </a:xfrm>
          <a:custGeom>
            <a:avLst/>
            <a:gdLst>
              <a:gd name="textAreaLeft" fmla="*/ 0 w 242280"/>
              <a:gd name="textAreaRight" fmla="*/ 242640 w 242280"/>
              <a:gd name="textAreaTop" fmla="*/ 0 h 91440"/>
              <a:gd name="textAreaBottom" fmla="*/ 91800 h 91440"/>
              <a:gd name="GluePoint1X" fmla="*/ 100940 w 242551"/>
              <a:gd name="GluePoint1Y" fmla="*/ 73304 h 91926"/>
              <a:gd name="GluePoint2X" fmla="*/ 126925 w 242551"/>
              <a:gd name="GluePoint2Y" fmla="*/ 63487 h 91926"/>
              <a:gd name="GluePoint3X" fmla="*/ 150027 w 242551"/>
              <a:gd name="GluePoint3Y" fmla="*/ 65630 h 91926"/>
              <a:gd name="GluePoint4X" fmla="*/ 242551 w 242551"/>
              <a:gd name="GluePoint4Y" fmla="*/ 53241 h 91926"/>
              <a:gd name="GluePoint5X" fmla="*/ 222956 w 242551"/>
              <a:gd name="GluePoint5Y" fmla="*/ 24958 h 91926"/>
              <a:gd name="GluePoint6X" fmla="*/ 190776 w 242551"/>
              <a:gd name="GluePoint6Y" fmla="*/ 6375 h 91926"/>
              <a:gd name="GluePoint7X" fmla="*/ 144105 w 242551"/>
              <a:gd name="GluePoint7Y" fmla="*/ 64 h 91926"/>
              <a:gd name="GluePoint8X" fmla="*/ 95564 w 242551"/>
              <a:gd name="GluePoint8Y" fmla="*/ 8284 h 91926"/>
              <a:gd name="GluePoint9X" fmla="*/ 43243 w 242551"/>
              <a:gd name="GluePoint9Y" fmla="*/ 35944 h 91926"/>
              <a:gd name="GluePoint10X" fmla="*/ 0 w 242551"/>
              <a:gd name="GluePoint10Y" fmla="*/ 91926 h 91926"/>
              <a:gd name="GluePoint11X" fmla="*/ 100784 w 242551"/>
              <a:gd name="GluePoint11Y" fmla="*/ 73304 h 91926"/>
              <a:gd name="GluePoint12X" fmla="*/ 100901 w 242551"/>
              <a:gd name="GluePoint12Y" fmla="*/ 73226 h 91926"/>
            </a:gdLst>
            <a:ahLst/>
            <a:cxnLst/>
            <a:rect l="textAreaLeft" t="textAreaTop" r="textAreaRight" b="textAreaBottom"/>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sp>
        <p:nvSpPr>
          <p:cNvPr id="15" name="任意多边形: 形状 9"/>
          <p:cNvSpPr>
            <a:spLocks noGrp="1"/>
          </p:cNvSpPr>
          <p:nvPr/>
        </p:nvSpPr>
        <p:spPr>
          <a:xfrm>
            <a:off x="10817640" y="536400"/>
            <a:ext cx="249840" cy="157680"/>
          </a:xfrm>
          <a:custGeom>
            <a:avLst/>
            <a:gdLst>
              <a:gd name="textAreaLeft" fmla="*/ 0 w 249840"/>
              <a:gd name="textAreaRight" fmla="*/ 250200 w 249840"/>
              <a:gd name="textAreaTop" fmla="*/ 0 h 157680"/>
              <a:gd name="textAreaBottom" fmla="*/ 158040 h 157680"/>
              <a:gd name="GluePoint1X" fmla="*/ 1353 w 250293"/>
              <a:gd name="GluePoint1Y" fmla="*/ 42152 h 157985"/>
              <a:gd name="GluePoint2X" fmla="*/ 3379 w 250293"/>
              <a:gd name="GluePoint2Y" fmla="*/ 90655 h 157985"/>
              <a:gd name="GluePoint3X" fmla="*/ 25546 w 250293"/>
              <a:gd name="GluePoint3Y" fmla="*/ 129535 h 157985"/>
              <a:gd name="GluePoint4X" fmla="*/ 71126 w 250293"/>
              <a:gd name="GluePoint4Y" fmla="*/ 153688 h 157985"/>
              <a:gd name="GluePoint5X" fmla="*/ 143237 w 250293"/>
              <a:gd name="GluePoint5Y" fmla="*/ 153338 h 157985"/>
              <a:gd name="GluePoint6X" fmla="*/ 203739 w 250293"/>
              <a:gd name="GluePoint6Y" fmla="*/ 124626 h 157985"/>
              <a:gd name="GluePoint7X" fmla="*/ 250293 w 250293"/>
              <a:gd name="GluePoint7Y" fmla="*/ 55281 h 157985"/>
              <a:gd name="GluePoint8X" fmla="*/ 174170 w 250293"/>
              <a:gd name="GluePoint8Y" fmla="*/ 55281 h 157985"/>
              <a:gd name="GluePoint9X" fmla="*/ 166028 w 250293"/>
              <a:gd name="GluePoint9Y" fmla="*/ 68605 h 157985"/>
              <a:gd name="GluePoint10X" fmla="*/ 149782 w 250293"/>
              <a:gd name="GluePoint10Y" fmla="*/ 83331 h 157985"/>
              <a:gd name="GluePoint11X" fmla="*/ 116434 w 250293"/>
              <a:gd name="GluePoint11Y" fmla="*/ 90499 h 157985"/>
              <a:gd name="GluePoint12X" fmla="*/ 92164 w 250293"/>
              <a:gd name="GluePoint12Y" fmla="*/ 78071 h 157985"/>
              <a:gd name="GluePoint13X" fmla="*/ 83749 w 250293"/>
              <a:gd name="GluePoint13Y" fmla="*/ 54424 h 157985"/>
              <a:gd name="GluePoint14X" fmla="*/ 86904 w 250293"/>
              <a:gd name="GluePoint14Y" fmla="*/ 23414 h 157985"/>
              <a:gd name="GluePoint15X" fmla="*/ 94034 w 250293"/>
              <a:gd name="GluePoint15Y" fmla="*/ 0 h 157985"/>
              <a:gd name="GluePoint16X" fmla="*/ 5366 w 250293"/>
              <a:gd name="GluePoint16Y" fmla="*/ 21154 h 157985"/>
              <a:gd name="GluePoint17X" fmla="*/ 1353 w 250293"/>
              <a:gd name="GluePoint17Y" fmla="*/ 42152 h 157985"/>
            </a:gdLst>
            <a:ahLst/>
            <a:cxnLst/>
            <a:rect l="textAreaLeft" t="textAreaTop" r="textAreaRight" b="textAreaBottom"/>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buNone/>
            </a:pPr>
            <a:endParaRPr sz="1800" b="0" u="none">
              <a:solidFill>
                <a:schemeClr val="dk1"/>
              </a:solidFill>
              <a:latin typeface="微软雅黑"/>
              <a:ea typeface="微软雅黑"/>
              <a:cs typeface="微软雅黑"/>
            </a:endParaRPr>
          </a:p>
        </p:txBody>
      </p:sp>
      <p:pic>
        <p:nvPicPr>
          <p:cNvPr id="69" name="图片 32"/>
          <p:cNvPicPr>
            <a:picLocks noChangeAspect="1"/>
          </p:cNvPicPr>
          <p:nvPr/>
        </p:nvPicPr>
        <p:blipFill>
          <a:blip r:embed="rId3"/>
          <a:stretch>
            <a:fillRect/>
          </a:stretch>
        </p:blipFill>
        <p:spPr>
          <a:xfrm>
            <a:off x="0" y="1498680"/>
            <a:ext cx="12191760" cy="3873240"/>
          </a:xfrm>
          <a:prstGeom prst="rect">
            <a:avLst/>
          </a:prstGeom>
          <a:ln w="0">
            <a:noFill/>
          </a:ln>
        </p:spPr>
      </p:pic>
      <p:sp>
        <p:nvSpPr>
          <p:cNvPr id="17" name="任意多边形: 形状 36"/>
          <p:cNvSpPr>
            <a:spLocks noGrp="1"/>
          </p:cNvSpPr>
          <p:nvPr/>
        </p:nvSpPr>
        <p:spPr>
          <a:xfrm>
            <a:off x="0" y="1493640"/>
            <a:ext cx="12191760" cy="3885840"/>
          </a:xfrm>
          <a:custGeom>
            <a:avLst/>
            <a:gdLst>
              <a:gd name="textAreaLeft" fmla="*/ 0 w 12191760"/>
              <a:gd name="textAreaRight" fmla="*/ 12192120 w 12191760"/>
              <a:gd name="textAreaTop" fmla="*/ 0 h 3885840"/>
              <a:gd name="textAreaBottom" fmla="*/ 3886200 h 3885840"/>
              <a:gd name="GluePoint1X" fmla="*/ 0 w 12192000"/>
              <a:gd name="GluePoint1Y" fmla="*/ 0 h 6858000"/>
              <a:gd name="GluePoint2X" fmla="*/ 12192000 w 12192000"/>
              <a:gd name="GluePoint2Y" fmla="*/ 0 h 6858000"/>
              <a:gd name="GluePoint3X" fmla="*/ 12192000 w 12192000"/>
              <a:gd name="GluePoint3Y" fmla="*/ 6858000 h 6858000"/>
              <a:gd name="GluePoint4X" fmla="*/ 0 w 12192000"/>
              <a:gd name="GluePoint4Y" fmla="*/ 6858000 h 6858000"/>
            </a:gdLst>
            <a:ahLst/>
            <a:cxnLst/>
            <a:rect l="textAreaLeft" t="textAreaTop" r="textAreaRight" b="textAreaBottom"/>
            <a:pathLst>
              <a:path w="12192000" h="6858000">
                <a:moveTo>
                  <a:pt x="0" y="0"/>
                </a:moveTo>
                <a:lnTo>
                  <a:pt x="12192000" y="0"/>
                </a:lnTo>
                <a:lnTo>
                  <a:pt x="12192000" y="6858000"/>
                </a:lnTo>
                <a:lnTo>
                  <a:pt x="0" y="6858000"/>
                </a:lnTo>
                <a:close/>
              </a:path>
            </a:pathLst>
          </a:custGeom>
          <a:gradFill rotWithShape="0">
            <a:gsLst>
              <a:gs pos="22000">
                <a:srgbClr val="ED6F00"/>
              </a:gs>
              <a:gs pos="50000">
                <a:srgbClr val="ED6F00">
                  <a:alpha val="77000"/>
                </a:srgbClr>
              </a:gs>
              <a:gs pos="100000">
                <a:srgbClr val="ED6F00">
                  <a:alpha val="0"/>
                </a:srgbClr>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18" name="PlaceHolder 1"/>
          <p:cNvSpPr>
            <a:spLocks noGrp="1"/>
          </p:cNvSpPr>
          <p:nvPr>
            <p:ph type="title" hasCustomPrompt="1"/>
          </p:nvPr>
        </p:nvSpPr>
        <p:spPr>
          <a:xfrm>
            <a:off x="683640" y="2340720"/>
            <a:ext cx="4973760" cy="1569240"/>
          </a:xfrm>
          <a:prstGeom prst="rect">
            <a:avLst/>
          </a:prstGeom>
          <a:noFill/>
          <a:ln w="0">
            <a:noFill/>
          </a:ln>
        </p:spPr>
        <p:txBody>
          <a:bodyPr lIns="90000" tIns="45000" rIns="90000" bIns="45000" anchor="ctr">
            <a:noAutofit/>
          </a:bodyPr>
          <a:lstStyle>
            <a:lvl1pPr indent="0" algn="l" defTabSz="914400">
              <a:lnSpc>
                <a:spcPct val="90000"/>
              </a:lnSpc>
              <a:buNone/>
              <a:defRPr sz="4800" b="1" u="none" spc="119">
                <a:solidFill>
                  <a:schemeClr val="lt1"/>
                </a:solidFill>
                <a:latin typeface="Arial" panose="020B0604020202090204"/>
                <a:ea typeface="Arial" panose="020B0604020202090204"/>
                <a:cs typeface="Arial" panose="020B0604020202090204"/>
              </a:defRPr>
            </a:lvl1pPr>
          </a:lstStyle>
          <a:p>
            <a:pPr indent="0" algn="l" defTabSz="914400">
              <a:lnSpc>
                <a:spcPct val="90000"/>
              </a:lnSpc>
              <a:buNone/>
            </a:pPr>
            <a:r>
              <a:rPr sz="4800" b="1" u="none" spc="119">
                <a:solidFill>
                  <a:schemeClr val="lt1"/>
                </a:solidFill>
                <a:latin typeface="Arial" panose="020B0604020202090204"/>
                <a:ea typeface="Arial" panose="020B0604020202090204"/>
                <a:cs typeface="Arial" panose="020B0604020202090204"/>
              </a:rPr>
              <a:t>中国科学院软件研究所</a:t>
            </a:r>
            <a:r>
              <a:rPr sz="4800" b="1" u="none" spc="119">
                <a:solidFill>
                  <a:schemeClr val="lt1"/>
                </a:solidFill>
                <a:latin typeface="Arial" panose="020B0604020202090204"/>
                <a:ea typeface="Arial" panose="020B0604020202090204"/>
                <a:cs typeface="Arial" panose="020B0604020202090204"/>
              </a:rPr>
              <a:t>PPT</a:t>
            </a:r>
            <a:r>
              <a:rPr sz="4800" b="1" u="none" spc="119">
                <a:solidFill>
                  <a:schemeClr val="lt1"/>
                </a:solidFill>
                <a:latin typeface="Arial" panose="020B0604020202090204"/>
                <a:ea typeface="Arial" panose="020B0604020202090204"/>
                <a:cs typeface="Arial" panose="020B0604020202090204"/>
              </a:rPr>
              <a:t>模板</a:t>
            </a:r>
            <a:endParaRPr sz="4800" b="1" u="none" spc="119">
              <a:solidFill>
                <a:schemeClr val="lt1"/>
              </a:solidFill>
              <a:latin typeface="Arial" panose="020B0604020202090204"/>
              <a:ea typeface="Arial" panose="020B0604020202090204"/>
              <a:cs typeface="Arial" panose="020B0604020202090204"/>
            </a:endParaRPr>
          </a:p>
        </p:txBody>
      </p:sp>
      <p:sp>
        <p:nvSpPr>
          <p:cNvPr id="19" name="矩形: 圆角 18"/>
          <p:cNvSpPr>
            <a:spLocks noGrp="1"/>
          </p:cNvSpPr>
          <p:nvPr/>
        </p:nvSpPr>
        <p:spPr>
          <a:xfrm flipH="1">
            <a:off x="0" y="5370120"/>
            <a:ext cx="12191760" cy="110160"/>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20" name="矩形: 圆角 20"/>
          <p:cNvSpPr>
            <a:spLocks noGrp="1"/>
          </p:cNvSpPr>
          <p:nvPr/>
        </p:nvSpPr>
        <p:spPr>
          <a:xfrm flipH="1">
            <a:off x="0" y="1387800"/>
            <a:ext cx="12191760" cy="110160"/>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chemeClr val="lt1"/>
              </a:solidFill>
              <a:latin typeface="Arial" panose="020B0604020202090204"/>
              <a:ea typeface="Arial" panose="020B0604020202090204"/>
              <a:cs typeface="Arial" panose="020B0604020202090204"/>
            </a:endParaRPr>
          </a:p>
        </p:txBody>
      </p:sp>
      <p:sp>
        <p:nvSpPr>
          <p:cNvPr id="21" name="PlaceHolder 2"/>
          <p:cNvSpPr>
            <a:spLocks noGrp="1"/>
          </p:cNvSpPr>
          <p:nvPr>
            <p:ph type="body" idx="10" hasCustomPrompt="1"/>
          </p:nvPr>
        </p:nvSpPr>
        <p:spPr>
          <a:xfrm>
            <a:off x="774720" y="4413240"/>
            <a:ext cx="1527480" cy="309600"/>
          </a:xfrm>
          <a:prstGeom prst="rect">
            <a:avLst/>
          </a:prstGeom>
          <a:noFill/>
          <a:ln w="0">
            <a:noFill/>
          </a:ln>
        </p:spPr>
        <p:txBody>
          <a:bodyPr lIns="90000" tIns="45000" rIns="90000" bIns="45000" anchor="t">
            <a:spAutoFit/>
          </a:bodyPr>
          <a:lstStyle>
            <a:lvl1pPr indent="0" algn="l" defTabSz="914400">
              <a:lnSpc>
                <a:spcPct val="90000"/>
              </a:lnSpc>
              <a:spcBef>
                <a:spcPts val="1000"/>
              </a:spcBef>
              <a:buNone/>
              <a:tabLst>
                <a:tab pos="0" algn="l"/>
              </a:tabLst>
              <a:defRPr sz="1600" b="1" u="none" spc="99">
                <a:solidFill>
                  <a:schemeClr val="lt1"/>
                </a:solidFill>
                <a:latin typeface="微软雅黑"/>
                <a:ea typeface="微软雅黑"/>
                <a:cs typeface="微软雅黑"/>
              </a:defRPr>
            </a:lvl1pPr>
          </a:lstStyle>
          <a:p>
            <a:pPr indent="0" algn="l" defTabSz="914400">
              <a:lnSpc>
                <a:spcPct val="90000"/>
              </a:lnSpc>
              <a:spcBef>
                <a:spcPts val="1000"/>
              </a:spcBef>
              <a:buNone/>
              <a:tabLst>
                <a:tab pos="0" algn="l"/>
              </a:tabLst>
            </a:pPr>
            <a:r>
              <a:rPr sz="1600" b="1" u="none" spc="99">
                <a:solidFill>
                  <a:schemeClr val="lt1"/>
                </a:solidFill>
                <a:latin typeface="微软雅黑"/>
                <a:ea typeface="微软雅黑"/>
                <a:cs typeface="微软雅黑"/>
              </a:rPr>
              <a:t>报告人：</a:t>
            </a:r>
            <a:r>
              <a:rPr sz="1600" b="1" u="none" spc="99">
                <a:solidFill>
                  <a:schemeClr val="lt1"/>
                </a:solidFill>
                <a:latin typeface="微软雅黑"/>
                <a:ea typeface="微软雅黑"/>
                <a:cs typeface="微软雅黑"/>
              </a:rPr>
              <a:t>XXX</a:t>
            </a:r>
            <a:endParaRPr sz="1600" b="0" u="none">
              <a:solidFill>
                <a:schemeClr val="dk1"/>
              </a:solidFill>
              <a:latin typeface="微软雅黑"/>
              <a:ea typeface="微软雅黑"/>
              <a:cs typeface="微软雅黑"/>
            </a:endParaRPr>
          </a:p>
        </p:txBody>
      </p:sp>
      <p:sp>
        <p:nvSpPr>
          <p:cNvPr id="22" name="PlaceHolder 3"/>
          <p:cNvSpPr>
            <a:spLocks noGrp="1"/>
          </p:cNvSpPr>
          <p:nvPr>
            <p:ph type="body" idx="20" hasCustomPrompt="1"/>
          </p:nvPr>
        </p:nvSpPr>
        <p:spPr>
          <a:xfrm>
            <a:off x="2647800" y="4413240"/>
            <a:ext cx="1309680" cy="309600"/>
          </a:xfrm>
          <a:prstGeom prst="rect">
            <a:avLst/>
          </a:prstGeom>
          <a:noFill/>
          <a:ln w="0">
            <a:noFill/>
          </a:ln>
        </p:spPr>
        <p:txBody>
          <a:bodyPr lIns="90000" tIns="45000" rIns="90000" bIns="45000" anchor="t">
            <a:spAutoFit/>
          </a:bodyPr>
          <a:lstStyle>
            <a:lvl1pPr indent="0" algn="l" defTabSz="914400">
              <a:lnSpc>
                <a:spcPct val="90000"/>
              </a:lnSpc>
              <a:spcBef>
                <a:spcPts val="1000"/>
              </a:spcBef>
              <a:buNone/>
              <a:tabLst>
                <a:tab pos="0" algn="l"/>
              </a:tabLst>
              <a:defRPr sz="1600" b="1" u="none" spc="99">
                <a:solidFill>
                  <a:schemeClr val="lt1"/>
                </a:solidFill>
                <a:latin typeface="微软雅黑"/>
                <a:ea typeface="微软雅黑"/>
                <a:cs typeface="微软雅黑"/>
              </a:defRPr>
            </a:lvl1pPr>
          </a:lstStyle>
          <a:p>
            <a:pPr indent="0" algn="l" defTabSz="914400">
              <a:lnSpc>
                <a:spcPct val="90000"/>
              </a:lnSpc>
              <a:spcBef>
                <a:spcPts val="1000"/>
              </a:spcBef>
              <a:buNone/>
              <a:tabLst>
                <a:tab pos="0" algn="l"/>
              </a:tabLst>
            </a:pPr>
            <a:r>
              <a:rPr sz="1600" b="1" u="none" spc="99">
                <a:solidFill>
                  <a:schemeClr val="lt1"/>
                </a:solidFill>
                <a:latin typeface="微软雅黑"/>
                <a:ea typeface="微软雅黑"/>
                <a:cs typeface="微软雅黑"/>
              </a:rPr>
              <a:t>日期：</a:t>
            </a:r>
            <a:r>
              <a:rPr sz="1600" b="1" u="none" spc="99">
                <a:solidFill>
                  <a:schemeClr val="lt1"/>
                </a:solidFill>
                <a:latin typeface="微软雅黑"/>
                <a:ea typeface="微软雅黑"/>
                <a:cs typeface="微软雅黑"/>
              </a:rPr>
              <a:t>XXX</a:t>
            </a:r>
            <a:endParaRPr sz="1600" b="0" u="none">
              <a:solidFill>
                <a:schemeClr val="dk1"/>
              </a:solidFill>
              <a:latin typeface="微软雅黑"/>
              <a:ea typeface="微软雅黑"/>
              <a:cs typeface="微软雅黑"/>
            </a:endParaRPr>
          </a:p>
        </p:txBody>
      </p:sp>
      <p:cxnSp>
        <p:nvCxnSpPr>
          <p:cNvPr id="76" name="爱设计-2-1"/>
          <p:cNvCxnSpPr/>
          <p:nvPr/>
        </p:nvCxnSpPr>
        <p:spPr>
          <a:xfrm>
            <a:off x="851040" y="548640"/>
            <a:ext cx="223920" cy="360"/>
          </a:xfrm>
          <a:prstGeom prst="straightConnector1">
            <a:avLst/>
          </a:prstGeom>
          <a:ln w="15875" cap="rnd">
            <a:solidFill>
              <a:srgbClr val="ED6F00"/>
            </a:solidFill>
            <a:round/>
          </a:ln>
        </p:spPr>
      </p:cxnSp>
      <p:cxnSp>
        <p:nvCxnSpPr>
          <p:cNvPr id="77" name="爱设计-2-2"/>
          <p:cNvCxnSpPr/>
          <p:nvPr/>
        </p:nvCxnSpPr>
        <p:spPr>
          <a:xfrm>
            <a:off x="851040" y="476640"/>
            <a:ext cx="223920" cy="360"/>
          </a:xfrm>
          <a:prstGeom prst="straightConnector1">
            <a:avLst/>
          </a:prstGeom>
          <a:ln w="15875" cap="rnd">
            <a:solidFill>
              <a:srgbClr val="ED6F00"/>
            </a:solidFill>
            <a:round/>
          </a:ln>
        </p:spPr>
      </p:cxnSp>
      <p:cxnSp>
        <p:nvCxnSpPr>
          <p:cNvPr id="78" name="爱设计-2-3"/>
          <p:cNvCxnSpPr/>
          <p:nvPr/>
        </p:nvCxnSpPr>
        <p:spPr>
          <a:xfrm>
            <a:off x="851040" y="404640"/>
            <a:ext cx="223920" cy="360"/>
          </a:xfrm>
          <a:prstGeom prst="straightConnector1">
            <a:avLst/>
          </a:prstGeom>
          <a:ln w="15875" cap="rnd">
            <a:solidFill>
              <a:srgbClr val="ED6F00"/>
            </a:solidFill>
            <a:round/>
          </a:ln>
        </p:spPr>
      </p:cxnSp>
      <p:sp>
        <p:nvSpPr>
          <p:cNvPr id="27" name="TextBox 3"/>
          <p:cNvSpPr>
            <a:spLocks noGrp="1"/>
          </p:cNvSpPr>
          <p:nvPr/>
        </p:nvSpPr>
        <p:spPr>
          <a:xfrm>
            <a:off x="823680" y="6125400"/>
            <a:ext cx="1873800" cy="216360"/>
          </a:xfrm>
          <a:custGeom>
            <a:avLst/>
            <a:gdLst>
              <a:gd name="textAreaLeft" fmla="*/ 0 w 1873800"/>
              <a:gd name="textAreaRight" fmla="*/ 1874160 w 1873800"/>
              <a:gd name="textAreaTop" fmla="*/ 0 h 216360"/>
              <a:gd name="textAreaBottom" fmla="*/ 216720 h 216360"/>
            </a:gdLst>
            <a:ahLst/>
            <a:cxnLst/>
            <a:rect l="textAreaLeft" t="textAreaTop" r="textAreaRight" b="textAreaBottom"/>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2"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8" y="204759"/>
                  <a:pt x="1446859" y="205483"/>
                  <a:pt x="1442135" y="206092"/>
                </a:cubicBezTo>
                <a:cubicBezTo>
                  <a:pt x="1433295" y="207159"/>
                  <a:pt x="1424952"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5" y="159077"/>
                  <a:pt x="1383385" y="156943"/>
                </a:cubicBezTo>
                <a:cubicBezTo>
                  <a:pt x="1383385"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9" y="162582"/>
                  <a:pt x="1367497" y="165173"/>
                </a:cubicBezTo>
                <a:cubicBezTo>
                  <a:pt x="1364525" y="167764"/>
                  <a:pt x="1358772" y="173631"/>
                  <a:pt x="1350238"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5" y="212264"/>
                  <a:pt x="1313433" y="214550"/>
                </a:cubicBezTo>
                <a:cubicBezTo>
                  <a:pt x="1312519" y="215770"/>
                  <a:pt x="1311795" y="216455"/>
                  <a:pt x="1311261" y="216608"/>
                </a:cubicBezTo>
                <a:cubicBezTo>
                  <a:pt x="1310728" y="216760"/>
                  <a:pt x="1310004" y="216532"/>
                  <a:pt x="1309090" y="215922"/>
                </a:cubicBezTo>
                <a:cubicBezTo>
                  <a:pt x="1307565" y="214703"/>
                  <a:pt x="1306803" y="213255"/>
                  <a:pt x="1306803" y="211579"/>
                </a:cubicBezTo>
                <a:cubicBezTo>
                  <a:pt x="1306803" y="209902"/>
                  <a:pt x="1312214" y="203806"/>
                  <a:pt x="1323034" y="193291"/>
                </a:cubicBezTo>
                <a:cubicBezTo>
                  <a:pt x="1333855"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9"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6" y="118691"/>
                  <a:pt x="1359839" y="121282"/>
                </a:cubicBezTo>
                <a:cubicBezTo>
                  <a:pt x="1359077" y="123872"/>
                  <a:pt x="1357286" y="125015"/>
                  <a:pt x="1354467" y="124711"/>
                </a:cubicBezTo>
                <a:cubicBezTo>
                  <a:pt x="1351647" y="124406"/>
                  <a:pt x="1349323" y="122806"/>
                  <a:pt x="1347494" y="119910"/>
                </a:cubicBezTo>
                <a:cubicBezTo>
                  <a:pt x="1343684" y="113662"/>
                  <a:pt x="1345285" y="110004"/>
                  <a:pt x="1352295" y="108937"/>
                </a:cubicBezTo>
                <a:cubicBezTo>
                  <a:pt x="1356257" y="108175"/>
                  <a:pt x="1358962" y="107108"/>
                  <a:pt x="1360410" y="105737"/>
                </a:cubicBezTo>
                <a:cubicBezTo>
                  <a:pt x="1361858" y="104365"/>
                  <a:pt x="1366735" y="101508"/>
                  <a:pt x="1375041" y="97164"/>
                </a:cubicBezTo>
                <a:cubicBezTo>
                  <a:pt x="1383346" y="92821"/>
                  <a:pt x="1388338"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7"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1" y="190928"/>
                  <a:pt x="58304" y="191233"/>
                </a:cubicBezTo>
                <a:cubicBezTo>
                  <a:pt x="55638"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4"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4" y="115224"/>
                </a:cubicBezTo>
                <a:cubicBezTo>
                  <a:pt x="503313"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1"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9"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3" y="15745"/>
                  <a:pt x="485063" y="14525"/>
                </a:cubicBezTo>
                <a:cubicBezTo>
                  <a:pt x="485063"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3" y="8125"/>
                  <a:pt x="531621" y="6601"/>
                  <a:pt x="533754" y="4924"/>
                </a:cubicBezTo>
                <a:cubicBezTo>
                  <a:pt x="535278" y="3857"/>
                  <a:pt x="536612" y="3362"/>
                  <a:pt x="537755" y="3438"/>
                </a:cubicBezTo>
                <a:close/>
                <a:moveTo>
                  <a:pt x="1351038" y="9"/>
                </a:moveTo>
                <a:cubicBezTo>
                  <a:pt x="1354467" y="86"/>
                  <a:pt x="1358505" y="2219"/>
                  <a:pt x="1363153" y="6410"/>
                </a:cubicBezTo>
                <a:cubicBezTo>
                  <a:pt x="1367802" y="10601"/>
                  <a:pt x="1369973" y="13230"/>
                  <a:pt x="1369669" y="14297"/>
                </a:cubicBezTo>
                <a:cubicBezTo>
                  <a:pt x="1369516" y="14754"/>
                  <a:pt x="1369897" y="14983"/>
                  <a:pt x="1370811" y="14983"/>
                </a:cubicBezTo>
                <a:cubicBezTo>
                  <a:pt x="1371269" y="14983"/>
                  <a:pt x="1371955" y="14906"/>
                  <a:pt x="1372869" y="14754"/>
                </a:cubicBezTo>
                <a:cubicBezTo>
                  <a:pt x="1375460" y="13840"/>
                  <a:pt x="1377403" y="13459"/>
                  <a:pt x="1378698" y="13611"/>
                </a:cubicBezTo>
                <a:cubicBezTo>
                  <a:pt x="1379994" y="13763"/>
                  <a:pt x="1382775" y="14297"/>
                  <a:pt x="1387042" y="15211"/>
                </a:cubicBezTo>
                <a:cubicBezTo>
                  <a:pt x="1393138" y="17040"/>
                  <a:pt x="1396415" y="19364"/>
                  <a:pt x="1396872" y="22184"/>
                </a:cubicBezTo>
                <a:cubicBezTo>
                  <a:pt x="1397329" y="25003"/>
                  <a:pt x="1394815" y="27556"/>
                  <a:pt x="1389328" y="29842"/>
                </a:cubicBezTo>
                <a:cubicBezTo>
                  <a:pt x="1382318" y="32585"/>
                  <a:pt x="1378812" y="36014"/>
                  <a:pt x="1378812" y="40129"/>
                </a:cubicBezTo>
                <a:cubicBezTo>
                  <a:pt x="1378812" y="42567"/>
                  <a:pt x="1380336" y="44091"/>
                  <a:pt x="1383385" y="44701"/>
                </a:cubicBezTo>
                <a:cubicBezTo>
                  <a:pt x="1388414" y="45767"/>
                  <a:pt x="1391995" y="48358"/>
                  <a:pt x="1394129" y="52473"/>
                </a:cubicBezTo>
                <a:cubicBezTo>
                  <a:pt x="1394738" y="53845"/>
                  <a:pt x="1394967" y="54911"/>
                  <a:pt x="1394815" y="55673"/>
                </a:cubicBezTo>
                <a:cubicBezTo>
                  <a:pt x="1394662" y="56435"/>
                  <a:pt x="1393976" y="57426"/>
                  <a:pt x="1392757" y="58645"/>
                </a:cubicBezTo>
                <a:cubicBezTo>
                  <a:pt x="1390471" y="60779"/>
                  <a:pt x="1389328" y="62912"/>
                  <a:pt x="1389328" y="65046"/>
                </a:cubicBezTo>
                <a:cubicBezTo>
                  <a:pt x="1389328" y="65503"/>
                  <a:pt x="1389633" y="65656"/>
                  <a:pt x="1390243" y="65503"/>
                </a:cubicBezTo>
                <a:cubicBezTo>
                  <a:pt x="1391005" y="65503"/>
                  <a:pt x="1394091"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80" y="83715"/>
                  <a:pt x="1381251" y="83410"/>
                  <a:pt x="1380184" y="83563"/>
                </a:cubicBezTo>
                <a:cubicBezTo>
                  <a:pt x="1378051" y="83563"/>
                  <a:pt x="1374698" y="84629"/>
                  <a:pt x="1370126" y="86763"/>
                </a:cubicBezTo>
                <a:cubicBezTo>
                  <a:pt x="1366011" y="88744"/>
                  <a:pt x="1363573"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5" y="93850"/>
                  <a:pt x="1355038" y="94688"/>
                  <a:pt x="1353666" y="96364"/>
                </a:cubicBezTo>
                <a:cubicBezTo>
                  <a:pt x="1352295" y="98041"/>
                  <a:pt x="1349361" y="99908"/>
                  <a:pt x="1344865" y="101965"/>
                </a:cubicBezTo>
                <a:cubicBezTo>
                  <a:pt x="1340370"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6"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3" y="129740"/>
                </a:cubicBezTo>
                <a:cubicBezTo>
                  <a:pt x="1284020" y="129740"/>
                  <a:pt x="1281734" y="128864"/>
                  <a:pt x="1280515" y="127111"/>
                </a:cubicBezTo>
                <a:cubicBezTo>
                  <a:pt x="1279295" y="125358"/>
                  <a:pt x="1278686" y="122196"/>
                  <a:pt x="1278686" y="117624"/>
                </a:cubicBezTo>
                <a:cubicBezTo>
                  <a:pt x="1278686" y="113966"/>
                  <a:pt x="1279372"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1" y="93850"/>
                  <a:pt x="1336179" y="91564"/>
                  <a:pt x="1342351" y="86992"/>
                </a:cubicBezTo>
                <a:cubicBezTo>
                  <a:pt x="1348523" y="82420"/>
                  <a:pt x="1354162" y="77733"/>
                  <a:pt x="1359267" y="72933"/>
                </a:cubicBezTo>
                <a:cubicBezTo>
                  <a:pt x="1364373"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1"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3" y="59598"/>
                  <a:pt x="1300631" y="59217"/>
                </a:cubicBezTo>
                <a:cubicBezTo>
                  <a:pt x="1298650" y="58836"/>
                  <a:pt x="1297126" y="58379"/>
                  <a:pt x="1296059" y="57845"/>
                </a:cubicBezTo>
                <a:cubicBezTo>
                  <a:pt x="1294993" y="57312"/>
                  <a:pt x="1294535" y="56740"/>
                  <a:pt x="1294688" y="56131"/>
                </a:cubicBezTo>
                <a:cubicBezTo>
                  <a:pt x="1294993"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tx1">
              <a:lumMod val="75000"/>
              <a:lumOff val="25000"/>
            </a:schemeClr>
          </a:solidFill>
          <a:ln w="0">
            <a:noFill/>
          </a:ln>
        </p:spPr>
        <p:style>
          <a:lnRef idx="0">
            <a:srgbClr val="FFFFFF"/>
          </a:lnRef>
          <a:fillRef idx="0">
            <a:srgbClr val="FFFFFF"/>
          </a:fillRef>
          <a:effectRef idx="0">
            <a:srgbClr val="FFFFFF"/>
          </a:effectRef>
          <a:fontRef idx="minor"/>
        </p:style>
        <p:txBody>
          <a:bodyPr anchor="t">
            <a:noAutofit/>
          </a:bodyPr>
          <a:lstStyle/>
          <a:p>
            <a:pPr>
              <a:buNone/>
            </a:pPr>
            <a:endParaRPr sz="1800" b="0" u="none">
              <a:solidFill>
                <a:schemeClr val="dk1">
                  <a:lumMod val="75000"/>
                  <a:lumOff val="25000"/>
                </a:schemeClr>
              </a:solidFill>
              <a:latin typeface="钟齐志莽行书"/>
              <a:ea typeface="钟齐志莽行书"/>
              <a:cs typeface="钟齐志莽行书"/>
            </a:endParaRPr>
          </a:p>
        </p:txBody>
      </p:sp>
      <p:sp>
        <p:nvSpPr>
          <p:cNvPr id="28" name="PlaceHolder 4"/>
          <p:cNvSpPr>
            <a:spLocks noGrp="1"/>
          </p:cNvSpPr>
          <p:nvPr>
            <p:ph type="body" idx="30" hasCustomPrompt="1"/>
          </p:nvPr>
        </p:nvSpPr>
        <p:spPr>
          <a:xfrm>
            <a:off x="8109000" y="6123960"/>
            <a:ext cx="3869280" cy="261720"/>
          </a:xfrm>
          <a:prstGeom prst="rect">
            <a:avLst/>
          </a:prstGeom>
          <a:noFill/>
          <a:ln w="0">
            <a:noFill/>
          </a:ln>
        </p:spPr>
        <p:txBody>
          <a:bodyPr lIns="90000" tIns="45000" rIns="90000" bIns="45000" anchor="t">
            <a:noAutofit/>
          </a:bodyPr>
          <a:lstStyle>
            <a:lvl1pPr indent="0" algn="l" defTabSz="914400">
              <a:lnSpc>
                <a:spcPct val="90000"/>
              </a:lnSpc>
              <a:spcBef>
                <a:spcPts val="1000"/>
              </a:spcBef>
              <a:buNone/>
              <a:tabLst>
                <a:tab pos="0" algn="l"/>
              </a:tabLst>
              <a:defRPr sz="1100" b="0" u="none">
                <a:solidFill>
                  <a:schemeClr val="dk1"/>
                </a:solidFill>
                <a:latin typeface="微软雅黑"/>
                <a:ea typeface="微软雅黑"/>
                <a:cs typeface="微软雅黑"/>
              </a:defRPr>
            </a:lvl1pPr>
          </a:lstStyle>
          <a:p>
            <a:pPr indent="0" algn="l" defTabSz="914400">
              <a:lnSpc>
                <a:spcPct val="90000"/>
              </a:lnSpc>
              <a:spcBef>
                <a:spcPts val="1000"/>
              </a:spcBef>
              <a:buNone/>
              <a:tabLst>
                <a:tab pos="0" algn="l"/>
              </a:tabLst>
            </a:pPr>
            <a:r>
              <a:rPr sz="1100" b="0" u="none">
                <a:solidFill>
                  <a:schemeClr val="dk1"/>
                </a:solidFill>
                <a:latin typeface="微软雅黑"/>
                <a:ea typeface="微软雅黑"/>
                <a:cs typeface="微软雅黑"/>
              </a:rPr>
              <a:t>地址：北京市海淀区中关村南四街</a:t>
            </a:r>
            <a:r>
              <a:rPr sz="1100" b="0" u="none">
                <a:solidFill>
                  <a:schemeClr val="dk1"/>
                </a:solidFill>
                <a:latin typeface="微软雅黑"/>
                <a:ea typeface="微软雅黑"/>
                <a:cs typeface="微软雅黑"/>
              </a:rPr>
              <a:t>4</a:t>
            </a:r>
            <a:r>
              <a:rPr sz="1100" b="0" u="none">
                <a:solidFill>
                  <a:schemeClr val="dk1"/>
                </a:solidFill>
                <a:latin typeface="微软雅黑"/>
                <a:ea typeface="微软雅黑"/>
                <a:cs typeface="微软雅黑"/>
              </a:rPr>
              <a:t>号中国科学院软件园区</a:t>
            </a:r>
            <a:endParaRPr sz="1100" b="0" u="none">
              <a:solidFill>
                <a:schemeClr val="dk1"/>
              </a:solidFill>
              <a:latin typeface="微软雅黑"/>
              <a:ea typeface="微软雅黑"/>
              <a:cs typeface="微软雅黑"/>
            </a:endParaRPr>
          </a:p>
        </p:txBody>
      </p:sp>
      <p:pic>
        <p:nvPicPr>
          <p:cNvPr id="81" name="图形 18"/>
          <p:cNvPicPr>
            <a:picLocks noChangeAspect="1"/>
          </p:cNvPicPr>
          <p:nvPr/>
        </p:nvPicPr>
        <p:blipFill>
          <a:blip r:embed="rId4"/>
          <a:srcRect t="59757"/>
          <a:stretch>
            <a:fillRect/>
          </a:stretch>
        </p:blipFill>
        <p:spPr>
          <a:xfrm>
            <a:off x="10447920" y="711360"/>
            <a:ext cx="1105920" cy="1893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txStyles>
    <p:titleStyle/>
    <p:bodyStyle/>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notesSlide" Target="../notesSlides/notesSlide1.xml"/><Relationship Id="rId15" Type="http://schemas.openxmlformats.org/officeDocument/2006/relationships/slideLayout" Target="../slideLayouts/slideLayout7.xml"/><Relationship Id="rId14" Type="http://schemas.openxmlformats.org/officeDocument/2006/relationships/image" Target="../media/image12.png"/><Relationship Id="rId13" Type="http://schemas.openxmlformats.org/officeDocument/2006/relationships/image" Target="../media/image11.png"/><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4.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3.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2" Type="http://schemas.openxmlformats.org/officeDocument/2006/relationships/notesSlide" Target="../notesSlides/notesSlide3.xml"/><Relationship Id="rId21" Type="http://schemas.openxmlformats.org/officeDocument/2006/relationships/slideLayout" Target="../slideLayouts/slideLayout14.xml"/><Relationship Id="rId20" Type="http://schemas.openxmlformats.org/officeDocument/2006/relationships/image" Target="../media/image18.png"/><Relationship Id="rId2" Type="http://schemas.openxmlformats.org/officeDocument/2006/relationships/tags" Target="../tags/tag14.xml"/><Relationship Id="rId19" Type="http://schemas.openxmlformats.org/officeDocument/2006/relationships/image" Target="../media/image17.png"/><Relationship Id="rId18" Type="http://schemas.openxmlformats.org/officeDocument/2006/relationships/image" Target="../media/image16.png"/><Relationship Id="rId17" Type="http://schemas.openxmlformats.org/officeDocument/2006/relationships/tags" Target="../tags/tag29.xml"/><Relationship Id="rId16" Type="http://schemas.openxmlformats.org/officeDocument/2006/relationships/tags" Target="../tags/tag28.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5" name="PlaceHolder 1"/>
          <p:cNvSpPr>
            <a:spLocks noGrp="1"/>
          </p:cNvSpPr>
          <p:nvPr>
            <p:ph type="title"/>
          </p:nvPr>
        </p:nvSpPr>
        <p:spPr>
          <a:xfrm>
            <a:off x="1003680" y="364320"/>
            <a:ext cx="6845040" cy="369000"/>
          </a:xfrm>
          <a:prstGeom prst="rect">
            <a:avLst/>
          </a:prstGeom>
          <a:noFill/>
          <a:ln w="0">
            <a:noFill/>
          </a:ln>
        </p:spPr>
        <p:txBody>
          <a:bodyPr lIns="90000" tIns="45000" rIns="90000" bIns="45000" anchor="t">
            <a:noAutofit/>
          </a:bodyPr>
          <a:lstStyle/>
          <a:p>
            <a:pPr indent="0" algn="l" defTabSz="914400">
              <a:lnSpc>
                <a:spcPct val="100000"/>
              </a:lnSpc>
              <a:buNone/>
              <a:tabLst>
                <a:tab pos="0" algn="l"/>
              </a:tabLst>
            </a:pPr>
            <a:r>
              <a:rPr sz="2400" b="1" u="none" spc="99">
                <a:solidFill>
                  <a:schemeClr val="accent1"/>
                </a:solidFill>
                <a:latin typeface="思源黑体 CN Bold"/>
                <a:ea typeface="思源黑体 CN Bold"/>
                <a:cs typeface="思源黑体 CN Bold"/>
              </a:rPr>
              <a:t>操作系统支持矩阵:规模与进展</a:t>
            </a:r>
            <a:endParaRPr sz="2400" b="1" u="none" spc="99">
              <a:solidFill>
                <a:schemeClr val="accent1"/>
              </a:solidFill>
              <a:latin typeface="思源黑体 CN Bold"/>
              <a:ea typeface="思源黑体 CN Bold"/>
              <a:cs typeface="思源黑体 CN Bold"/>
            </a:endParaRPr>
          </a:p>
        </p:txBody>
      </p:sp>
      <p:sp>
        <p:nvSpPr>
          <p:cNvPr id="1868" name="文本框 10"/>
          <p:cNvSpPr>
            <a:spLocks noGrp="1"/>
          </p:cNvSpPr>
          <p:nvPr>
            <p:custDataLst>
              <p:tags r:id="rId1"/>
            </p:custDataLst>
          </p:nvPr>
        </p:nvSpPr>
        <p:spPr>
          <a:xfrm>
            <a:off x="8052435" y="2146935"/>
            <a:ext cx="1273175" cy="644525"/>
          </a:xfrm>
          <a:prstGeom prst="rect">
            <a:avLst/>
          </a:prstGeom>
          <a:noFill/>
          <a:ln w="0">
            <a:noFill/>
          </a:ln>
        </p:spPr>
        <p:style>
          <a:lnRef idx="0">
            <a:srgbClr val="FFFFFF"/>
          </a:lnRef>
          <a:fillRef idx="0">
            <a:srgbClr val="FFFFFF"/>
          </a:fillRef>
          <a:effectRef idx="0">
            <a:srgbClr val="FFFFFF"/>
          </a:effectRef>
          <a:fontRef idx="minor"/>
        </p:style>
        <p:txBody>
          <a:bodyPr wrap="none" lIns="95040" tIns="47520" rIns="95040" bIns="47520" anchor="t">
            <a:noAutofit/>
          </a:bodyPr>
          <a:lstStyle/>
          <a:p>
            <a:pPr algn="l">
              <a:lnSpc>
                <a:spcPct val="120000"/>
              </a:lnSpc>
            </a:pPr>
            <a:r>
              <a:rPr lang="zh-CN" altLang="en-US" sz="1200" kern="0" spc="119">
                <a:solidFill>
                  <a:srgbClr val="404040"/>
                </a:solidFill>
                <a:latin typeface="Arial" panose="020B0604020202090204"/>
                <a:ea typeface="Arial" panose="020B0604020202090204"/>
                <a:cs typeface="Arial" panose="020B0604020202090204"/>
                <a:sym typeface="+mn-ea"/>
              </a:rPr>
              <a:t>收录开发板</a:t>
            </a:r>
            <a:endParaRPr lang="zh-CN" altLang="en-US" sz="1200" kern="0" spc="119">
              <a:solidFill>
                <a:srgbClr val="404040"/>
              </a:solidFill>
              <a:latin typeface="Arial" panose="020B0604020202090204"/>
              <a:ea typeface="Arial" panose="020B0604020202090204"/>
              <a:cs typeface="Arial" panose="020B0604020202090204"/>
              <a:sym typeface="+mn-ea"/>
            </a:endParaRPr>
          </a:p>
          <a:p>
            <a:pPr algn="l">
              <a:lnSpc>
                <a:spcPct val="120000"/>
              </a:lnSpc>
              <a:buClrTx/>
              <a:buSzTx/>
              <a:buNone/>
            </a:pPr>
            <a:r>
              <a:rPr lang="zh-CN" altLang="en-US" sz="1200" kern="0" spc="119">
                <a:solidFill>
                  <a:srgbClr val="404040"/>
                </a:solidFill>
                <a:latin typeface="Arial" panose="020B0604020202090204"/>
                <a:ea typeface="Arial" panose="020B0604020202090204"/>
                <a:cs typeface="Arial" panose="020B0604020202090204"/>
                <a:sym typeface="+mn-ea"/>
              </a:rPr>
              <a:t>(两年内增加 38)</a:t>
            </a:r>
            <a:endParaRPr lang="zh-CN" altLang="en-US" sz="1200" b="0" u="none" kern="0" spc="119">
              <a:solidFill>
                <a:srgbClr val="404040"/>
              </a:solidFill>
              <a:latin typeface="Arial" panose="020B0604020202090204"/>
              <a:ea typeface="Arial" panose="020B0604020202090204"/>
              <a:cs typeface="Arial" panose="020B0604020202090204"/>
            </a:endParaRPr>
          </a:p>
        </p:txBody>
      </p:sp>
      <p:sp>
        <p:nvSpPr>
          <p:cNvPr id="1870" name="文本框 12"/>
          <p:cNvSpPr>
            <a:spLocks noGrp="1"/>
          </p:cNvSpPr>
          <p:nvPr>
            <p:custDataLst>
              <p:tags r:id="rId2"/>
            </p:custDataLst>
          </p:nvPr>
        </p:nvSpPr>
        <p:spPr>
          <a:xfrm>
            <a:off x="8016840" y="1601340"/>
            <a:ext cx="618490" cy="565150"/>
          </a:xfrm>
          <a:prstGeom prst="rect">
            <a:avLst/>
          </a:prstGeom>
          <a:noFill/>
          <a:ln w="0">
            <a:noFill/>
          </a:ln>
        </p:spPr>
        <p:style>
          <a:lnRef idx="0">
            <a:srgbClr val="FFFFFF"/>
          </a:lnRef>
          <a:fillRef idx="0">
            <a:srgbClr val="FFFFFF"/>
          </a:fillRef>
          <a:effectRef idx="0">
            <a:srgbClr val="FFFFFF"/>
          </a:effectRef>
          <a:fontRef idx="minor"/>
        </p:style>
        <p:txBody>
          <a:bodyPr wrap="square" lIns="67320" tIns="33840" rIns="67320" bIns="33840" anchor="t">
            <a:spAutoFit/>
          </a:bodyPr>
          <a:lstStyle/>
          <a:p>
            <a:pPr defTabSz="914400">
              <a:lnSpc>
                <a:spcPct val="100000"/>
              </a:lnSpc>
              <a:buNone/>
            </a:pPr>
            <a:r>
              <a:rPr sz="3240" b="1" u="none">
                <a:solidFill>
                  <a:schemeClr val="accent1"/>
                </a:solidFill>
                <a:latin typeface="微软雅黑"/>
                <a:ea typeface="微软雅黑"/>
                <a:cs typeface="微软雅黑"/>
              </a:rPr>
              <a:t>9</a:t>
            </a:r>
            <a:r>
              <a:rPr lang="en-US" sz="3240" b="1" u="none">
                <a:solidFill>
                  <a:schemeClr val="accent1"/>
                </a:solidFill>
                <a:latin typeface="微软雅黑"/>
                <a:ea typeface="微软雅黑"/>
                <a:cs typeface="微软雅黑"/>
              </a:rPr>
              <a:t>0</a:t>
            </a:r>
            <a:endParaRPr lang="en-US" sz="3240" b="1" u="none">
              <a:solidFill>
                <a:schemeClr val="accent1"/>
              </a:solidFill>
              <a:latin typeface="微软雅黑"/>
              <a:ea typeface="微软雅黑"/>
              <a:cs typeface="微软雅黑"/>
            </a:endParaRPr>
          </a:p>
        </p:txBody>
      </p:sp>
      <p:sp>
        <p:nvSpPr>
          <p:cNvPr id="1871" name="文本框 13"/>
          <p:cNvSpPr>
            <a:spLocks noGrp="1"/>
          </p:cNvSpPr>
          <p:nvPr>
            <p:custDataLst>
              <p:tags r:id="rId3"/>
            </p:custDataLst>
          </p:nvPr>
        </p:nvSpPr>
        <p:spPr>
          <a:xfrm>
            <a:off x="9054360" y="1805820"/>
            <a:ext cx="409680" cy="282575"/>
          </a:xfrm>
          <a:prstGeom prst="rect">
            <a:avLst/>
          </a:prstGeom>
          <a:noFill/>
          <a:ln w="0">
            <a:noFill/>
          </a:ln>
        </p:spPr>
        <p:style>
          <a:lnRef idx="0">
            <a:srgbClr val="FFFFFF"/>
          </a:lnRef>
          <a:fillRef idx="0">
            <a:srgbClr val="FFFFFF"/>
          </a:fillRef>
          <a:effectRef idx="0">
            <a:srgbClr val="FFFFFF"/>
          </a:effectRef>
          <a:fontRef idx="minor"/>
        </p:style>
        <p:txBody>
          <a:bodyPr wrap="square" lIns="67320" tIns="33840" rIns="67320" bIns="33840" anchor="t">
            <a:spAutoFit/>
          </a:bodyPr>
          <a:lstStyle/>
          <a:p>
            <a:pPr defTabSz="914400">
              <a:lnSpc>
                <a:spcPct val="100000"/>
              </a:lnSpc>
              <a:buNone/>
            </a:pPr>
            <a:r>
              <a:rPr sz="1400" b="0" u="none">
                <a:solidFill>
                  <a:schemeClr val="accent1"/>
                </a:solidFill>
                <a:latin typeface="微软雅黑"/>
                <a:ea typeface="微软雅黑"/>
                <a:cs typeface="微软雅黑"/>
              </a:rPr>
              <a:t>款</a:t>
            </a:r>
            <a:endParaRPr sz="1400" b="0" u="none">
              <a:solidFill>
                <a:srgbClr val="000000"/>
              </a:solidFill>
              <a:latin typeface="Arial" panose="020B0604020202090204"/>
              <a:ea typeface="Arial" panose="020B0604020202090204"/>
              <a:cs typeface="Arial" panose="020B0604020202090204"/>
            </a:endParaRPr>
          </a:p>
        </p:txBody>
      </p:sp>
      <p:sp>
        <p:nvSpPr>
          <p:cNvPr id="1873" name="文本框 15"/>
          <p:cNvSpPr>
            <a:spLocks noGrp="1"/>
          </p:cNvSpPr>
          <p:nvPr>
            <p:custDataLst>
              <p:tags r:id="rId4"/>
            </p:custDataLst>
          </p:nvPr>
        </p:nvSpPr>
        <p:spPr>
          <a:xfrm>
            <a:off x="8052435" y="3281045"/>
            <a:ext cx="1783080" cy="535940"/>
          </a:xfrm>
          <a:prstGeom prst="rect">
            <a:avLst/>
          </a:prstGeom>
          <a:noFill/>
          <a:ln w="0">
            <a:noFill/>
          </a:ln>
        </p:spPr>
        <p:style>
          <a:lnRef idx="0">
            <a:srgbClr val="FFFFFF"/>
          </a:lnRef>
          <a:fillRef idx="0">
            <a:srgbClr val="FFFFFF"/>
          </a:fillRef>
          <a:effectRef idx="0">
            <a:srgbClr val="FFFFFF"/>
          </a:effectRef>
          <a:fontRef idx="minor"/>
        </p:style>
        <p:txBody>
          <a:bodyPr wrap="square" lIns="95040" tIns="47520" rIns="95040" bIns="47520" anchor="t">
            <a:spAutoFit/>
          </a:bodyPr>
          <a:lstStyle/>
          <a:p>
            <a:pPr algn="l" defTabSz="914400">
              <a:lnSpc>
                <a:spcPct val="120000"/>
              </a:lnSpc>
              <a:buNone/>
            </a:pPr>
            <a:r>
              <a:rPr lang="zh-CN" altLang="en-US" sz="1200" kern="0" spc="119">
                <a:solidFill>
                  <a:srgbClr val="404040"/>
                </a:solidFill>
                <a:latin typeface="Arial" panose="020B0604020202090204"/>
                <a:ea typeface="Arial" panose="020B0604020202090204"/>
                <a:cs typeface="Arial" panose="020B0604020202090204"/>
                <a:sym typeface="+mn-ea"/>
              </a:rPr>
              <a:t>累计提交</a:t>
            </a:r>
            <a:endParaRPr lang="zh-CN" altLang="en-US" sz="1200" kern="0" spc="119">
              <a:solidFill>
                <a:srgbClr val="404040"/>
              </a:solidFill>
              <a:latin typeface="Arial" panose="020B0604020202090204"/>
              <a:ea typeface="Arial" panose="020B0604020202090204"/>
              <a:cs typeface="Arial" panose="020B0604020202090204"/>
              <a:sym typeface="+mn-ea"/>
            </a:endParaRPr>
          </a:p>
          <a:p>
            <a:pPr algn="l" defTabSz="914400">
              <a:lnSpc>
                <a:spcPct val="120000"/>
              </a:lnSpc>
              <a:buNone/>
            </a:pPr>
            <a:r>
              <a:rPr lang="zh-CN" altLang="en-US" sz="1200" kern="0" spc="119">
                <a:solidFill>
                  <a:srgbClr val="404040"/>
                </a:solidFill>
                <a:latin typeface="Arial" panose="020B0604020202090204"/>
                <a:ea typeface="Arial" panose="020B0604020202090204"/>
                <a:cs typeface="Arial" panose="020B0604020202090204"/>
                <a:sym typeface="+mn-ea"/>
              </a:rPr>
              <a:t>(两年内增加 676)</a:t>
            </a:r>
            <a:endParaRPr lang="zh-CN" altLang="en-US" sz="1200" b="0" u="none" kern="0" spc="119">
              <a:solidFill>
                <a:srgbClr val="404040"/>
              </a:solidFill>
              <a:latin typeface="Arial" panose="020B0604020202090204"/>
              <a:ea typeface="Arial" panose="020B0604020202090204"/>
              <a:cs typeface="Arial" panose="020B0604020202090204"/>
            </a:endParaRPr>
          </a:p>
        </p:txBody>
      </p:sp>
      <p:sp>
        <p:nvSpPr>
          <p:cNvPr id="1874" name="文本框 16"/>
          <p:cNvSpPr>
            <a:spLocks noGrp="1"/>
          </p:cNvSpPr>
          <p:nvPr>
            <p:custDataLst>
              <p:tags r:id="rId5"/>
            </p:custDataLst>
          </p:nvPr>
        </p:nvSpPr>
        <p:spPr>
          <a:xfrm>
            <a:off x="8016840" y="2734980"/>
            <a:ext cx="1010880" cy="565150"/>
          </a:xfrm>
          <a:prstGeom prst="rect">
            <a:avLst/>
          </a:prstGeom>
          <a:noFill/>
          <a:ln w="0">
            <a:noFill/>
          </a:ln>
        </p:spPr>
        <p:style>
          <a:lnRef idx="0">
            <a:srgbClr val="FFFFFF"/>
          </a:lnRef>
          <a:fillRef idx="0">
            <a:srgbClr val="FFFFFF"/>
          </a:fillRef>
          <a:effectRef idx="0">
            <a:srgbClr val="FFFFFF"/>
          </a:effectRef>
          <a:fontRef idx="minor"/>
        </p:style>
        <p:txBody>
          <a:bodyPr wrap="square" lIns="67320" tIns="33840" rIns="67320" bIns="33840" anchor="t">
            <a:spAutoFit/>
          </a:bodyPr>
          <a:lstStyle/>
          <a:p>
            <a:pPr defTabSz="914400">
              <a:lnSpc>
                <a:spcPct val="100000"/>
              </a:lnSpc>
              <a:buNone/>
            </a:pPr>
            <a:r>
              <a:rPr sz="3240" b="1" u="none">
                <a:solidFill>
                  <a:schemeClr val="accent1"/>
                </a:solidFill>
                <a:latin typeface="微软雅黑"/>
                <a:ea typeface="微软雅黑"/>
                <a:cs typeface="微软雅黑"/>
              </a:rPr>
              <a:t>898</a:t>
            </a:r>
            <a:endParaRPr sz="3240" b="0" u="none">
              <a:solidFill>
                <a:srgbClr val="000000"/>
              </a:solidFill>
              <a:latin typeface="Arial" panose="020B0604020202090204"/>
              <a:ea typeface="Arial" panose="020B0604020202090204"/>
              <a:cs typeface="Arial" panose="020B0604020202090204"/>
            </a:endParaRPr>
          </a:p>
        </p:txBody>
      </p:sp>
      <p:sp>
        <p:nvSpPr>
          <p:cNvPr id="1875" name="文本框 17"/>
          <p:cNvSpPr>
            <a:spLocks noGrp="1"/>
          </p:cNvSpPr>
          <p:nvPr/>
        </p:nvSpPr>
        <p:spPr>
          <a:xfrm>
            <a:off x="9053280" y="3134880"/>
            <a:ext cx="334440" cy="369000"/>
          </a:xfrm>
          <a:prstGeom prst="rect">
            <a:avLst/>
          </a:prstGeom>
          <a:noFill/>
          <a:ln w="0">
            <a:noFill/>
          </a:ln>
        </p:spPr>
        <p:style>
          <a:lnRef idx="0">
            <a:srgbClr val="FFFFFF"/>
          </a:lnRef>
          <a:fillRef idx="0">
            <a:srgbClr val="FFFFFF"/>
          </a:fillRef>
          <a:effectRef idx="0">
            <a:srgbClr val="FFFFFF"/>
          </a:effectRef>
          <a:fontRef idx="minor"/>
        </p:style>
        <p:txBody>
          <a:bodyPr wrap="none" lIns="90000" tIns="45000" rIns="90000" bIns="45000" anchor="t">
            <a:spAutoFit/>
          </a:bodyPr>
          <a:lstStyle/>
          <a:p>
            <a:pPr defTabSz="914400">
              <a:lnSpc>
                <a:spcPct val="100000"/>
              </a:lnSpc>
              <a:buNone/>
            </a:pPr>
            <a:endParaRPr sz="1800" b="0" u="none">
              <a:solidFill>
                <a:srgbClr val="000000"/>
              </a:solidFill>
              <a:latin typeface="Arial" panose="020B0604020202090204"/>
              <a:ea typeface="Arial" panose="020B0604020202090204"/>
              <a:cs typeface="Arial" panose="020B0604020202090204"/>
            </a:endParaRPr>
          </a:p>
        </p:txBody>
      </p:sp>
      <p:sp>
        <p:nvSpPr>
          <p:cNvPr id="1876" name="文本框 18"/>
          <p:cNvSpPr>
            <a:spLocks noGrp="1"/>
          </p:cNvSpPr>
          <p:nvPr>
            <p:custDataLst>
              <p:tags r:id="rId6"/>
            </p:custDataLst>
          </p:nvPr>
        </p:nvSpPr>
        <p:spPr>
          <a:xfrm>
            <a:off x="9054360" y="2926860"/>
            <a:ext cx="409680" cy="282575"/>
          </a:xfrm>
          <a:prstGeom prst="rect">
            <a:avLst/>
          </a:prstGeom>
          <a:noFill/>
          <a:ln w="0">
            <a:noFill/>
          </a:ln>
        </p:spPr>
        <p:style>
          <a:lnRef idx="0">
            <a:srgbClr val="FFFFFF"/>
          </a:lnRef>
          <a:fillRef idx="0">
            <a:srgbClr val="FFFFFF"/>
          </a:fillRef>
          <a:effectRef idx="0">
            <a:srgbClr val="FFFFFF"/>
          </a:effectRef>
          <a:fontRef idx="minor"/>
        </p:style>
        <p:txBody>
          <a:bodyPr wrap="square" lIns="67320" tIns="33840" rIns="67320" bIns="33840" anchor="t">
            <a:spAutoFit/>
          </a:bodyPr>
          <a:lstStyle/>
          <a:p>
            <a:pPr defTabSz="914400">
              <a:lnSpc>
                <a:spcPct val="100000"/>
              </a:lnSpc>
              <a:buNone/>
            </a:pPr>
            <a:r>
              <a:rPr sz="1400" b="0" u="none">
                <a:solidFill>
                  <a:schemeClr val="accent1"/>
                </a:solidFill>
                <a:latin typeface="微软雅黑"/>
                <a:ea typeface="微软雅黑"/>
                <a:cs typeface="微软雅黑"/>
              </a:rPr>
              <a:t>次</a:t>
            </a:r>
            <a:endParaRPr sz="1400" b="0" u="none">
              <a:solidFill>
                <a:srgbClr val="000000"/>
              </a:solidFill>
              <a:latin typeface="Arial" panose="020B0604020202090204"/>
              <a:ea typeface="Arial" panose="020B0604020202090204"/>
              <a:cs typeface="Arial" panose="020B0604020202090204"/>
            </a:endParaRPr>
          </a:p>
        </p:txBody>
      </p:sp>
      <p:sp>
        <p:nvSpPr>
          <p:cNvPr id="1877" name="文本框 19"/>
          <p:cNvSpPr>
            <a:spLocks noGrp="1"/>
          </p:cNvSpPr>
          <p:nvPr/>
        </p:nvSpPr>
        <p:spPr>
          <a:xfrm>
            <a:off x="8052585" y="3968840"/>
            <a:ext cx="3329640" cy="2254885"/>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lstStyle/>
          <a:p>
            <a:pPr algn="just" defTabSz="914400">
              <a:lnSpc>
                <a:spcPct val="140000"/>
              </a:lnSpc>
              <a:spcAft>
                <a:spcPts val="1200"/>
              </a:spcAft>
              <a:buNone/>
              <a:tabLst>
                <a:tab pos="0" algn="l"/>
              </a:tabLst>
            </a:pPr>
            <a:r>
              <a:rPr lang="zh-CN" altLang="en-US" sz="1200" b="0" u="none" kern="0" spc="119">
                <a:solidFill>
                  <a:srgbClr val="404040"/>
                </a:solidFill>
                <a:latin typeface="Arial" panose="020B0604020202090204"/>
                <a:ea typeface="Arial" panose="020B0604020202090204"/>
                <a:cs typeface="Arial" panose="020B0604020202090204"/>
              </a:rPr>
              <a:t>覆盖 Linux 发行版 / 定制 </a:t>
            </a:r>
            <a:r>
              <a:rPr lang="zh-CN" altLang="en-US" sz="1200" b="0" u="none" kern="0" spc="119">
                <a:solidFill>
                  <a:srgbClr val="404040"/>
                </a:solidFill>
                <a:latin typeface="Arial" panose="020B0604020202090204"/>
                <a:ea typeface="Arial" panose="020B0604020202090204"/>
                <a:cs typeface="Arial" panose="020B0604020202090204"/>
              </a:rPr>
              <a:t>Linux / BSD / RTOS / 其他系统；</a:t>
            </a:r>
            <a:endParaRPr lang="zh-CN" altLang="en-US" sz="1200" b="0" u="none" kern="0" spc="119">
              <a:solidFill>
                <a:srgbClr val="404040"/>
              </a:solidFill>
              <a:latin typeface="Arial" panose="020B0604020202090204"/>
              <a:ea typeface="Arial" panose="020B0604020202090204"/>
              <a:cs typeface="Arial" panose="020B0604020202090204"/>
            </a:endParaRPr>
          </a:p>
          <a:p>
            <a:pPr algn="just" defTabSz="914400">
              <a:lnSpc>
                <a:spcPct val="140000"/>
              </a:lnSpc>
              <a:spcAft>
                <a:spcPts val="1200"/>
              </a:spcAft>
              <a:buNone/>
              <a:tabLst>
                <a:tab pos="0" algn="l"/>
              </a:tabLst>
            </a:pPr>
            <a:r>
              <a:rPr lang="zh-CN" altLang="en-US" sz="1200" b="0" u="none" kern="0" spc="119">
                <a:solidFill>
                  <a:srgbClr val="404040"/>
                </a:solidFill>
                <a:latin typeface="Arial" panose="020B0604020202090204"/>
                <a:ea typeface="Arial" panose="020B0604020202090204"/>
                <a:cs typeface="Arial" panose="020B0604020202090204"/>
              </a:rPr>
              <a:t>GitHub：58 Stars · 36 Forks</a:t>
            </a:r>
            <a:endParaRPr lang="zh-CN" altLang="en-US" sz="1200" b="0" u="none" kern="0" spc="119">
              <a:solidFill>
                <a:srgbClr val="404040"/>
              </a:solidFill>
              <a:latin typeface="Arial" panose="020B0604020202090204"/>
              <a:ea typeface="Arial" panose="020B0604020202090204"/>
              <a:cs typeface="Arial" panose="020B0604020202090204"/>
            </a:endParaRPr>
          </a:p>
          <a:p>
            <a:pPr algn="just" defTabSz="914400">
              <a:lnSpc>
                <a:spcPct val="140000"/>
              </a:lnSpc>
              <a:spcAft>
                <a:spcPts val="1200"/>
              </a:spcAft>
              <a:buNone/>
              <a:tabLst>
                <a:tab pos="0" algn="l"/>
              </a:tabLst>
            </a:pPr>
            <a:r>
              <a:rPr lang="zh-CN" altLang="en-US" sz="1200" kern="0" spc="119">
                <a:solidFill>
                  <a:srgbClr val="404040"/>
                </a:solidFill>
                <a:latin typeface="Arial" panose="020B0604020202090204"/>
                <a:ea typeface="Arial" panose="020B0604020202090204"/>
                <a:cs typeface="Arial" panose="020B0604020202090204"/>
                <a:sym typeface="+mn-ea"/>
              </a:rPr>
              <a:t> ⬅️Linux 发行版支持矩阵表</a:t>
            </a:r>
            <a:endParaRPr lang="zh-CN" altLang="en-US" sz="1200" kern="0" spc="119">
              <a:solidFill>
                <a:srgbClr val="404040"/>
              </a:solidFill>
              <a:latin typeface="Arial" panose="020B0604020202090204"/>
              <a:ea typeface="Arial" panose="020B0604020202090204"/>
              <a:cs typeface="Arial" panose="020B0604020202090204"/>
              <a:sym typeface="+mn-ea"/>
            </a:endParaRPr>
          </a:p>
          <a:p>
            <a:pPr algn="just" defTabSz="914400">
              <a:lnSpc>
                <a:spcPct val="140000"/>
              </a:lnSpc>
              <a:spcAft>
                <a:spcPts val="1200"/>
              </a:spcAft>
              <a:buNone/>
              <a:tabLst>
                <a:tab pos="0" algn="l"/>
              </a:tabLst>
            </a:pPr>
            <a:r>
              <a:rPr lang="zh-CN" altLang="en-US" sz="1200" kern="0" spc="119">
                <a:solidFill>
                  <a:srgbClr val="404040"/>
                </a:solidFill>
                <a:latin typeface="Arial" panose="020B0604020202090204"/>
                <a:ea typeface="Arial" panose="020B0604020202090204"/>
                <a:cs typeface="Arial" panose="020B0604020202090204"/>
                <a:sym typeface="+mn-ea"/>
              </a:rPr>
              <a:t>拥有六级状态标注</a:t>
            </a:r>
            <a:endParaRPr lang="zh-CN" altLang="en-US" sz="1200" kern="0" spc="119">
              <a:solidFill>
                <a:srgbClr val="404040"/>
              </a:solidFill>
              <a:latin typeface="Arial" panose="020B0604020202090204"/>
              <a:ea typeface="Arial" panose="020B0604020202090204"/>
              <a:cs typeface="Arial" panose="020B0604020202090204"/>
              <a:sym typeface="+mn-ea"/>
            </a:endParaRPr>
          </a:p>
          <a:p>
            <a:pPr algn="just" defTabSz="914400">
              <a:lnSpc>
                <a:spcPct val="140000"/>
              </a:lnSpc>
              <a:spcAft>
                <a:spcPts val="1200"/>
              </a:spcAft>
              <a:buNone/>
              <a:tabLst>
                <a:tab pos="0" algn="l"/>
              </a:tabLst>
            </a:pPr>
            <a:r>
              <a:rPr lang="zh-CN" altLang="en-US" sz="1200" kern="0" spc="119">
                <a:solidFill>
                  <a:srgbClr val="404040"/>
                </a:solidFill>
                <a:latin typeface="Arial" panose="020B0604020202090204"/>
                <a:ea typeface="Arial" panose="020B0604020202090204"/>
                <a:cs typeface="Arial" panose="020B0604020202090204"/>
                <a:sym typeface="+mn-ea"/>
              </a:rPr>
              <a:t>(Good/Basic/CFH/CFT/CFI/WIP)</a:t>
            </a:r>
            <a:endParaRPr lang="zh-CN" altLang="en-US" sz="1200" b="0" u="none" kern="0" spc="119">
              <a:solidFill>
                <a:srgbClr val="404040"/>
              </a:solidFill>
              <a:latin typeface="Arial" panose="020B0604020202090204"/>
              <a:ea typeface="Arial" panose="020B0604020202090204"/>
              <a:cs typeface="Arial" panose="020B0604020202090204"/>
              <a:sym typeface="+mn-ea"/>
            </a:endParaRPr>
          </a:p>
        </p:txBody>
      </p:sp>
      <p:sp>
        <p:nvSpPr>
          <p:cNvPr id="1879" name="文本框 21"/>
          <p:cNvSpPr>
            <a:spLocks noGrp="1"/>
          </p:cNvSpPr>
          <p:nvPr>
            <p:custDataLst>
              <p:tags r:id="rId7"/>
            </p:custDataLst>
          </p:nvPr>
        </p:nvSpPr>
        <p:spPr>
          <a:xfrm>
            <a:off x="9789795" y="2137410"/>
            <a:ext cx="1562100" cy="535940"/>
          </a:xfrm>
          <a:prstGeom prst="rect">
            <a:avLst/>
          </a:prstGeom>
          <a:noFill/>
          <a:ln w="0">
            <a:noFill/>
          </a:ln>
        </p:spPr>
        <p:style>
          <a:lnRef idx="0">
            <a:srgbClr val="FFFFFF"/>
          </a:lnRef>
          <a:fillRef idx="0">
            <a:srgbClr val="FFFFFF"/>
          </a:fillRef>
          <a:effectRef idx="0">
            <a:srgbClr val="FFFFFF"/>
          </a:effectRef>
          <a:fontRef idx="minor"/>
        </p:style>
        <p:txBody>
          <a:bodyPr wrap="square" lIns="95040" tIns="47520" rIns="95040" bIns="47520" anchor="t">
            <a:spAutoFit/>
          </a:bodyPr>
          <a:lstStyle/>
          <a:p>
            <a:pPr algn="l" defTabSz="914400">
              <a:lnSpc>
                <a:spcPct val="120000"/>
              </a:lnSpc>
              <a:buClrTx/>
              <a:buSzTx/>
              <a:buNone/>
            </a:pPr>
            <a:r>
              <a:rPr lang="zh-CN" altLang="en-US" sz="1200" kern="0" spc="119">
                <a:solidFill>
                  <a:srgbClr val="404040"/>
                </a:solidFill>
                <a:latin typeface="Arial" panose="020B0604020202090204"/>
                <a:ea typeface="Arial" panose="020B0604020202090204"/>
                <a:cs typeface="Arial" panose="020B0604020202090204"/>
                <a:sym typeface="+mn-ea"/>
              </a:rPr>
              <a:t>操作系统</a:t>
            </a:r>
            <a:endParaRPr lang="zh-CN" altLang="en-US" sz="1200" kern="0" spc="119">
              <a:solidFill>
                <a:srgbClr val="404040"/>
              </a:solidFill>
              <a:latin typeface="Arial" panose="020B0604020202090204"/>
              <a:ea typeface="Arial" panose="020B0604020202090204"/>
              <a:cs typeface="Arial" panose="020B0604020202090204"/>
              <a:sym typeface="+mn-ea"/>
            </a:endParaRPr>
          </a:p>
          <a:p>
            <a:pPr algn="l" defTabSz="914400">
              <a:lnSpc>
                <a:spcPct val="120000"/>
              </a:lnSpc>
              <a:buClrTx/>
              <a:buSzTx/>
              <a:buNone/>
            </a:pPr>
            <a:r>
              <a:rPr lang="zh-CN" altLang="en-US" sz="1200" kern="0" spc="119">
                <a:solidFill>
                  <a:srgbClr val="404040"/>
                </a:solidFill>
                <a:latin typeface="Arial" panose="020B0604020202090204"/>
                <a:ea typeface="Arial" panose="020B0604020202090204"/>
                <a:cs typeface="Arial" panose="020B0604020202090204"/>
                <a:sym typeface="+mn-ea"/>
              </a:rPr>
              <a:t>(两年内增加 32)</a:t>
            </a:r>
            <a:endParaRPr lang="zh-CN" altLang="en-US" sz="1200" b="0" u="none" kern="0" spc="119">
              <a:solidFill>
                <a:srgbClr val="404040"/>
              </a:solidFill>
              <a:latin typeface="Arial" panose="020B0604020202090204"/>
              <a:ea typeface="Arial" panose="020B0604020202090204"/>
              <a:cs typeface="Arial" panose="020B0604020202090204"/>
            </a:endParaRPr>
          </a:p>
        </p:txBody>
      </p:sp>
      <p:sp>
        <p:nvSpPr>
          <p:cNvPr id="1881" name="文本框 23"/>
          <p:cNvSpPr>
            <a:spLocks noGrp="1"/>
          </p:cNvSpPr>
          <p:nvPr>
            <p:custDataLst>
              <p:tags r:id="rId8"/>
            </p:custDataLst>
          </p:nvPr>
        </p:nvSpPr>
        <p:spPr>
          <a:xfrm>
            <a:off x="9754200" y="1591620"/>
            <a:ext cx="618490" cy="565150"/>
          </a:xfrm>
          <a:prstGeom prst="rect">
            <a:avLst/>
          </a:prstGeom>
          <a:noFill/>
          <a:ln w="0">
            <a:noFill/>
          </a:ln>
        </p:spPr>
        <p:style>
          <a:lnRef idx="0">
            <a:srgbClr val="FFFFFF"/>
          </a:lnRef>
          <a:fillRef idx="0">
            <a:srgbClr val="FFFFFF"/>
          </a:fillRef>
          <a:effectRef idx="0">
            <a:srgbClr val="FFFFFF"/>
          </a:effectRef>
          <a:fontRef idx="minor"/>
        </p:style>
        <p:txBody>
          <a:bodyPr wrap="square" lIns="67320" tIns="33840" rIns="67320" bIns="33840" anchor="t">
            <a:spAutoFit/>
          </a:bodyPr>
          <a:lstStyle/>
          <a:p>
            <a:pPr defTabSz="914400">
              <a:lnSpc>
                <a:spcPct val="100000"/>
              </a:lnSpc>
              <a:buNone/>
            </a:pPr>
            <a:r>
              <a:rPr lang="en-US" sz="3240" b="1" u="none">
                <a:solidFill>
                  <a:schemeClr val="accent1"/>
                </a:solidFill>
                <a:latin typeface="微软雅黑"/>
                <a:ea typeface="微软雅黑"/>
                <a:cs typeface="微软雅黑"/>
              </a:rPr>
              <a:t>60</a:t>
            </a:r>
            <a:endParaRPr lang="en-US" sz="3240" b="1" u="none">
              <a:solidFill>
                <a:schemeClr val="accent1"/>
              </a:solidFill>
              <a:latin typeface="微软雅黑"/>
              <a:ea typeface="微软雅黑"/>
              <a:cs typeface="微软雅黑"/>
            </a:endParaRPr>
          </a:p>
        </p:txBody>
      </p:sp>
      <p:sp>
        <p:nvSpPr>
          <p:cNvPr id="1882" name="文本框 24"/>
          <p:cNvSpPr>
            <a:spLocks noGrp="1"/>
          </p:cNvSpPr>
          <p:nvPr>
            <p:custDataLst>
              <p:tags r:id="rId9"/>
            </p:custDataLst>
          </p:nvPr>
        </p:nvSpPr>
        <p:spPr>
          <a:xfrm>
            <a:off x="10791720" y="1796100"/>
            <a:ext cx="312420" cy="282575"/>
          </a:xfrm>
          <a:prstGeom prst="rect">
            <a:avLst/>
          </a:prstGeom>
          <a:noFill/>
          <a:ln w="0">
            <a:noFill/>
          </a:ln>
        </p:spPr>
        <p:style>
          <a:lnRef idx="0">
            <a:srgbClr val="FFFFFF"/>
          </a:lnRef>
          <a:fillRef idx="0">
            <a:srgbClr val="FFFFFF"/>
          </a:fillRef>
          <a:effectRef idx="0">
            <a:srgbClr val="FFFFFF"/>
          </a:effectRef>
          <a:fontRef idx="minor"/>
        </p:style>
        <p:txBody>
          <a:bodyPr wrap="square" lIns="67320" tIns="33840" rIns="67320" bIns="33840" anchor="t">
            <a:spAutoFit/>
          </a:bodyPr>
          <a:lstStyle/>
          <a:p>
            <a:pPr defTabSz="914400">
              <a:lnSpc>
                <a:spcPct val="100000"/>
              </a:lnSpc>
              <a:buNone/>
            </a:pPr>
            <a:r>
              <a:rPr lang="zh-CN" sz="1400" b="0" u="none">
                <a:solidFill>
                  <a:schemeClr val="accent1"/>
                </a:solidFill>
                <a:latin typeface="微软雅黑"/>
                <a:ea typeface="微软雅黑"/>
                <a:cs typeface="微软雅黑"/>
              </a:rPr>
              <a:t>个</a:t>
            </a:r>
            <a:endParaRPr lang="zh-CN" sz="1400" b="0" u="none">
              <a:solidFill>
                <a:schemeClr val="accent1"/>
              </a:solidFill>
              <a:latin typeface="微软雅黑"/>
              <a:ea typeface="微软雅黑"/>
              <a:cs typeface="微软雅黑"/>
            </a:endParaRPr>
          </a:p>
        </p:txBody>
      </p:sp>
      <p:sp>
        <p:nvSpPr>
          <p:cNvPr id="1884" name="文本框 26"/>
          <p:cNvSpPr>
            <a:spLocks noGrp="1"/>
          </p:cNvSpPr>
          <p:nvPr>
            <p:custDataLst>
              <p:tags r:id="rId10"/>
            </p:custDataLst>
          </p:nvPr>
        </p:nvSpPr>
        <p:spPr>
          <a:xfrm>
            <a:off x="9789795" y="3274060"/>
            <a:ext cx="1520825" cy="535940"/>
          </a:xfrm>
          <a:prstGeom prst="rect">
            <a:avLst/>
          </a:prstGeom>
          <a:noFill/>
          <a:ln w="0">
            <a:noFill/>
          </a:ln>
        </p:spPr>
        <p:style>
          <a:lnRef idx="0">
            <a:srgbClr val="FFFFFF"/>
          </a:lnRef>
          <a:fillRef idx="0">
            <a:srgbClr val="FFFFFF"/>
          </a:fillRef>
          <a:effectRef idx="0">
            <a:srgbClr val="FFFFFF"/>
          </a:effectRef>
          <a:fontRef idx="minor"/>
        </p:style>
        <p:txBody>
          <a:bodyPr wrap="square" lIns="95040" tIns="47520" rIns="95040" bIns="47520" anchor="t">
            <a:spAutoFit/>
          </a:bodyPr>
          <a:lstStyle/>
          <a:p>
            <a:pPr algn="l" defTabSz="914400">
              <a:lnSpc>
                <a:spcPct val="120000"/>
              </a:lnSpc>
              <a:buClrTx/>
              <a:buSzTx/>
              <a:buNone/>
            </a:pPr>
            <a:r>
              <a:rPr lang="zh-CN" altLang="en-US" sz="1200" kern="0" spc="119">
                <a:solidFill>
                  <a:srgbClr val="404040"/>
                </a:solidFill>
                <a:latin typeface="Arial" panose="020B0604020202090204"/>
                <a:ea typeface="Arial" panose="020B0604020202090204"/>
                <a:cs typeface="Arial" panose="020B0604020202090204"/>
                <a:sym typeface="+mn-ea"/>
              </a:rPr>
              <a:t>贡献者</a:t>
            </a:r>
            <a:endParaRPr lang="zh-CN" altLang="en-US" sz="1200" kern="0" spc="119">
              <a:solidFill>
                <a:srgbClr val="404040"/>
              </a:solidFill>
              <a:latin typeface="Arial" panose="020B0604020202090204"/>
              <a:ea typeface="Arial" panose="020B0604020202090204"/>
              <a:cs typeface="Arial" panose="020B0604020202090204"/>
              <a:sym typeface="+mn-ea"/>
            </a:endParaRPr>
          </a:p>
          <a:p>
            <a:pPr algn="l" defTabSz="914400">
              <a:lnSpc>
                <a:spcPct val="120000"/>
              </a:lnSpc>
              <a:buClrTx/>
              <a:buSzTx/>
              <a:buNone/>
            </a:pPr>
            <a:r>
              <a:rPr lang="zh-CN" altLang="en-US" sz="1200" kern="0" spc="119">
                <a:solidFill>
                  <a:srgbClr val="404040"/>
                </a:solidFill>
                <a:latin typeface="Arial" panose="020B0604020202090204"/>
                <a:ea typeface="Arial" panose="020B0604020202090204"/>
                <a:cs typeface="Arial" panose="020B0604020202090204"/>
                <a:sym typeface="+mn-ea"/>
              </a:rPr>
              <a:t>(两年内增加 34)</a:t>
            </a:r>
            <a:endParaRPr lang="zh-CN" altLang="en-US" sz="1200" b="0" u="none" kern="0" spc="119">
              <a:solidFill>
                <a:srgbClr val="404040"/>
              </a:solidFill>
              <a:latin typeface="Arial" panose="020B0604020202090204"/>
              <a:ea typeface="Arial" panose="020B0604020202090204"/>
              <a:cs typeface="Arial" panose="020B0604020202090204"/>
            </a:endParaRPr>
          </a:p>
        </p:txBody>
      </p:sp>
      <p:sp>
        <p:nvSpPr>
          <p:cNvPr id="1885" name="文本框 27"/>
          <p:cNvSpPr>
            <a:spLocks noGrp="1"/>
          </p:cNvSpPr>
          <p:nvPr>
            <p:custDataLst>
              <p:tags r:id="rId11"/>
            </p:custDataLst>
          </p:nvPr>
        </p:nvSpPr>
        <p:spPr>
          <a:xfrm>
            <a:off x="9754200" y="2728140"/>
            <a:ext cx="618490" cy="565150"/>
          </a:xfrm>
          <a:prstGeom prst="rect">
            <a:avLst/>
          </a:prstGeom>
          <a:noFill/>
          <a:ln w="0">
            <a:noFill/>
          </a:ln>
        </p:spPr>
        <p:style>
          <a:lnRef idx="0">
            <a:srgbClr val="FFFFFF"/>
          </a:lnRef>
          <a:fillRef idx="0">
            <a:srgbClr val="FFFFFF"/>
          </a:fillRef>
          <a:effectRef idx="0">
            <a:srgbClr val="FFFFFF"/>
          </a:effectRef>
          <a:fontRef idx="minor"/>
        </p:style>
        <p:txBody>
          <a:bodyPr wrap="square" lIns="67320" tIns="33840" rIns="67320" bIns="33840" anchor="t">
            <a:spAutoFit/>
          </a:bodyPr>
          <a:lstStyle/>
          <a:p>
            <a:pPr defTabSz="914400">
              <a:lnSpc>
                <a:spcPct val="100000"/>
              </a:lnSpc>
              <a:buNone/>
            </a:pPr>
            <a:r>
              <a:rPr lang="en-US" sz="3240" b="1" u="none">
                <a:solidFill>
                  <a:schemeClr val="accent1"/>
                </a:solidFill>
                <a:latin typeface="微软雅黑"/>
                <a:ea typeface="微软雅黑"/>
                <a:cs typeface="微软雅黑"/>
              </a:rPr>
              <a:t>4</a:t>
            </a:r>
            <a:r>
              <a:rPr sz="3240" b="1" u="none">
                <a:solidFill>
                  <a:schemeClr val="accent1"/>
                </a:solidFill>
                <a:latin typeface="微软雅黑"/>
                <a:ea typeface="微软雅黑"/>
                <a:cs typeface="微软雅黑"/>
              </a:rPr>
              <a:t>4</a:t>
            </a:r>
            <a:endParaRPr sz="3240" b="0" u="none">
              <a:solidFill>
                <a:srgbClr val="000000"/>
              </a:solidFill>
              <a:latin typeface="Arial" panose="020B0604020202090204"/>
              <a:ea typeface="Arial" panose="020B0604020202090204"/>
              <a:cs typeface="Arial" panose="020B0604020202090204"/>
            </a:endParaRPr>
          </a:p>
        </p:txBody>
      </p:sp>
      <p:sp>
        <p:nvSpPr>
          <p:cNvPr id="1886" name="文本框 28"/>
          <p:cNvSpPr>
            <a:spLocks noGrp="1"/>
          </p:cNvSpPr>
          <p:nvPr/>
        </p:nvSpPr>
        <p:spPr>
          <a:xfrm>
            <a:off x="10790640" y="3128040"/>
            <a:ext cx="334440" cy="369000"/>
          </a:xfrm>
          <a:prstGeom prst="rect">
            <a:avLst/>
          </a:prstGeom>
          <a:noFill/>
          <a:ln w="0">
            <a:noFill/>
          </a:ln>
        </p:spPr>
        <p:style>
          <a:lnRef idx="0">
            <a:srgbClr val="FFFFFF"/>
          </a:lnRef>
          <a:fillRef idx="0">
            <a:srgbClr val="FFFFFF"/>
          </a:fillRef>
          <a:effectRef idx="0">
            <a:srgbClr val="FFFFFF"/>
          </a:effectRef>
          <a:fontRef idx="minor"/>
        </p:style>
        <p:txBody>
          <a:bodyPr wrap="none" lIns="90000" tIns="45000" rIns="90000" bIns="45000" anchor="t">
            <a:spAutoFit/>
          </a:bodyPr>
          <a:lstStyle/>
          <a:p>
            <a:pPr defTabSz="914400">
              <a:lnSpc>
                <a:spcPct val="100000"/>
              </a:lnSpc>
              <a:buNone/>
            </a:pPr>
            <a:endParaRPr sz="1800" b="0" u="none">
              <a:solidFill>
                <a:srgbClr val="000000"/>
              </a:solidFill>
              <a:latin typeface="Arial" panose="020B0604020202090204"/>
              <a:ea typeface="Arial" panose="020B0604020202090204"/>
              <a:cs typeface="Arial" panose="020B0604020202090204"/>
            </a:endParaRPr>
          </a:p>
        </p:txBody>
      </p:sp>
      <p:sp>
        <p:nvSpPr>
          <p:cNvPr id="1887" name="文本框 29"/>
          <p:cNvSpPr>
            <a:spLocks noGrp="1"/>
          </p:cNvSpPr>
          <p:nvPr>
            <p:custDataLst>
              <p:tags r:id="rId12"/>
            </p:custDataLst>
          </p:nvPr>
        </p:nvSpPr>
        <p:spPr>
          <a:xfrm>
            <a:off x="10791720" y="2920020"/>
            <a:ext cx="409680" cy="282575"/>
          </a:xfrm>
          <a:prstGeom prst="rect">
            <a:avLst/>
          </a:prstGeom>
          <a:noFill/>
          <a:ln w="0">
            <a:noFill/>
          </a:ln>
        </p:spPr>
        <p:style>
          <a:lnRef idx="0">
            <a:srgbClr val="FFFFFF"/>
          </a:lnRef>
          <a:fillRef idx="0">
            <a:srgbClr val="FFFFFF"/>
          </a:fillRef>
          <a:effectRef idx="0">
            <a:srgbClr val="FFFFFF"/>
          </a:effectRef>
          <a:fontRef idx="minor"/>
        </p:style>
        <p:txBody>
          <a:bodyPr wrap="square" lIns="67320" tIns="33840" rIns="67320" bIns="33840" anchor="t">
            <a:spAutoFit/>
          </a:bodyPr>
          <a:lstStyle/>
          <a:p>
            <a:pPr defTabSz="914400">
              <a:lnSpc>
                <a:spcPct val="100000"/>
              </a:lnSpc>
              <a:buNone/>
            </a:pPr>
            <a:r>
              <a:rPr sz="1400" b="0" u="none">
                <a:solidFill>
                  <a:schemeClr val="accent1"/>
                </a:solidFill>
                <a:latin typeface="微软雅黑"/>
                <a:ea typeface="微软雅黑"/>
                <a:cs typeface="微软雅黑"/>
              </a:rPr>
              <a:t>位</a:t>
            </a:r>
            <a:endParaRPr sz="1400" b="0" u="none">
              <a:solidFill>
                <a:srgbClr val="000000"/>
              </a:solidFill>
              <a:latin typeface="Arial" panose="020B0604020202090204"/>
              <a:ea typeface="Arial" panose="020B0604020202090204"/>
              <a:cs typeface="Arial" panose="020B0604020202090204"/>
            </a:endParaRPr>
          </a:p>
        </p:txBody>
      </p:sp>
      <p:sp>
        <p:nvSpPr>
          <p:cNvPr id="1888" name="文本框 31"/>
          <p:cNvSpPr>
            <a:spLocks noGrp="1"/>
          </p:cNvSpPr>
          <p:nvPr/>
        </p:nvSpPr>
        <p:spPr>
          <a:xfrm>
            <a:off x="1208520" y="1328760"/>
            <a:ext cx="1174320" cy="369000"/>
          </a:xfrm>
          <a:prstGeom prst="rect">
            <a:avLst/>
          </a:prstGeom>
          <a:noFill/>
          <a:ln w="0">
            <a:noFill/>
          </a:ln>
        </p:spPr>
        <p:style>
          <a:lnRef idx="0">
            <a:srgbClr val="FFFFFF"/>
          </a:lnRef>
          <a:fillRef idx="0">
            <a:srgbClr val="FFFFFF"/>
          </a:fillRef>
          <a:effectRef idx="0">
            <a:srgbClr val="FFFFFF"/>
          </a:effectRef>
          <a:fontRef idx="minor"/>
        </p:style>
        <p:txBody>
          <a:bodyPr wrap="none" anchor="ctr">
            <a:spAutoFit/>
          </a:bodyPr>
          <a:lstStyle/>
          <a:p>
            <a:pPr algn="just" defTabSz="914400">
              <a:lnSpc>
                <a:spcPct val="100000"/>
              </a:lnSpc>
              <a:buNone/>
            </a:pPr>
            <a:r>
              <a:rPr sz="1800" b="0" u="none" spc="130">
                <a:solidFill>
                  <a:schemeClr val="lt1"/>
                </a:solidFill>
                <a:latin typeface="微软雅黑"/>
                <a:ea typeface="微软雅黑"/>
                <a:cs typeface="微软雅黑"/>
              </a:rPr>
              <a:t>support-matrix</a:t>
            </a:r>
            <a:endParaRPr sz="1800" b="0" u="none">
              <a:solidFill>
                <a:srgbClr val="000000"/>
              </a:solidFill>
              <a:latin typeface="Arial" panose="020B0604020202090204"/>
              <a:ea typeface="Arial" panose="020B0604020202090204"/>
              <a:cs typeface="Arial" panose="020B0604020202090204"/>
            </a:endParaRPr>
          </a:p>
        </p:txBody>
      </p:sp>
      <p:sp>
        <p:nvSpPr>
          <p:cNvPr id="1889" name="文本框 32"/>
          <p:cNvSpPr>
            <a:spLocks noGrp="1"/>
          </p:cNvSpPr>
          <p:nvPr/>
        </p:nvSpPr>
        <p:spPr>
          <a:xfrm>
            <a:off x="1003680" y="1750695"/>
            <a:ext cx="2377440" cy="423545"/>
          </a:xfrm>
          <a:prstGeom prst="rect">
            <a:avLst/>
          </a:prstGeom>
          <a:noFill/>
          <a:ln w="0">
            <a:noFill/>
          </a:ln>
        </p:spPr>
        <p:style>
          <a:lnRef idx="0">
            <a:srgbClr val="FFFFFF"/>
          </a:lnRef>
          <a:fillRef idx="0">
            <a:srgbClr val="FFFFFF"/>
          </a:fillRef>
          <a:effectRef idx="0">
            <a:srgbClr val="FFFFFF"/>
          </a:effectRef>
          <a:fontRef idx="minor"/>
        </p:style>
        <p:txBody>
          <a:bodyPr wrap="none" anchor="t">
            <a:spAutoFit/>
          </a:bodyPr>
          <a:lstStyle/>
          <a:p>
            <a:pPr algn="l" defTabSz="914400">
              <a:lnSpc>
                <a:spcPct val="120000"/>
              </a:lnSpc>
              <a:spcBef>
                <a:spcPts val="600"/>
              </a:spcBef>
              <a:buClrTx/>
              <a:buSzTx/>
              <a:buNone/>
            </a:pPr>
            <a:r>
              <a:rPr lang="zh-CN" altLang="en-US" b="1" u="none" kern="0" spc="119">
                <a:solidFill>
                  <a:srgbClr val="404040"/>
                </a:solidFill>
                <a:latin typeface="Arial" panose="020B0604020202090204" pitchFamily="34" charset="0"/>
                <a:ea typeface="Arial" panose="020B0604020202090204"/>
                <a:cs typeface="Arial" panose="020B0604020202090204"/>
              </a:rPr>
              <a:t>持续增长的社区项目</a:t>
            </a:r>
            <a:endParaRPr lang="zh-CN" altLang="en-US" b="1" u="none" kern="0" spc="119">
              <a:solidFill>
                <a:srgbClr val="404040"/>
              </a:solidFill>
              <a:latin typeface="Arial" panose="020B0604020202090204" pitchFamily="34" charset="0"/>
              <a:ea typeface="Arial" panose="020B0604020202090204"/>
              <a:cs typeface="Arial" panose="020B0604020202090204"/>
            </a:endParaRPr>
          </a:p>
        </p:txBody>
      </p:sp>
      <p:sp>
        <p:nvSpPr>
          <p:cNvPr id="1890" name="文本框 33"/>
          <p:cNvSpPr>
            <a:spLocks noGrp="1"/>
          </p:cNvSpPr>
          <p:nvPr/>
        </p:nvSpPr>
        <p:spPr>
          <a:xfrm>
            <a:off x="788670" y="2123440"/>
            <a:ext cx="3380105" cy="2276475"/>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noAutofit/>
          </a:bodyPr>
          <a:lstStyle/>
          <a:p>
            <a:pPr algn="l" defTabSz="914400">
              <a:lnSpc>
                <a:spcPct val="140000"/>
              </a:lnSpc>
              <a:spcAft>
                <a:spcPts val="1200"/>
              </a:spcAft>
              <a:buNone/>
              <a:tabLst>
                <a:tab pos="0" algn="l"/>
              </a:tabLst>
            </a:pPr>
            <a:r>
              <a:rPr lang="zh-CN" altLang="en-US" sz="1200" b="0" u="none" kern="0" spc="119">
                <a:solidFill>
                  <a:srgbClr val="404040"/>
                </a:solidFill>
                <a:latin typeface="Arial" panose="020B0604020202090204"/>
                <a:ea typeface="Arial" panose="020B0604020202090204"/>
                <a:cs typeface="Arial" panose="020B0604020202090204"/>
              </a:rPr>
              <a:t>唯一系统性提供 RISC-V 开发板操作系统验证的开源项目。覆盖绝大部分国内可购 RISC-V 开发板。</a:t>
            </a:r>
            <a:endParaRPr lang="zh-CN" altLang="en-US" sz="1200" b="0" u="none" kern="0" spc="119">
              <a:solidFill>
                <a:srgbClr val="404040"/>
              </a:solidFill>
              <a:latin typeface="Arial" panose="020B0604020202090204"/>
              <a:ea typeface="Arial" panose="020B0604020202090204"/>
              <a:cs typeface="Arial" panose="020B0604020202090204"/>
            </a:endParaRPr>
          </a:p>
          <a:p>
            <a:pPr algn="l" defTabSz="914400">
              <a:lnSpc>
                <a:spcPct val="140000"/>
              </a:lnSpc>
              <a:spcAft>
                <a:spcPts val="1200"/>
              </a:spcAft>
              <a:buNone/>
              <a:tabLst>
                <a:tab pos="0" algn="l"/>
              </a:tabLst>
            </a:pPr>
            <a:r>
              <a:rPr lang="zh-CN" altLang="en-US" sz="1200" b="1" u="none" kern="0" spc="119">
                <a:solidFill>
                  <a:srgbClr val="404040"/>
                </a:solidFill>
                <a:latin typeface="Arial" panose="020B0604020202090204" pitchFamily="34" charset="0"/>
                <a:ea typeface="Arial" panose="020B0604020202090204"/>
                <a:cs typeface="Arial" panose="020B0604020202090204"/>
              </a:rPr>
              <a:t>自动化与专项验证能力</a:t>
            </a:r>
            <a:r>
              <a:rPr lang="en-US" altLang="zh-CN" sz="1200" b="1" u="none" kern="0" spc="119">
                <a:solidFill>
                  <a:srgbClr val="404040"/>
                </a:solidFill>
                <a:latin typeface="Arial" panose="020B0604020202090204" pitchFamily="34" charset="0"/>
                <a:ea typeface="Arial" panose="020B0604020202090204"/>
                <a:cs typeface="Arial" panose="020B0604020202090204"/>
              </a:rPr>
              <a:t>：</a:t>
            </a:r>
            <a:endParaRPr lang="zh-CN" altLang="en-US" sz="1200" b="1" u="none" kern="0" spc="119">
              <a:solidFill>
                <a:srgbClr val="404040"/>
              </a:solidFill>
              <a:latin typeface="Arial" panose="020B0604020202090204" pitchFamily="34" charset="0"/>
              <a:ea typeface="Arial" panose="020B0604020202090204"/>
              <a:cs typeface="Arial" panose="020B0604020202090204"/>
            </a:endParaRPr>
          </a:p>
          <a:p>
            <a:pPr algn="l" defTabSz="914400">
              <a:lnSpc>
                <a:spcPct val="140000"/>
              </a:lnSpc>
              <a:spcAft>
                <a:spcPts val="1200"/>
              </a:spcAft>
              <a:buNone/>
              <a:tabLst>
                <a:tab pos="0" algn="l"/>
              </a:tabLst>
            </a:pPr>
            <a:r>
              <a:rPr lang="en-US" altLang="zh-CN" sz="1200" b="0" u="none" kern="0" spc="119">
                <a:solidFill>
                  <a:srgbClr val="404040"/>
                </a:solidFill>
                <a:latin typeface="Arial" panose="020B0604020202090204"/>
                <a:ea typeface="Arial" panose="020B0604020202090204"/>
                <a:cs typeface="Arial" panose="020B0604020202090204"/>
              </a:rPr>
              <a:t>Actions CI：</a:t>
            </a:r>
            <a:r>
              <a:rPr lang="zh-CN" altLang="en-US" sz="1200" b="0" u="none" kern="0" spc="119">
                <a:solidFill>
                  <a:srgbClr val="404040"/>
                </a:solidFill>
                <a:latin typeface="Arial" panose="020B0604020202090204"/>
                <a:ea typeface="Arial" panose="020B0604020202090204"/>
                <a:cs typeface="Arial" panose="020B0604020202090204"/>
              </a:rPr>
              <a:t>支持矩阵图表自动生成、</a:t>
            </a:r>
            <a:r>
              <a:rPr lang="en-US" altLang="zh-CN" sz="1200" b="0" u="none" kern="0" spc="119">
                <a:solidFill>
                  <a:srgbClr val="404040"/>
                </a:solidFill>
                <a:latin typeface="Arial" panose="020B0604020202090204"/>
                <a:ea typeface="Arial" panose="020B0604020202090204"/>
                <a:cs typeface="Arial" panose="020B0604020202090204"/>
              </a:rPr>
              <a:t>Ruyi </a:t>
            </a:r>
            <a:r>
              <a:rPr lang="zh-CN" altLang="en-US" sz="1200" b="0" u="none" kern="0" spc="119">
                <a:solidFill>
                  <a:srgbClr val="404040"/>
                </a:solidFill>
                <a:latin typeface="Arial" panose="020B0604020202090204"/>
                <a:ea typeface="Arial" panose="020B0604020202090204"/>
                <a:cs typeface="Arial" panose="020B0604020202090204"/>
              </a:rPr>
              <a:t>包管理器元数据同步</a:t>
            </a:r>
            <a:endParaRPr lang="zh-CN" altLang="en-US" sz="1200" b="0" u="none" kern="0" spc="119">
              <a:solidFill>
                <a:srgbClr val="404040"/>
              </a:solidFill>
              <a:latin typeface="Arial" panose="020B0604020202090204"/>
              <a:ea typeface="Arial" panose="020B0604020202090204"/>
              <a:cs typeface="Arial" panose="020B0604020202090204"/>
            </a:endParaRPr>
          </a:p>
          <a:p>
            <a:pPr algn="l" defTabSz="914400">
              <a:lnSpc>
                <a:spcPct val="140000"/>
              </a:lnSpc>
              <a:spcAft>
                <a:spcPts val="1200"/>
              </a:spcAft>
              <a:buNone/>
              <a:tabLst>
                <a:tab pos="0" algn="l"/>
              </a:tabLst>
            </a:pPr>
            <a:r>
              <a:rPr lang="en-US" altLang="zh-CN" sz="1200" b="0" u="none" kern="0" spc="119">
                <a:solidFill>
                  <a:srgbClr val="404040"/>
                </a:solidFill>
                <a:latin typeface="Arial" panose="020B0604020202090204"/>
                <a:ea typeface="Arial" panose="020B0604020202090204"/>
                <a:cs typeface="Arial" panose="020B0604020202090204"/>
              </a:rPr>
              <a:t>report-i18n：</a:t>
            </a:r>
            <a:r>
              <a:rPr lang="zh-CN" altLang="en-US" sz="1200" b="0" u="none" kern="0" spc="119">
                <a:solidFill>
                  <a:srgbClr val="404040"/>
                </a:solidFill>
                <a:latin typeface="Arial" panose="020B0604020202090204"/>
                <a:ea typeface="Arial" panose="020B0604020202090204"/>
                <a:cs typeface="Arial" panose="020B0604020202090204"/>
              </a:rPr>
              <a:t>测试报告自动翻译</a:t>
            </a:r>
            <a:endParaRPr lang="zh-CN" altLang="en-US" sz="1200" b="0" u="none" kern="0" spc="119">
              <a:solidFill>
                <a:srgbClr val="404040"/>
              </a:solidFill>
              <a:latin typeface="Arial" panose="020B0604020202090204"/>
              <a:ea typeface="Arial" panose="020B0604020202090204"/>
              <a:cs typeface="Arial" panose="020B0604020202090204"/>
            </a:endParaRPr>
          </a:p>
          <a:p>
            <a:pPr algn="l" defTabSz="914400">
              <a:lnSpc>
                <a:spcPct val="140000"/>
              </a:lnSpc>
              <a:spcAft>
                <a:spcPts val="1200"/>
              </a:spcAft>
              <a:buNone/>
              <a:tabLst>
                <a:tab pos="0" algn="l"/>
              </a:tabLst>
            </a:pPr>
            <a:r>
              <a:rPr lang="en-US" altLang="zh-CN" sz="1200" b="0" u="none" kern="0" spc="119">
                <a:solidFill>
                  <a:srgbClr val="404040"/>
                </a:solidFill>
                <a:latin typeface="Arial" panose="020B0604020202090204"/>
                <a:ea typeface="Arial" panose="020B0604020202090204"/>
                <a:cs typeface="Arial" panose="020B0604020202090204"/>
              </a:rPr>
              <a:t>lintestor / boardtest：</a:t>
            </a:r>
            <a:r>
              <a:rPr lang="zh-CN" altLang="en-US" sz="1200" b="0" u="none" kern="0" spc="119">
                <a:solidFill>
                  <a:srgbClr val="404040"/>
                </a:solidFill>
                <a:latin typeface="Arial" panose="020B0604020202090204"/>
                <a:ea typeface="Arial" panose="020B0604020202090204"/>
                <a:cs typeface="Arial" panose="020B0604020202090204"/>
              </a:rPr>
              <a:t>软件包可用性测试、镜像自动烧录测试</a:t>
            </a:r>
            <a:endParaRPr lang="zh-CN" altLang="en-US" sz="1200" b="0" u="none" kern="0" spc="119">
              <a:solidFill>
                <a:srgbClr val="404040"/>
              </a:solidFill>
              <a:latin typeface="Arial" panose="020B0604020202090204"/>
              <a:ea typeface="Arial" panose="020B0604020202090204"/>
              <a:cs typeface="Arial" panose="020B0604020202090204"/>
            </a:endParaRPr>
          </a:p>
          <a:p>
            <a:pPr algn="l" defTabSz="914400">
              <a:lnSpc>
                <a:spcPct val="140000"/>
              </a:lnSpc>
              <a:spcAft>
                <a:spcPts val="1200"/>
              </a:spcAft>
              <a:buNone/>
              <a:tabLst>
                <a:tab pos="0" algn="l"/>
              </a:tabLst>
            </a:pPr>
            <a:r>
              <a:rPr lang="zh-CN" altLang="en-US" sz="1200" b="0" u="none" kern="0" spc="119">
                <a:solidFill>
                  <a:srgbClr val="404040"/>
                </a:solidFill>
                <a:latin typeface="Arial" panose="020B0604020202090204"/>
                <a:ea typeface="Arial" panose="020B0604020202090204"/>
                <a:cs typeface="Arial" panose="020B0604020202090204"/>
              </a:rPr>
              <a:t>专项验证：数据库、</a:t>
            </a:r>
            <a:r>
              <a:rPr lang="en-US" altLang="zh-CN" sz="1200" b="0" u="none" kern="0" spc="119">
                <a:solidFill>
                  <a:srgbClr val="404040"/>
                </a:solidFill>
                <a:latin typeface="Arial" panose="020B0604020202090204"/>
                <a:ea typeface="Arial" panose="020B0604020202090204"/>
                <a:cs typeface="Arial" panose="020B0604020202090204"/>
              </a:rPr>
              <a:t>Chromium / Firefox、RT-Thread </a:t>
            </a:r>
            <a:r>
              <a:rPr lang="zh-CN" altLang="en-US" sz="1200" b="0" u="none" kern="0" spc="119">
                <a:solidFill>
                  <a:srgbClr val="404040"/>
                </a:solidFill>
                <a:latin typeface="Arial" panose="020B0604020202090204"/>
                <a:ea typeface="Arial" panose="020B0604020202090204"/>
                <a:cs typeface="Arial" panose="020B0604020202090204"/>
              </a:rPr>
              <a:t>可用性与性能测试</a:t>
            </a:r>
            <a:endParaRPr lang="zh-CN" altLang="en-US" sz="1200" b="0" u="none" kern="0" spc="119">
              <a:solidFill>
                <a:srgbClr val="404040"/>
              </a:solidFill>
              <a:latin typeface="Arial" panose="020B0604020202090204"/>
              <a:ea typeface="Arial" panose="020B0604020202090204"/>
              <a:cs typeface="Arial" panose="020B0604020202090204"/>
            </a:endParaRPr>
          </a:p>
          <a:p>
            <a:pPr algn="l" defTabSz="914400">
              <a:lnSpc>
                <a:spcPct val="140000"/>
              </a:lnSpc>
              <a:spcAft>
                <a:spcPts val="1200"/>
              </a:spcAft>
              <a:buNone/>
              <a:tabLst>
                <a:tab pos="0" algn="l"/>
              </a:tabLst>
            </a:pPr>
            <a:r>
              <a:rPr lang="zh-CN" altLang="en-US" sz="1200" b="0" u="none" kern="0" spc="119">
                <a:solidFill>
                  <a:srgbClr val="404040"/>
                </a:solidFill>
                <a:latin typeface="Arial" panose="020B0604020202090204"/>
                <a:ea typeface="Arial" panose="020B0604020202090204"/>
                <a:cs typeface="Arial" panose="020B0604020202090204"/>
              </a:rPr>
              <a:t>生态验证：厂商 </a:t>
            </a:r>
            <a:r>
              <a:rPr lang="en-US" altLang="zh-CN" sz="1200" b="0" u="none" kern="0" spc="119">
                <a:solidFill>
                  <a:srgbClr val="404040"/>
                </a:solidFill>
                <a:latin typeface="Arial" panose="020B0604020202090204"/>
                <a:ea typeface="Arial" panose="020B0604020202090204"/>
                <a:cs typeface="Arial" panose="020B0604020202090204"/>
              </a:rPr>
              <a:t>SDK / Demo </a:t>
            </a:r>
            <a:r>
              <a:rPr lang="zh-CN" altLang="en-US" sz="1200" b="0" u="none" kern="0" spc="119">
                <a:solidFill>
                  <a:srgbClr val="404040"/>
                </a:solidFill>
                <a:latin typeface="Arial" panose="020B0604020202090204"/>
                <a:ea typeface="Arial" panose="020B0604020202090204"/>
                <a:cs typeface="Arial" panose="020B0604020202090204"/>
              </a:rPr>
              <a:t>测试与适配</a:t>
            </a:r>
            <a:endParaRPr lang="zh-CN" altLang="en-US" sz="1200" b="0" u="none" kern="0" spc="119">
              <a:solidFill>
                <a:srgbClr val="404040"/>
              </a:solidFill>
              <a:latin typeface="Arial" panose="020B0604020202090204"/>
              <a:ea typeface="Arial" panose="020B0604020202090204"/>
              <a:cs typeface="Arial" panose="020B0604020202090204"/>
            </a:endParaRPr>
          </a:p>
        </p:txBody>
      </p:sp>
      <p:pic>
        <p:nvPicPr>
          <p:cNvPr id="3" name="图片 2"/>
          <p:cNvPicPr>
            <a:picLocks noChangeAspect="1"/>
          </p:cNvPicPr>
          <p:nvPr/>
        </p:nvPicPr>
        <p:blipFill>
          <a:blip r:embed="rId13"/>
          <a:stretch>
            <a:fillRect/>
          </a:stretch>
        </p:blipFill>
        <p:spPr>
          <a:xfrm>
            <a:off x="4168775" y="1268730"/>
            <a:ext cx="3669665" cy="2816225"/>
          </a:xfrm>
          <a:prstGeom prst="rect">
            <a:avLst/>
          </a:prstGeom>
        </p:spPr>
      </p:pic>
      <p:pic>
        <p:nvPicPr>
          <p:cNvPr id="5" name="图片 4"/>
          <p:cNvPicPr>
            <a:picLocks noChangeAspect="1"/>
          </p:cNvPicPr>
          <p:nvPr/>
        </p:nvPicPr>
        <p:blipFill>
          <a:blip r:embed="rId14"/>
          <a:stretch>
            <a:fillRect/>
          </a:stretch>
        </p:blipFill>
        <p:spPr>
          <a:xfrm>
            <a:off x="4336415" y="4077335"/>
            <a:ext cx="3401060" cy="2179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0" name="PlaceHolder 10"/>
          <p:cNvSpPr>
            <a:spLocks noGrp="1"/>
          </p:cNvSpPr>
          <p:nvPr>
            <p:ph hasCustomPrompt="1"/>
          </p:nvPr>
        </p:nvSpPr>
        <p:spPr>
          <a:xfrm>
            <a:off x="8979535" y="2132965"/>
            <a:ext cx="2849245" cy="1007745"/>
          </a:xfrm>
          <a:prstGeom prst="rect">
            <a:avLst/>
          </a:prstGeom>
          <a:noFill/>
          <a:ln w="0">
            <a:noFill/>
          </a:ln>
        </p:spPr>
        <p:txBody>
          <a:bodyPr lIns="64080" tIns="32040" rIns="64080" bIns="32040" anchor="t">
            <a:noAutofit/>
          </a:bodyPr>
          <a:lstStyle/>
          <a:p>
            <a:pPr algn="l" defTabSz="914400">
              <a:lnSpc>
                <a:spcPct val="140000"/>
              </a:lnSpc>
              <a:spcAft>
                <a:spcPts val="1200"/>
              </a:spcAft>
              <a:buClrTx/>
              <a:buSzTx/>
              <a:buFontTx/>
              <a:buNone/>
              <a:tabLst>
                <a:tab pos="0" algn="l"/>
              </a:tabLst>
            </a:pPr>
            <a:r>
              <a:rPr lang="zh-CN" altLang="en-US" sz="1200" b="0" u="none" spc="119">
                <a:solidFill>
                  <a:srgbClr val="595959"/>
                </a:solidFill>
                <a:latin typeface="Arial" panose="020B0604020202090204"/>
                <a:ea typeface="Arial" panose="020B0604020202090204"/>
                <a:cs typeface="Arial" panose="020B0604020202090204"/>
              </a:rPr>
              <a:t>回答“怎么用起来”:环境初始化、入门示例、外设控制、多媒体、AI </a:t>
            </a:r>
            <a:r>
              <a:rPr lang="zh-CN" altLang="en-US" sz="1200" b="0" u="none" spc="119">
                <a:solidFill>
                  <a:srgbClr val="595959"/>
                </a:solidFill>
                <a:latin typeface="Arial" panose="020B0604020202090204"/>
                <a:ea typeface="Arial" panose="020B0604020202090204"/>
                <a:cs typeface="Arial" panose="020B0604020202090204"/>
              </a:rPr>
              <a:t>教程,已收录 14 款板卡,覆盖 7+ 主流厂商。</a:t>
            </a:r>
            <a:endParaRPr lang="zh-CN" altLang="en-US" sz="1200" b="0" u="none" spc="119">
              <a:solidFill>
                <a:srgbClr val="595959"/>
              </a:solidFill>
              <a:latin typeface="Arial" panose="020B0604020202090204"/>
              <a:ea typeface="Arial" panose="020B0604020202090204"/>
              <a:cs typeface="Arial" panose="020B0604020202090204"/>
            </a:endParaRPr>
          </a:p>
          <a:p>
            <a:pPr algn="l" defTabSz="914400">
              <a:lnSpc>
                <a:spcPct val="140000"/>
              </a:lnSpc>
              <a:spcAft>
                <a:spcPts val="1200"/>
              </a:spcAft>
              <a:buClrTx/>
              <a:buSzTx/>
              <a:buFontTx/>
              <a:buNone/>
              <a:tabLst>
                <a:tab pos="0" algn="l"/>
              </a:tabLst>
            </a:pPr>
            <a:endParaRPr lang="zh-CN" altLang="en-US" sz="1200" b="0" u="none" spc="119">
              <a:solidFill>
                <a:srgbClr val="595959"/>
              </a:solidFill>
              <a:latin typeface="Arial" panose="020B0604020202090204"/>
              <a:ea typeface="Arial" panose="020B0604020202090204"/>
              <a:cs typeface="Arial" panose="020B0604020202090204"/>
            </a:endParaRPr>
          </a:p>
          <a:p>
            <a:pPr algn="l" defTabSz="914400">
              <a:lnSpc>
                <a:spcPct val="140000"/>
              </a:lnSpc>
              <a:spcAft>
                <a:spcPts val="1200"/>
              </a:spcAft>
              <a:buClrTx/>
              <a:buSzTx/>
              <a:buFontTx/>
              <a:buNone/>
              <a:tabLst>
                <a:tab pos="0" algn="l"/>
              </a:tabLst>
            </a:pPr>
            <a:endParaRPr lang="zh-CN" altLang="en-US" sz="1200" b="0" u="none" spc="119">
              <a:solidFill>
                <a:srgbClr val="595959"/>
              </a:solidFill>
              <a:latin typeface="Arial" panose="020B0604020202090204"/>
              <a:ea typeface="Arial" panose="020B0604020202090204"/>
              <a:cs typeface="Arial" panose="020B0604020202090204"/>
            </a:endParaRPr>
          </a:p>
        </p:txBody>
      </p:sp>
      <p:sp>
        <p:nvSpPr>
          <p:cNvPr id="1811" name="PlaceHolder 1"/>
          <p:cNvSpPr>
            <a:spLocks noGrp="1"/>
          </p:cNvSpPr>
          <p:nvPr>
            <p:ph type="title"/>
          </p:nvPr>
        </p:nvSpPr>
        <p:spPr>
          <a:xfrm>
            <a:off x="1003935" y="330835"/>
            <a:ext cx="7648575" cy="402590"/>
          </a:xfrm>
          <a:prstGeom prst="rect">
            <a:avLst/>
          </a:prstGeom>
          <a:noFill/>
          <a:ln w="0">
            <a:noFill/>
          </a:ln>
        </p:spPr>
        <p:txBody>
          <a:bodyPr lIns="90000" tIns="45000" rIns="90000" bIns="45000" anchor="t">
            <a:noAutofit/>
          </a:bodyPr>
          <a:lstStyle/>
          <a:p>
            <a:pPr indent="0" algn="l" defTabSz="914400">
              <a:lnSpc>
                <a:spcPct val="100000"/>
              </a:lnSpc>
              <a:buNone/>
              <a:tabLst>
                <a:tab pos="0" algn="l"/>
              </a:tabLst>
            </a:pPr>
            <a:r>
              <a:rPr sz="2400" b="1" u="none" spc="99">
                <a:solidFill>
                  <a:schemeClr val="accent1"/>
                </a:solidFill>
                <a:latin typeface="思源黑体 CN Bold"/>
                <a:ea typeface="思源黑体 CN Bold"/>
                <a:cs typeface="思源黑体 CN Bold"/>
              </a:rPr>
              <a:t>从“能不能跑”到“怎么用”:board-docs</a:t>
            </a:r>
            <a:endParaRPr sz="2400" b="1" u="none" spc="99">
              <a:solidFill>
                <a:schemeClr val="accent1"/>
              </a:solidFill>
              <a:latin typeface="思源黑体 CN Bold"/>
              <a:ea typeface="思源黑体 CN Bold"/>
              <a:cs typeface="思源黑体 CN Bold"/>
            </a:endParaRPr>
          </a:p>
        </p:txBody>
      </p:sp>
      <p:sp>
        <p:nvSpPr>
          <p:cNvPr id="1812" name="PlaceHolder 2"/>
          <p:cNvSpPr>
            <a:spLocks noGrp="1"/>
          </p:cNvSpPr>
          <p:nvPr>
            <p:ph hasCustomPrompt="1"/>
          </p:nvPr>
        </p:nvSpPr>
        <p:spPr>
          <a:xfrm>
            <a:off x="1114560" y="3952080"/>
            <a:ext cx="2286720" cy="293760"/>
          </a:xfrm>
          <a:prstGeom prst="rect">
            <a:avLst/>
          </a:prstGeom>
          <a:noFill/>
          <a:ln w="0">
            <a:noFill/>
          </a:ln>
        </p:spPr>
        <p:txBody>
          <a:bodyPr lIns="64080" tIns="32040" rIns="64080" bIns="32040" anchor="ctr">
            <a:noAutofit/>
          </a:bodyPr>
          <a:lstStyle/>
          <a:p>
            <a:pPr indent="0" algn="l" defTabSz="914400">
              <a:lnSpc>
                <a:spcPct val="100000"/>
              </a:lnSpc>
              <a:buNone/>
              <a:tabLst>
                <a:tab pos="0" algn="l"/>
              </a:tabLst>
            </a:pPr>
            <a:r>
              <a:rPr lang="zh-CN" altLang="en-US" sz="1600" b="1" u="none">
                <a:solidFill>
                  <a:srgbClr val="000000"/>
                </a:solidFill>
                <a:latin typeface="Arial" panose="020B0604020202090204"/>
                <a:ea typeface="Arial" panose="020B0604020202090204"/>
                <a:cs typeface="Arial" panose="020B0604020202090204"/>
              </a:rPr>
              <a:t>定位:验证</a:t>
            </a:r>
            <a:endParaRPr lang="zh-CN" altLang="en-US" sz="1600" b="1" u="none">
              <a:solidFill>
                <a:srgbClr val="000000"/>
              </a:solidFill>
              <a:latin typeface="Arial" panose="020B0604020202090204"/>
              <a:ea typeface="Arial" panose="020B0604020202090204"/>
              <a:cs typeface="Arial" panose="020B0604020202090204"/>
            </a:endParaRPr>
          </a:p>
        </p:txBody>
      </p:sp>
      <p:sp>
        <p:nvSpPr>
          <p:cNvPr id="1813" name="PlaceHolder 3"/>
          <p:cNvSpPr>
            <a:spLocks noGrp="1"/>
          </p:cNvSpPr>
          <p:nvPr>
            <p:ph hasCustomPrompt="1"/>
          </p:nvPr>
        </p:nvSpPr>
        <p:spPr>
          <a:xfrm>
            <a:off x="481330" y="4309110"/>
            <a:ext cx="2919095" cy="1380490"/>
          </a:xfrm>
          <a:prstGeom prst="rect">
            <a:avLst/>
          </a:prstGeom>
          <a:noFill/>
          <a:ln w="0">
            <a:noFill/>
          </a:ln>
        </p:spPr>
        <p:txBody>
          <a:bodyPr lIns="64080" tIns="32040" rIns="64080" bIns="32040" anchor="t">
            <a:noAutofit/>
          </a:bodyPr>
          <a:lstStyle/>
          <a:p>
            <a:pPr indent="0" algn="l" defTabSz="914400">
              <a:lnSpc>
                <a:spcPct val="140000"/>
              </a:lnSpc>
              <a:spcAft>
                <a:spcPts val="1200"/>
              </a:spcAft>
              <a:buNone/>
              <a:tabLst>
                <a:tab pos="0" algn="l"/>
              </a:tabLst>
            </a:pPr>
            <a:r>
              <a:rPr lang="zh-CN" altLang="en-US" sz="1200" b="0" u="none" spc="119">
                <a:solidFill>
                  <a:srgbClr val="404040"/>
                </a:solidFill>
                <a:latin typeface="Arial" panose="020B0604020202090204"/>
                <a:ea typeface="Arial" panose="020B0604020202090204"/>
                <a:cs typeface="Arial" panose="020B0604020202090204"/>
              </a:rPr>
              <a:t>系统烧录、启动流程及基本使用的测试报告,中英双语</a:t>
            </a:r>
            <a:r>
              <a:rPr lang="en-US" altLang="zh-CN" sz="1200" b="0" u="none" spc="119">
                <a:solidFill>
                  <a:srgbClr val="404040"/>
                </a:solidFill>
                <a:latin typeface="Arial" panose="020B0604020202090204"/>
                <a:ea typeface="Arial" panose="020B0604020202090204"/>
                <a:cs typeface="Arial" panose="020B0604020202090204"/>
              </a:rPr>
              <a:t>。</a:t>
            </a:r>
            <a:endParaRPr lang="en-US" altLang="zh-CN" sz="1200" b="0" u="none" spc="119">
              <a:solidFill>
                <a:srgbClr val="404040"/>
              </a:solidFill>
              <a:latin typeface="Arial" panose="020B0604020202090204"/>
              <a:ea typeface="Arial" panose="020B0604020202090204"/>
              <a:cs typeface="Arial" panose="020B0604020202090204"/>
            </a:endParaRPr>
          </a:p>
          <a:p>
            <a:pPr indent="0" algn="l" defTabSz="914400">
              <a:lnSpc>
                <a:spcPct val="140000"/>
              </a:lnSpc>
              <a:spcAft>
                <a:spcPts val="1200"/>
              </a:spcAft>
              <a:buNone/>
              <a:tabLst>
                <a:tab pos="0" algn="l"/>
              </a:tabLst>
            </a:pPr>
            <a:r>
              <a:rPr lang="zh-CN" altLang="en-US" sz="1200" b="0" u="none" spc="119">
                <a:solidFill>
                  <a:srgbClr val="404040"/>
                </a:solidFill>
                <a:latin typeface="Arial" panose="020B0604020202090204"/>
                <a:ea typeface="Arial" panose="020B0604020202090204"/>
                <a:cs typeface="Arial" panose="020B0604020202090204"/>
              </a:rPr>
              <a:t>配套网站 </a:t>
            </a:r>
            <a:r>
              <a:rPr lang="en-US" altLang="zh-CN" sz="1200" b="0" u="none" spc="119">
                <a:solidFill>
                  <a:srgbClr val="404040"/>
                </a:solidFill>
                <a:latin typeface="Arial" panose="020B0604020202090204"/>
                <a:ea typeface="Arial" panose="020B0604020202090204"/>
                <a:cs typeface="Arial" panose="020B0604020202090204"/>
              </a:rPr>
              <a:t>matrix.ruyisdk.org。</a:t>
            </a:r>
            <a:endParaRPr lang="en-US" altLang="zh-CN" sz="1200" b="0" u="none" spc="119">
              <a:solidFill>
                <a:srgbClr val="404040"/>
              </a:solidFill>
              <a:latin typeface="Arial" panose="020B0604020202090204"/>
              <a:ea typeface="Arial" panose="020B0604020202090204"/>
              <a:cs typeface="Arial" panose="020B0604020202090204"/>
            </a:endParaRPr>
          </a:p>
          <a:p>
            <a:pPr indent="0" algn="l" defTabSz="914400">
              <a:lnSpc>
                <a:spcPct val="140000"/>
              </a:lnSpc>
              <a:spcAft>
                <a:spcPts val="1200"/>
              </a:spcAft>
              <a:buNone/>
              <a:tabLst>
                <a:tab pos="0" algn="l"/>
              </a:tabLst>
            </a:pPr>
            <a:endParaRPr lang="en-US" altLang="zh-CN" sz="1200" b="0" u="none" spc="119">
              <a:solidFill>
                <a:srgbClr val="404040"/>
              </a:solidFill>
              <a:latin typeface="Arial" panose="020B0604020202090204"/>
              <a:ea typeface="Arial" panose="020B0604020202090204"/>
              <a:cs typeface="Arial" panose="020B0604020202090204"/>
            </a:endParaRPr>
          </a:p>
        </p:txBody>
      </p:sp>
      <p:sp>
        <p:nvSpPr>
          <p:cNvPr id="1814" name="PlaceHolder 4"/>
          <p:cNvSpPr>
            <a:spLocks noGrp="1"/>
          </p:cNvSpPr>
          <p:nvPr>
            <p:ph hasCustomPrompt="1"/>
          </p:nvPr>
        </p:nvSpPr>
        <p:spPr>
          <a:xfrm>
            <a:off x="373380" y="2132965"/>
            <a:ext cx="3027680" cy="1374775"/>
          </a:xfrm>
          <a:prstGeom prst="rect">
            <a:avLst/>
          </a:prstGeom>
          <a:noFill/>
          <a:ln w="0">
            <a:noFill/>
          </a:ln>
        </p:spPr>
        <p:txBody>
          <a:bodyPr lIns="64080" tIns="32040" rIns="64080" bIns="32040" anchor="t">
            <a:noAutofit/>
          </a:bodyPr>
          <a:lstStyle/>
          <a:p>
            <a:pPr algn="l" defTabSz="914400">
              <a:lnSpc>
                <a:spcPct val="140000"/>
              </a:lnSpc>
              <a:spcAft>
                <a:spcPts val="1200"/>
              </a:spcAft>
              <a:buClrTx/>
              <a:buSzTx/>
              <a:buFontTx/>
              <a:buNone/>
              <a:tabLst>
                <a:tab pos="0" algn="l"/>
              </a:tabLst>
            </a:pPr>
            <a:r>
              <a:rPr lang="zh-CN" altLang="en-US" sz="1200" b="0" spc="119">
                <a:solidFill>
                  <a:srgbClr val="595959"/>
                </a:solidFill>
                <a:latin typeface="Arial" panose="020B0604020202090204"/>
                <a:ea typeface="Arial" panose="020B0604020202090204"/>
                <a:cs typeface="Arial" panose="020B0604020202090204"/>
                <a:sym typeface="+mn-ea"/>
              </a:rPr>
              <a:t>回答“能不能跑”:90 款板卡 × 60个操作系统的可用性验证</a:t>
            </a:r>
            <a:r>
              <a:rPr lang="en-US" altLang="zh-CN" sz="1200" b="0" spc="119">
                <a:solidFill>
                  <a:srgbClr val="595959"/>
                </a:solidFill>
                <a:latin typeface="Arial" panose="020B0604020202090204"/>
                <a:ea typeface="Arial" panose="020B0604020202090204"/>
                <a:cs typeface="Arial" panose="020B0604020202090204"/>
                <a:sym typeface="+mn-ea"/>
              </a:rPr>
              <a:t>。</a:t>
            </a:r>
            <a:endParaRPr lang="zh-CN" altLang="en-US" sz="1200" b="0" u="none" spc="119">
              <a:solidFill>
                <a:srgbClr val="595959"/>
              </a:solidFill>
              <a:latin typeface="Arial" panose="020B0604020202090204"/>
              <a:ea typeface="Arial" panose="020B0604020202090204"/>
              <a:cs typeface="Arial" panose="020B0604020202090204"/>
            </a:endParaRPr>
          </a:p>
        </p:txBody>
      </p:sp>
      <p:sp>
        <p:nvSpPr>
          <p:cNvPr id="1815" name="PlaceHolder 5"/>
          <p:cNvSpPr>
            <a:spLocks noGrp="1"/>
          </p:cNvSpPr>
          <p:nvPr>
            <p:ph hasCustomPrompt="1"/>
          </p:nvPr>
        </p:nvSpPr>
        <p:spPr>
          <a:xfrm>
            <a:off x="440055" y="1777365"/>
            <a:ext cx="2961005" cy="285115"/>
          </a:xfrm>
          <a:prstGeom prst="rect">
            <a:avLst/>
          </a:prstGeom>
          <a:noFill/>
          <a:ln w="0">
            <a:noFill/>
          </a:ln>
        </p:spPr>
        <p:txBody>
          <a:bodyPr lIns="64080" tIns="32040" rIns="64080" bIns="32040" anchor="ctr">
            <a:noAutofit/>
          </a:bodyPr>
          <a:lstStyle/>
          <a:p>
            <a:pPr indent="0" algn="r" defTabSz="914400">
              <a:lnSpc>
                <a:spcPct val="100000"/>
              </a:lnSpc>
              <a:buNone/>
              <a:tabLst>
                <a:tab pos="0" algn="l"/>
              </a:tabLst>
            </a:pPr>
            <a:r>
              <a:rPr sz="1600" b="1" u="none">
                <a:solidFill>
                  <a:srgbClr val="000000"/>
                </a:solidFill>
                <a:latin typeface="Arial" panose="020B0604020202090204"/>
                <a:ea typeface="Arial" panose="020B0604020202090204"/>
                <a:cs typeface="Arial" panose="020B0604020202090204"/>
              </a:rPr>
              <a:t>support-matrix｜支持矩阵</a:t>
            </a:r>
            <a:endParaRPr sz="1600" b="1" u="none">
              <a:solidFill>
                <a:srgbClr val="000000"/>
              </a:solidFill>
              <a:latin typeface="Arial" panose="020B0604020202090204"/>
              <a:ea typeface="Arial" panose="020B0604020202090204"/>
              <a:cs typeface="Arial" panose="020B0604020202090204"/>
            </a:endParaRPr>
          </a:p>
        </p:txBody>
      </p:sp>
      <p:sp>
        <p:nvSpPr>
          <p:cNvPr id="1816" name="PlaceHolder 6"/>
          <p:cNvSpPr>
            <a:spLocks noGrp="1"/>
          </p:cNvSpPr>
          <p:nvPr>
            <p:ph hasCustomPrompt="1"/>
          </p:nvPr>
        </p:nvSpPr>
        <p:spPr>
          <a:xfrm>
            <a:off x="9003960" y="3665060"/>
            <a:ext cx="2286720" cy="293760"/>
          </a:xfrm>
          <a:prstGeom prst="rect">
            <a:avLst/>
          </a:prstGeom>
          <a:noFill/>
          <a:ln w="0">
            <a:noFill/>
          </a:ln>
        </p:spPr>
        <p:txBody>
          <a:bodyPr lIns="64080" tIns="32040" rIns="64080" bIns="32040" anchor="ctr">
            <a:noAutofit/>
          </a:bodyPr>
          <a:lstStyle/>
          <a:p>
            <a:pPr indent="0" algn="ctr" defTabSz="914400">
              <a:lnSpc>
                <a:spcPct val="100000"/>
              </a:lnSpc>
              <a:buNone/>
              <a:tabLst>
                <a:tab pos="0" algn="l"/>
              </a:tabLst>
            </a:pPr>
            <a:r>
              <a:rPr lang="zh-CN" altLang="en-US" sz="1600" b="1" u="none">
                <a:solidFill>
                  <a:srgbClr val="000000"/>
                </a:solidFill>
                <a:latin typeface="Arial" panose="020B0604020202090204"/>
                <a:ea typeface="Arial" panose="020B0604020202090204"/>
                <a:cs typeface="Arial" panose="020B0604020202090204"/>
              </a:rPr>
              <a:t>定位:教程与示例</a:t>
            </a:r>
            <a:endParaRPr lang="zh-CN" altLang="en-US" sz="1600" b="1" u="none">
              <a:solidFill>
                <a:srgbClr val="000000"/>
              </a:solidFill>
              <a:latin typeface="Arial" panose="020B0604020202090204"/>
              <a:ea typeface="Arial" panose="020B0604020202090204"/>
              <a:cs typeface="Arial" panose="020B0604020202090204"/>
            </a:endParaRPr>
          </a:p>
        </p:txBody>
      </p:sp>
      <p:sp>
        <p:nvSpPr>
          <p:cNvPr id="1817" name="PlaceHolder 7"/>
          <p:cNvSpPr>
            <a:spLocks noGrp="1"/>
          </p:cNvSpPr>
          <p:nvPr>
            <p:ph hasCustomPrompt="1"/>
          </p:nvPr>
        </p:nvSpPr>
        <p:spPr>
          <a:xfrm>
            <a:off x="9018905" y="4022090"/>
            <a:ext cx="2852420" cy="1380490"/>
          </a:xfrm>
          <a:prstGeom prst="rect">
            <a:avLst/>
          </a:prstGeom>
          <a:noFill/>
          <a:ln w="0">
            <a:noFill/>
          </a:ln>
        </p:spPr>
        <p:txBody>
          <a:bodyPr lIns="64080" tIns="32040" rIns="64080" bIns="32040" anchor="t">
            <a:noAutofit/>
          </a:bodyPr>
          <a:lstStyle/>
          <a:p>
            <a:pPr indent="0" algn="l" defTabSz="914400">
              <a:lnSpc>
                <a:spcPct val="140000"/>
              </a:lnSpc>
              <a:spcAft>
                <a:spcPts val="1200"/>
              </a:spcAft>
              <a:buNone/>
              <a:tabLst>
                <a:tab pos="0" algn="l"/>
              </a:tabLst>
            </a:pPr>
            <a:r>
              <a:rPr lang="zh-CN" altLang="en-US" sz="1200" b="0" u="none" spc="119">
                <a:solidFill>
                  <a:srgbClr val="595959"/>
                </a:solidFill>
                <a:latin typeface="Arial" panose="020B0604020202090204"/>
                <a:ea typeface="Arial" panose="020B0604020202090204"/>
                <a:cs typeface="Arial" panose="020B0604020202090204"/>
              </a:rPr>
              <a:t>2026年新建,187 次提交;标准化模板 + 中英双语</a:t>
            </a:r>
            <a:r>
              <a:rPr lang="en-US" altLang="zh-CN" sz="1200" b="0" u="none" spc="119">
                <a:solidFill>
                  <a:srgbClr val="595959"/>
                </a:solidFill>
                <a:latin typeface="Arial" panose="020B0604020202090204"/>
                <a:ea typeface="Arial" panose="020B0604020202090204"/>
                <a:cs typeface="Arial" panose="020B0604020202090204"/>
              </a:rPr>
              <a:t>，</a:t>
            </a:r>
            <a:r>
              <a:rPr lang="zh-CN" altLang="en-US" sz="1200" b="0" u="none" spc="119">
                <a:solidFill>
                  <a:srgbClr val="595959"/>
                </a:solidFill>
                <a:latin typeface="Arial" panose="020B0604020202090204"/>
                <a:ea typeface="Arial" panose="020B0604020202090204"/>
                <a:cs typeface="Arial" panose="020B0604020202090204"/>
              </a:rPr>
              <a:t>处于快速填充期。</a:t>
            </a:r>
            <a:endParaRPr lang="zh-CN" altLang="en-US" sz="1200" b="0" u="none" spc="119">
              <a:solidFill>
                <a:srgbClr val="595959"/>
              </a:solidFill>
              <a:latin typeface="Arial" panose="020B0604020202090204"/>
              <a:ea typeface="Arial" panose="020B0604020202090204"/>
              <a:cs typeface="Arial" panose="020B0604020202090204"/>
            </a:endParaRPr>
          </a:p>
          <a:p>
            <a:pPr indent="0" algn="l" defTabSz="914400">
              <a:lnSpc>
                <a:spcPct val="140000"/>
              </a:lnSpc>
              <a:spcAft>
                <a:spcPts val="1200"/>
              </a:spcAft>
              <a:buNone/>
              <a:tabLst>
                <a:tab pos="0" algn="l"/>
              </a:tabLst>
            </a:pPr>
            <a:r>
              <a:rPr lang="zh-CN" altLang="en-US" sz="1200" b="0" u="none" spc="119">
                <a:solidFill>
                  <a:srgbClr val="595959"/>
                </a:solidFill>
                <a:latin typeface="Arial" panose="020B0604020202090204"/>
                <a:ea typeface="Arial" panose="020B0604020202090204"/>
                <a:cs typeface="Arial" panose="020B0604020202090204"/>
              </a:rPr>
              <a:t>提供 </a:t>
            </a:r>
            <a:r>
              <a:rPr lang="en-US" altLang="zh-CN" sz="1200" b="0" u="none" spc="119">
                <a:solidFill>
                  <a:srgbClr val="595959"/>
                </a:solidFill>
                <a:latin typeface="Arial" panose="020B0604020202090204"/>
                <a:ea typeface="Arial" panose="020B0604020202090204"/>
                <a:cs typeface="Arial" panose="020B0604020202090204"/>
              </a:rPr>
              <a:t>RuyiSDK </a:t>
            </a:r>
            <a:r>
              <a:rPr lang="zh-CN" altLang="en-US" sz="1200" b="0" u="none" spc="119">
                <a:solidFill>
                  <a:srgbClr val="595959"/>
                </a:solidFill>
                <a:latin typeface="Arial" panose="020B0604020202090204"/>
                <a:ea typeface="Arial" panose="020B0604020202090204"/>
                <a:cs typeface="Arial" panose="020B0604020202090204"/>
              </a:rPr>
              <a:t>环境配置、</a:t>
            </a:r>
            <a:r>
              <a:rPr lang="en-US" altLang="zh-CN" sz="1200" b="0" u="none" spc="119">
                <a:solidFill>
                  <a:srgbClr val="595959"/>
                </a:solidFill>
                <a:latin typeface="Arial" panose="020B0604020202090204"/>
                <a:ea typeface="Arial" panose="020B0604020202090204"/>
                <a:cs typeface="Arial" panose="020B0604020202090204"/>
              </a:rPr>
              <a:t>Ruyi </a:t>
            </a:r>
            <a:r>
              <a:rPr lang="zh-CN" altLang="en-US" sz="1200" b="0" u="none" spc="119">
                <a:solidFill>
                  <a:srgbClr val="595959"/>
                </a:solidFill>
                <a:latin typeface="Arial" panose="020B0604020202090204"/>
                <a:ea typeface="Arial" panose="020B0604020202090204"/>
                <a:cs typeface="Arial" panose="020B0604020202090204"/>
              </a:rPr>
              <a:t>工具链使用及可复现示例，覆盖外设、网络、多媒体、</a:t>
            </a:r>
            <a:r>
              <a:rPr lang="en-US" altLang="zh-CN" sz="1200" b="0" u="none" spc="119">
                <a:solidFill>
                  <a:srgbClr val="595959"/>
                </a:solidFill>
                <a:latin typeface="Arial" panose="020B0604020202090204"/>
                <a:ea typeface="Arial" panose="020B0604020202090204"/>
                <a:cs typeface="Arial" panose="020B0604020202090204"/>
              </a:rPr>
              <a:t>AI </a:t>
            </a:r>
            <a:r>
              <a:rPr lang="zh-CN" altLang="en-US" sz="1200" b="0" u="none" spc="119">
                <a:solidFill>
                  <a:srgbClr val="595959"/>
                </a:solidFill>
                <a:latin typeface="Arial" panose="020B0604020202090204"/>
                <a:ea typeface="Arial" panose="020B0604020202090204"/>
                <a:cs typeface="Arial" panose="020B0604020202090204"/>
              </a:rPr>
              <a:t>等场景。</a:t>
            </a:r>
            <a:endParaRPr lang="zh-CN" altLang="en-US" sz="1200" b="0" u="none" spc="119">
              <a:solidFill>
                <a:srgbClr val="595959"/>
              </a:solidFill>
              <a:latin typeface="Arial" panose="020B0604020202090204"/>
              <a:ea typeface="Arial" panose="020B0604020202090204"/>
              <a:cs typeface="Arial" panose="020B0604020202090204"/>
            </a:endParaRPr>
          </a:p>
          <a:p>
            <a:pPr indent="0" algn="l" defTabSz="914400">
              <a:lnSpc>
                <a:spcPct val="140000"/>
              </a:lnSpc>
              <a:spcAft>
                <a:spcPts val="1200"/>
              </a:spcAft>
              <a:buNone/>
              <a:tabLst>
                <a:tab pos="0" algn="l"/>
              </a:tabLst>
            </a:pPr>
            <a:r>
              <a:rPr lang="zh-CN" sz="1200" b="0" u="none" spc="119">
                <a:solidFill>
                  <a:srgbClr val="595959"/>
                </a:solidFill>
                <a:latin typeface="Arial" panose="020B0604020202090204"/>
                <a:ea typeface="Arial" panose="020B0604020202090204"/>
                <a:cs typeface="Arial" panose="020B0604020202090204"/>
              </a:rPr>
              <a:t>配套网站</a:t>
            </a:r>
            <a:r>
              <a:rPr lang="en-US" altLang="zh-CN" sz="1200" b="0" u="none" spc="119">
                <a:solidFill>
                  <a:srgbClr val="595959"/>
                </a:solidFill>
                <a:latin typeface="Arial" panose="020B0604020202090204"/>
                <a:ea typeface="Arial" panose="020B0604020202090204"/>
                <a:cs typeface="Arial" panose="020B0604020202090204"/>
              </a:rPr>
              <a:t> </a:t>
            </a:r>
            <a:r>
              <a:rPr lang="zh-CN" altLang="en-US" sz="1200" b="0" spc="119">
                <a:solidFill>
                  <a:srgbClr val="595959"/>
                </a:solidFill>
                <a:latin typeface="Arial" panose="020B0604020202090204"/>
                <a:ea typeface="Arial" panose="020B0604020202090204"/>
                <a:cs typeface="Arial" panose="020B0604020202090204"/>
                <a:sym typeface="+mn-ea"/>
              </a:rPr>
              <a:t>boards.ruyisdk.org</a:t>
            </a:r>
            <a:endParaRPr lang="en-US" altLang="zh-CN" sz="1200" b="0" u="none" spc="119">
              <a:solidFill>
                <a:srgbClr val="595959"/>
              </a:solidFill>
              <a:latin typeface="Arial" panose="020B0604020202090204"/>
              <a:ea typeface="Arial" panose="020B0604020202090204"/>
              <a:cs typeface="Arial" panose="020B0604020202090204"/>
            </a:endParaRPr>
          </a:p>
        </p:txBody>
      </p:sp>
      <p:sp>
        <p:nvSpPr>
          <p:cNvPr id="1818" name="PlaceHolder 8"/>
          <p:cNvSpPr>
            <a:spLocks noGrp="1"/>
          </p:cNvSpPr>
          <p:nvPr>
            <p:ph hasCustomPrompt="1"/>
          </p:nvPr>
        </p:nvSpPr>
        <p:spPr>
          <a:xfrm>
            <a:off x="5068440" y="3504240"/>
            <a:ext cx="2286720" cy="293760"/>
          </a:xfrm>
          <a:prstGeom prst="rect">
            <a:avLst/>
          </a:prstGeom>
          <a:noFill/>
          <a:ln w="0">
            <a:noFill/>
          </a:ln>
        </p:spPr>
        <p:txBody>
          <a:bodyPr lIns="64080" tIns="32040" rIns="64080" bIns="32040" anchor="ctr">
            <a:noAutofit/>
          </a:bodyPr>
          <a:lstStyle/>
          <a:p>
            <a:pPr indent="0" algn="ctr" defTabSz="914400">
              <a:lnSpc>
                <a:spcPct val="90000"/>
              </a:lnSpc>
              <a:spcBef>
                <a:spcPts val="1000"/>
              </a:spcBef>
              <a:buNone/>
              <a:tabLst>
                <a:tab pos="0" algn="l"/>
              </a:tabLst>
            </a:pPr>
            <a:r>
              <a:rPr lang="zh-CN" altLang="en-US" sz="1800" b="0" u="none">
                <a:solidFill>
                  <a:schemeClr val="lt1"/>
                </a:solidFill>
                <a:latin typeface="Arial" panose="020B0604020202090204"/>
                <a:ea typeface="Arial" panose="020B0604020202090204"/>
                <a:cs typeface="Arial" panose="020B0604020202090204"/>
              </a:rPr>
              <a:t>从验证到应用</a:t>
            </a:r>
            <a:endParaRPr lang="zh-CN" altLang="en-US" sz="1800" b="0" u="none">
              <a:solidFill>
                <a:schemeClr val="lt1"/>
              </a:solidFill>
              <a:latin typeface="Arial" panose="020B0604020202090204"/>
              <a:ea typeface="Arial" panose="020B0604020202090204"/>
              <a:cs typeface="Arial" panose="020B0604020202090204"/>
            </a:endParaRPr>
          </a:p>
        </p:txBody>
      </p:sp>
      <p:sp>
        <p:nvSpPr>
          <p:cNvPr id="1819" name="PlaceHolder 9"/>
          <p:cNvSpPr>
            <a:spLocks noGrp="1"/>
          </p:cNvSpPr>
          <p:nvPr>
            <p:ph hasCustomPrompt="1"/>
          </p:nvPr>
        </p:nvSpPr>
        <p:spPr>
          <a:xfrm>
            <a:off x="5068440" y="3798360"/>
            <a:ext cx="2286720" cy="219600"/>
          </a:xfrm>
          <a:prstGeom prst="rect">
            <a:avLst/>
          </a:prstGeom>
          <a:noFill/>
          <a:ln w="0">
            <a:noFill/>
          </a:ln>
        </p:spPr>
        <p:txBody>
          <a:bodyPr lIns="64080" tIns="32040" rIns="64080" bIns="32040" anchor="ctr">
            <a:noAutofit/>
          </a:bodyPr>
          <a:lstStyle/>
          <a:p>
            <a:pPr indent="0" algn="ctr" defTabSz="914400">
              <a:lnSpc>
                <a:spcPct val="100000"/>
              </a:lnSpc>
              <a:buNone/>
              <a:tabLst>
                <a:tab pos="0" algn="l"/>
              </a:tabLst>
            </a:pPr>
            <a:r>
              <a:rPr sz="800" b="0" u="none">
                <a:solidFill>
                  <a:srgbClr val="FFFFFF"/>
                </a:solidFill>
                <a:latin typeface="Arial" panose="020B0604020202090204"/>
                <a:ea typeface="Arial" panose="020B0604020202090204"/>
                <a:cs typeface="Arial" panose="020B0604020202090204"/>
              </a:rPr>
              <a:t>验证 → </a:t>
            </a:r>
            <a:r>
              <a:rPr lang="zh-CN" altLang="en-US" sz="800" b="0" u="none">
                <a:solidFill>
                  <a:srgbClr val="FFFFFF"/>
                </a:solidFill>
                <a:latin typeface="Arial" panose="020B0604020202090204"/>
                <a:ea typeface="Arial" panose="020B0604020202090204"/>
                <a:cs typeface="Arial" panose="020B0604020202090204"/>
              </a:rPr>
              <a:t>示例</a:t>
            </a:r>
            <a:endParaRPr lang="zh-CN" altLang="en-US" sz="800" b="0" u="none">
              <a:solidFill>
                <a:srgbClr val="FFFFFF"/>
              </a:solidFill>
              <a:latin typeface="Arial" panose="020B0604020202090204"/>
              <a:ea typeface="Arial" panose="020B0604020202090204"/>
              <a:cs typeface="Arial" panose="020B0604020202090204"/>
            </a:endParaRPr>
          </a:p>
        </p:txBody>
      </p:sp>
      <p:sp>
        <p:nvSpPr>
          <p:cNvPr id="1821" name="PlaceHolder 11"/>
          <p:cNvSpPr>
            <a:spLocks noGrp="1"/>
          </p:cNvSpPr>
          <p:nvPr>
            <p:ph hasCustomPrompt="1"/>
          </p:nvPr>
        </p:nvSpPr>
        <p:spPr>
          <a:xfrm>
            <a:off x="8964295" y="1759585"/>
            <a:ext cx="2961005" cy="244475"/>
          </a:xfrm>
          <a:prstGeom prst="rect">
            <a:avLst/>
          </a:prstGeom>
          <a:noFill/>
          <a:ln w="0">
            <a:noFill/>
          </a:ln>
        </p:spPr>
        <p:txBody>
          <a:bodyPr lIns="64080" tIns="32040" rIns="64080" bIns="32040" anchor="ctr">
            <a:noAutofit/>
          </a:bodyPr>
          <a:lstStyle/>
          <a:p>
            <a:pPr indent="0" algn="l" defTabSz="914400">
              <a:lnSpc>
                <a:spcPct val="100000"/>
              </a:lnSpc>
              <a:buNone/>
              <a:tabLst>
                <a:tab pos="0" algn="l"/>
              </a:tabLst>
            </a:pPr>
            <a:r>
              <a:rPr sz="1600" b="1" u="none">
                <a:solidFill>
                  <a:srgbClr val="000000"/>
                </a:solidFill>
                <a:latin typeface="Arial" panose="020B0604020202090204"/>
                <a:ea typeface="Arial" panose="020B0604020202090204"/>
                <a:cs typeface="Arial" panose="020B0604020202090204"/>
              </a:rPr>
              <a:t>board-docs｜开发板</a:t>
            </a:r>
            <a:r>
              <a:rPr lang="zh-CN" sz="1600" b="1" u="none">
                <a:solidFill>
                  <a:srgbClr val="000000"/>
                </a:solidFill>
                <a:latin typeface="Arial" panose="020B0604020202090204"/>
                <a:ea typeface="Arial" panose="020B0604020202090204"/>
                <a:cs typeface="Arial" panose="020B0604020202090204"/>
              </a:rPr>
              <a:t>示例</a:t>
            </a:r>
            <a:endParaRPr lang="zh-CN" sz="1600" b="1" u="none">
              <a:solidFill>
                <a:srgbClr val="000000"/>
              </a:solidFill>
              <a:latin typeface="Arial" panose="020B0604020202090204"/>
              <a:ea typeface="Arial" panose="020B0604020202090204"/>
              <a:cs typeface="Arial" panose="020B0604020202090204"/>
            </a:endParaRPr>
          </a:p>
        </p:txBody>
      </p:sp>
      <p:pic>
        <p:nvPicPr>
          <p:cNvPr id="3" name="图片 2"/>
          <p:cNvPicPr>
            <a:picLocks noChangeAspect="1"/>
          </p:cNvPicPr>
          <p:nvPr/>
        </p:nvPicPr>
        <p:blipFill>
          <a:blip r:embed="rId1"/>
          <a:stretch>
            <a:fillRect/>
          </a:stretch>
        </p:blipFill>
        <p:spPr>
          <a:xfrm>
            <a:off x="4151630" y="733425"/>
            <a:ext cx="3899535" cy="2012315"/>
          </a:xfrm>
          <a:prstGeom prst="rect">
            <a:avLst/>
          </a:prstGeom>
        </p:spPr>
      </p:pic>
      <p:pic>
        <p:nvPicPr>
          <p:cNvPr id="4" name="图片 3"/>
          <p:cNvPicPr>
            <a:picLocks noChangeAspect="1"/>
          </p:cNvPicPr>
          <p:nvPr/>
        </p:nvPicPr>
        <p:blipFill>
          <a:blip r:embed="rId2"/>
          <a:stretch>
            <a:fillRect/>
          </a:stretch>
        </p:blipFill>
        <p:spPr>
          <a:xfrm>
            <a:off x="4151630" y="2702560"/>
            <a:ext cx="3933825" cy="1775460"/>
          </a:xfrm>
          <a:prstGeom prst="rect">
            <a:avLst/>
          </a:prstGeom>
        </p:spPr>
      </p:pic>
      <p:pic>
        <p:nvPicPr>
          <p:cNvPr id="6" name="图片 5"/>
          <p:cNvPicPr>
            <a:picLocks noChangeAspect="1"/>
          </p:cNvPicPr>
          <p:nvPr/>
        </p:nvPicPr>
        <p:blipFill>
          <a:blip r:embed="rId3"/>
          <a:stretch>
            <a:fillRect/>
          </a:stretch>
        </p:blipFill>
        <p:spPr>
          <a:xfrm>
            <a:off x="4151630" y="4406265"/>
            <a:ext cx="3894455" cy="17748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 name="PlaceHolder 1"/>
          <p:cNvSpPr>
            <a:spLocks noGrp="1"/>
          </p:cNvSpPr>
          <p:nvPr>
            <p:ph type="title"/>
          </p:nvPr>
        </p:nvSpPr>
        <p:spPr>
          <a:xfrm>
            <a:off x="1003680" y="364320"/>
            <a:ext cx="6845040" cy="369000"/>
          </a:xfrm>
          <a:prstGeom prst="rect">
            <a:avLst/>
          </a:prstGeom>
          <a:noFill/>
          <a:ln w="0">
            <a:noFill/>
          </a:ln>
        </p:spPr>
        <p:txBody>
          <a:bodyPr lIns="90000" tIns="45000" rIns="90000" bIns="45000" anchor="t">
            <a:noAutofit/>
          </a:bodyPr>
          <a:lstStyle/>
          <a:p>
            <a:pPr indent="0" algn="l" defTabSz="914400">
              <a:lnSpc>
                <a:spcPct val="100000"/>
              </a:lnSpc>
              <a:buNone/>
              <a:tabLst>
                <a:tab pos="0" algn="l"/>
              </a:tabLst>
            </a:pPr>
            <a:r>
              <a:rPr sz="2400" b="1" u="none" spc="99">
                <a:solidFill>
                  <a:schemeClr val="accent1"/>
                </a:solidFill>
                <a:latin typeface="思源黑体 CN Bold"/>
                <a:ea typeface="思源黑体 CN Bold"/>
                <a:cs typeface="思源黑体 CN Bold"/>
              </a:rPr>
              <a:t>工作机制与下一步规划</a:t>
            </a:r>
            <a:endParaRPr sz="2400" b="1" u="none" spc="99">
              <a:solidFill>
                <a:schemeClr val="accent1"/>
              </a:solidFill>
              <a:latin typeface="思源黑体 CN Bold"/>
              <a:ea typeface="思源黑体 CN Bold"/>
              <a:cs typeface="思源黑体 CN Bold"/>
            </a:endParaRPr>
          </a:p>
        </p:txBody>
      </p:sp>
      <p:sp>
        <p:nvSpPr>
          <p:cNvPr id="1824" name="PlaceHolder 2"/>
          <p:cNvSpPr>
            <a:spLocks noGrp="1"/>
          </p:cNvSpPr>
          <p:nvPr>
            <p:ph hasCustomPrompt="1"/>
            <p:custDataLst>
              <p:tags r:id="rId1"/>
            </p:custDataLst>
          </p:nvPr>
        </p:nvSpPr>
        <p:spPr>
          <a:xfrm>
            <a:off x="1262060" y="944900"/>
            <a:ext cx="1338480" cy="341280"/>
          </a:xfrm>
          <a:prstGeom prst="rect">
            <a:avLst/>
          </a:prstGeom>
          <a:noFill/>
          <a:ln w="0">
            <a:noFill/>
          </a:ln>
        </p:spPr>
        <p:txBody>
          <a:bodyPr lIns="91440" tIns="45720" rIns="91440" bIns="45720" anchor="t">
            <a:noAutofit/>
          </a:bodyPr>
          <a:lstStyle/>
          <a:p>
            <a:pPr indent="0" algn="l" defTabSz="914400">
              <a:lnSpc>
                <a:spcPct val="90000"/>
              </a:lnSpc>
              <a:spcBef>
                <a:spcPts val="1000"/>
              </a:spcBef>
              <a:buNone/>
              <a:tabLst>
                <a:tab pos="0" algn="l"/>
              </a:tabLst>
            </a:pPr>
            <a:r>
              <a:rPr lang="zh-CN" altLang="en-US" sz="1800" b="1" u="none">
                <a:solidFill>
                  <a:schemeClr val="accent1"/>
                </a:solidFill>
                <a:latin typeface="微软雅黑"/>
                <a:ea typeface="微软雅黑"/>
                <a:cs typeface="微软雅黑"/>
              </a:rPr>
              <a:t>持续维护</a:t>
            </a:r>
            <a:endParaRPr lang="zh-CN" altLang="en-US" sz="1800" b="1" u="none">
              <a:solidFill>
                <a:schemeClr val="accent1"/>
              </a:solidFill>
              <a:latin typeface="微软雅黑"/>
              <a:ea typeface="微软雅黑"/>
              <a:cs typeface="微软雅黑"/>
            </a:endParaRPr>
          </a:p>
          <a:p>
            <a:pPr indent="0" algn="l" defTabSz="914400">
              <a:lnSpc>
                <a:spcPct val="90000"/>
              </a:lnSpc>
              <a:spcBef>
                <a:spcPts val="1000"/>
              </a:spcBef>
              <a:buNone/>
              <a:tabLst>
                <a:tab pos="0" algn="l"/>
              </a:tabLst>
            </a:pPr>
            <a:endParaRPr lang="zh-CN" altLang="en-US" sz="1800" b="1" u="none">
              <a:solidFill>
                <a:schemeClr val="accent1"/>
              </a:solidFill>
              <a:latin typeface="微软雅黑"/>
              <a:ea typeface="微软雅黑"/>
              <a:cs typeface="微软雅黑"/>
            </a:endParaRPr>
          </a:p>
        </p:txBody>
      </p:sp>
      <p:sp>
        <p:nvSpPr>
          <p:cNvPr id="1825" name="PlaceHolder 3"/>
          <p:cNvSpPr>
            <a:spLocks noGrp="1"/>
          </p:cNvSpPr>
          <p:nvPr>
            <p:ph hasCustomPrompt="1"/>
            <p:custDataLst>
              <p:tags r:id="rId2"/>
            </p:custDataLst>
          </p:nvPr>
        </p:nvSpPr>
        <p:spPr>
          <a:xfrm>
            <a:off x="1245870" y="1184910"/>
            <a:ext cx="3730625" cy="545465"/>
          </a:xfrm>
          <a:prstGeom prst="rect">
            <a:avLst/>
          </a:prstGeom>
          <a:noFill/>
          <a:ln w="0">
            <a:noFill/>
          </a:ln>
        </p:spPr>
        <p:txBody>
          <a:bodyPr lIns="119880" tIns="59760" rIns="119880" bIns="59760" anchor="t">
            <a:noAutofit/>
          </a:bodyPr>
          <a:lstStyle/>
          <a:p>
            <a:pPr indent="0" algn="l" defTabSz="914400">
              <a:lnSpc>
                <a:spcPct val="120000"/>
              </a:lnSpc>
              <a:buNone/>
              <a:tabLst>
                <a:tab pos="0" algn="l"/>
              </a:tabLst>
            </a:pPr>
            <a:r>
              <a:rPr lang="zh-CN" altLang="en-US" sz="1200" b="0" u="none" spc="119">
                <a:solidFill>
                  <a:srgbClr val="404040"/>
                </a:solidFill>
                <a:latin typeface="Arial" panose="020B0604020202090204"/>
                <a:ea typeface="Arial" panose="020B0604020202090204"/>
                <a:cs typeface="Arial" panose="020B0604020202090204"/>
              </a:rPr>
              <a:t>持续跟踪 RISC-V 开发板上游操作系统、官方镜像及软件生态更新；对已有测试报告进行定期复查，发现版本变化、链接失效或支持状态变化时及时补测并更新，保证 Support Matrix 数据长期有效。</a:t>
            </a:r>
            <a:endParaRPr lang="zh-CN" altLang="en-US" sz="1200" b="0" u="none" spc="119">
              <a:solidFill>
                <a:srgbClr val="404040"/>
              </a:solidFill>
              <a:latin typeface="Arial" panose="020B0604020202090204"/>
              <a:ea typeface="Arial" panose="020B0604020202090204"/>
              <a:cs typeface="Arial" panose="020B0604020202090204"/>
            </a:endParaRPr>
          </a:p>
        </p:txBody>
      </p:sp>
      <p:sp>
        <p:nvSpPr>
          <p:cNvPr id="1826" name="PlaceHolder 4"/>
          <p:cNvSpPr>
            <a:spLocks noGrp="1"/>
          </p:cNvSpPr>
          <p:nvPr>
            <p:ph hasCustomPrompt="1"/>
            <p:custDataLst>
              <p:tags r:id="rId3"/>
            </p:custDataLst>
          </p:nvPr>
        </p:nvSpPr>
        <p:spPr>
          <a:xfrm>
            <a:off x="1262060" y="2392820"/>
            <a:ext cx="1338480" cy="341280"/>
          </a:xfrm>
          <a:prstGeom prst="rect">
            <a:avLst/>
          </a:prstGeom>
          <a:noFill/>
          <a:ln w="0">
            <a:noFill/>
          </a:ln>
        </p:spPr>
        <p:txBody>
          <a:bodyPr lIns="91440" tIns="45720" rIns="91440" bIns="45720" anchor="t">
            <a:noAutofit/>
          </a:bodyPr>
          <a:lstStyle/>
          <a:p>
            <a:pPr indent="0" algn="l" defTabSz="914400">
              <a:lnSpc>
                <a:spcPct val="90000"/>
              </a:lnSpc>
              <a:spcBef>
                <a:spcPts val="1000"/>
              </a:spcBef>
              <a:buNone/>
              <a:tabLst>
                <a:tab pos="0" algn="l"/>
              </a:tabLst>
            </a:pPr>
            <a:r>
              <a:rPr lang="zh-CN" altLang="en-US" sz="1800" b="1" u="none">
                <a:solidFill>
                  <a:schemeClr val="accent1"/>
                </a:solidFill>
                <a:latin typeface="微软雅黑"/>
                <a:ea typeface="微软雅黑"/>
                <a:cs typeface="微软雅黑"/>
              </a:rPr>
              <a:t>板卡验证</a:t>
            </a:r>
            <a:endParaRPr lang="zh-CN" altLang="en-US" sz="1800" b="1" u="none">
              <a:solidFill>
                <a:schemeClr val="accent1"/>
              </a:solidFill>
              <a:latin typeface="微软雅黑"/>
              <a:ea typeface="微软雅黑"/>
              <a:cs typeface="微软雅黑"/>
            </a:endParaRPr>
          </a:p>
        </p:txBody>
      </p:sp>
      <p:sp>
        <p:nvSpPr>
          <p:cNvPr id="1827" name="PlaceHolder 5"/>
          <p:cNvSpPr>
            <a:spLocks noGrp="1"/>
          </p:cNvSpPr>
          <p:nvPr>
            <p:ph hasCustomPrompt="1"/>
            <p:custDataLst>
              <p:tags r:id="rId4"/>
            </p:custDataLst>
          </p:nvPr>
        </p:nvSpPr>
        <p:spPr>
          <a:xfrm>
            <a:off x="1245870" y="2632710"/>
            <a:ext cx="3730625" cy="545465"/>
          </a:xfrm>
          <a:prstGeom prst="rect">
            <a:avLst/>
          </a:prstGeom>
          <a:noFill/>
          <a:ln w="0">
            <a:noFill/>
          </a:ln>
        </p:spPr>
        <p:txBody>
          <a:bodyPr lIns="119880" tIns="59760" rIns="119880" bIns="59760" anchor="t">
            <a:noAutofit/>
          </a:bodyPr>
          <a:lstStyle/>
          <a:p>
            <a:pPr indent="0" algn="l" defTabSz="914400">
              <a:lnSpc>
                <a:spcPct val="120000"/>
              </a:lnSpc>
              <a:buNone/>
              <a:tabLst>
                <a:tab pos="0" algn="l"/>
              </a:tabLst>
            </a:pPr>
            <a:r>
              <a:rPr lang="zh-CN" altLang="en-US" sz="1200" b="0" u="none" spc="119">
                <a:solidFill>
                  <a:srgbClr val="404040"/>
                </a:solidFill>
                <a:latin typeface="Arial" panose="020B0604020202090204"/>
                <a:ea typeface="Arial" panose="020B0604020202090204"/>
                <a:cs typeface="Arial" panose="020B0604020202090204"/>
              </a:rPr>
              <a:t>围绕新增开发板、操作系统版本和工具链开展实机验证，统一环境信息采集、安装启动、功能测试和结果记录流程；逐步规范测试报告结构与验证标准，提高不同板卡测试结果的一致性和可复现性。</a:t>
            </a:r>
            <a:endParaRPr lang="zh-CN" altLang="en-US" sz="1200" b="0" u="none" spc="119">
              <a:solidFill>
                <a:srgbClr val="404040"/>
              </a:solidFill>
              <a:latin typeface="Arial" panose="020B0604020202090204"/>
              <a:ea typeface="Arial" panose="020B0604020202090204"/>
              <a:cs typeface="Arial" panose="020B0604020202090204"/>
            </a:endParaRPr>
          </a:p>
        </p:txBody>
      </p:sp>
      <p:sp>
        <p:nvSpPr>
          <p:cNvPr id="1828" name="PlaceHolder 6"/>
          <p:cNvSpPr>
            <a:spLocks noGrp="1"/>
          </p:cNvSpPr>
          <p:nvPr>
            <p:ph hasCustomPrompt="1"/>
            <p:custDataLst>
              <p:tags r:id="rId5"/>
            </p:custDataLst>
          </p:nvPr>
        </p:nvSpPr>
        <p:spPr>
          <a:xfrm>
            <a:off x="1261745" y="3773170"/>
            <a:ext cx="2068830" cy="332105"/>
          </a:xfrm>
          <a:prstGeom prst="rect">
            <a:avLst/>
          </a:prstGeom>
          <a:noFill/>
          <a:ln w="0">
            <a:noFill/>
          </a:ln>
        </p:spPr>
        <p:txBody>
          <a:bodyPr lIns="91440" tIns="45720" rIns="91440" bIns="45720" anchor="t">
            <a:noAutofit/>
          </a:bodyPr>
          <a:lstStyle/>
          <a:p>
            <a:pPr indent="0" algn="l" defTabSz="914400">
              <a:lnSpc>
                <a:spcPct val="90000"/>
              </a:lnSpc>
              <a:spcBef>
                <a:spcPts val="1000"/>
              </a:spcBef>
              <a:buNone/>
              <a:tabLst>
                <a:tab pos="0" algn="l"/>
              </a:tabLst>
            </a:pPr>
            <a:r>
              <a:rPr lang="zh-CN" altLang="en-US" sz="1800" b="1" u="none">
                <a:solidFill>
                  <a:schemeClr val="accent1"/>
                </a:solidFill>
                <a:latin typeface="微软雅黑"/>
                <a:ea typeface="微软雅黑"/>
                <a:cs typeface="微软雅黑"/>
              </a:rPr>
              <a:t>矩阵</a:t>
            </a:r>
            <a:r>
              <a:rPr lang="en-US" altLang="zh-CN" sz="1800" b="1" u="none">
                <a:solidFill>
                  <a:schemeClr val="accent1"/>
                </a:solidFill>
                <a:latin typeface="微软雅黑"/>
                <a:ea typeface="微软雅黑"/>
                <a:cs typeface="微软雅黑"/>
              </a:rPr>
              <a:t> X </a:t>
            </a:r>
            <a:r>
              <a:rPr lang="zh-CN" altLang="en-US" sz="1800" b="1" u="none">
                <a:solidFill>
                  <a:schemeClr val="accent1"/>
                </a:solidFill>
                <a:latin typeface="微软雅黑"/>
                <a:ea typeface="微软雅黑"/>
                <a:cs typeface="微软雅黑"/>
              </a:rPr>
              <a:t>示例联动</a:t>
            </a:r>
            <a:endParaRPr lang="zh-CN" altLang="en-US" sz="1800" b="1" u="none">
              <a:solidFill>
                <a:schemeClr val="accent1"/>
              </a:solidFill>
              <a:latin typeface="微软雅黑"/>
              <a:ea typeface="微软雅黑"/>
              <a:cs typeface="微软雅黑"/>
            </a:endParaRPr>
          </a:p>
        </p:txBody>
      </p:sp>
      <p:sp>
        <p:nvSpPr>
          <p:cNvPr id="1829" name="PlaceHolder 7"/>
          <p:cNvSpPr>
            <a:spLocks noGrp="1"/>
          </p:cNvSpPr>
          <p:nvPr>
            <p:ph hasCustomPrompt="1"/>
            <p:custDataLst>
              <p:tags r:id="rId6"/>
            </p:custDataLst>
          </p:nvPr>
        </p:nvSpPr>
        <p:spPr>
          <a:xfrm>
            <a:off x="1245870" y="4013200"/>
            <a:ext cx="3730625" cy="545465"/>
          </a:xfrm>
          <a:prstGeom prst="rect">
            <a:avLst/>
          </a:prstGeom>
          <a:noFill/>
          <a:ln w="0">
            <a:noFill/>
          </a:ln>
        </p:spPr>
        <p:txBody>
          <a:bodyPr lIns="119880" tIns="59760" rIns="119880" bIns="59760" anchor="t">
            <a:noAutofit/>
          </a:bodyPr>
          <a:lstStyle/>
          <a:p>
            <a:pPr indent="0" algn="l" defTabSz="914400">
              <a:lnSpc>
                <a:spcPct val="120000"/>
              </a:lnSpc>
              <a:buNone/>
              <a:tabLst>
                <a:tab pos="0" algn="l"/>
              </a:tabLst>
            </a:pPr>
            <a:r>
              <a:rPr lang="zh-CN" altLang="en-US" sz="1200" b="0" u="none" spc="119">
                <a:solidFill>
                  <a:srgbClr val="404040"/>
                </a:solidFill>
                <a:latin typeface="Arial" panose="020B0604020202090204"/>
                <a:ea typeface="Arial" panose="020B0604020202090204"/>
                <a:cs typeface="Arial" panose="020B0604020202090204"/>
              </a:rPr>
              <a:t>以 Support Matrix 中已经完成验证的板卡和系统组合为基础，逐步补齐 board-docs 对应板卡文档与可运行示例；将“是否支持”进一步延伸到“如何安装、如何验证、如何开发”，形成从支持状态到实际使用的完整链路。</a:t>
            </a:r>
            <a:endParaRPr lang="zh-CN" altLang="en-US" sz="1200" b="0" u="none" spc="119">
              <a:solidFill>
                <a:srgbClr val="404040"/>
              </a:solidFill>
              <a:latin typeface="Arial" panose="020B0604020202090204"/>
              <a:ea typeface="Arial" panose="020B0604020202090204"/>
              <a:cs typeface="Arial" panose="020B0604020202090204"/>
            </a:endParaRPr>
          </a:p>
        </p:txBody>
      </p:sp>
      <p:sp>
        <p:nvSpPr>
          <p:cNvPr id="1830" name="PlaceHolder 8"/>
          <p:cNvSpPr>
            <a:spLocks noGrp="1"/>
          </p:cNvSpPr>
          <p:nvPr>
            <p:ph hasCustomPrompt="1"/>
            <p:custDataLst>
              <p:tags r:id="rId7"/>
            </p:custDataLst>
          </p:nvPr>
        </p:nvSpPr>
        <p:spPr>
          <a:xfrm>
            <a:off x="1261745" y="5192395"/>
            <a:ext cx="1811655" cy="340995"/>
          </a:xfrm>
          <a:prstGeom prst="rect">
            <a:avLst/>
          </a:prstGeom>
          <a:noFill/>
          <a:ln w="0">
            <a:noFill/>
          </a:ln>
        </p:spPr>
        <p:txBody>
          <a:bodyPr lIns="91440" tIns="45720" rIns="91440" bIns="45720" anchor="t">
            <a:noAutofit/>
          </a:bodyPr>
          <a:lstStyle/>
          <a:p>
            <a:pPr indent="0" algn="l" defTabSz="914400">
              <a:lnSpc>
                <a:spcPct val="90000"/>
              </a:lnSpc>
              <a:spcBef>
                <a:spcPts val="1000"/>
              </a:spcBef>
              <a:buNone/>
              <a:tabLst>
                <a:tab pos="0" algn="l"/>
              </a:tabLst>
            </a:pPr>
            <a:r>
              <a:rPr lang="zh-CN" altLang="en-US" sz="1800" b="1" u="none">
                <a:solidFill>
                  <a:schemeClr val="accent1"/>
                </a:solidFill>
                <a:latin typeface="微软雅黑"/>
                <a:ea typeface="微软雅黑"/>
                <a:cs typeface="微软雅黑"/>
              </a:rPr>
              <a:t>端侧 </a:t>
            </a:r>
            <a:r>
              <a:rPr lang="en-US" altLang="zh-CN" sz="1800" b="1" u="none">
                <a:solidFill>
                  <a:schemeClr val="accent1"/>
                </a:solidFill>
                <a:latin typeface="微软雅黑"/>
                <a:ea typeface="微软雅黑"/>
                <a:cs typeface="微软雅黑"/>
              </a:rPr>
              <a:t>AI </a:t>
            </a:r>
            <a:r>
              <a:rPr lang="zh-CN" altLang="en-US" sz="1800" b="1" u="none">
                <a:solidFill>
                  <a:schemeClr val="accent1"/>
                </a:solidFill>
                <a:latin typeface="微软雅黑"/>
                <a:ea typeface="微软雅黑"/>
                <a:cs typeface="微软雅黑"/>
              </a:rPr>
              <a:t>拓展</a:t>
            </a:r>
            <a:endParaRPr lang="zh-CN" altLang="en-US" sz="1800" b="1" u="none">
              <a:solidFill>
                <a:schemeClr val="accent1"/>
              </a:solidFill>
              <a:latin typeface="微软雅黑"/>
              <a:ea typeface="微软雅黑"/>
              <a:cs typeface="微软雅黑"/>
            </a:endParaRPr>
          </a:p>
        </p:txBody>
      </p:sp>
      <p:sp>
        <p:nvSpPr>
          <p:cNvPr id="1831" name="PlaceHolder 9"/>
          <p:cNvSpPr>
            <a:spLocks noGrp="1"/>
          </p:cNvSpPr>
          <p:nvPr>
            <p:ph hasCustomPrompt="1"/>
            <p:custDataLst>
              <p:tags r:id="rId8"/>
            </p:custDataLst>
          </p:nvPr>
        </p:nvSpPr>
        <p:spPr>
          <a:xfrm>
            <a:off x="1245870" y="5433060"/>
            <a:ext cx="3730625" cy="545465"/>
          </a:xfrm>
          <a:prstGeom prst="rect">
            <a:avLst/>
          </a:prstGeom>
          <a:noFill/>
          <a:ln w="0">
            <a:noFill/>
          </a:ln>
        </p:spPr>
        <p:txBody>
          <a:bodyPr lIns="119880" tIns="59760" rIns="119880" bIns="59760" anchor="t">
            <a:noAutofit/>
          </a:bodyPr>
          <a:lstStyle/>
          <a:p>
            <a:pPr indent="0" algn="l" defTabSz="914400">
              <a:lnSpc>
                <a:spcPct val="120000"/>
              </a:lnSpc>
              <a:buNone/>
              <a:tabLst>
                <a:tab pos="0" algn="l"/>
              </a:tabLst>
            </a:pPr>
            <a:r>
              <a:rPr lang="zh-CN" altLang="en-US" sz="1200" b="0" u="none" spc="119">
                <a:solidFill>
                  <a:srgbClr val="404040"/>
                </a:solidFill>
                <a:latin typeface="Arial" panose="020B0604020202090204"/>
                <a:ea typeface="Arial" panose="020B0604020202090204"/>
                <a:cs typeface="Arial" panose="020B0604020202090204"/>
              </a:rPr>
              <a:t>在基础系统与外设验证基础上，下一阶段依托 </a:t>
            </a:r>
            <a:r>
              <a:rPr lang="en-US" altLang="zh-CN" sz="1200" b="0" u="none" spc="119">
                <a:solidFill>
                  <a:srgbClr val="404040"/>
                </a:solidFill>
                <a:latin typeface="Arial" panose="020B0604020202090204"/>
                <a:ea typeface="Arial" panose="020B0604020202090204"/>
                <a:cs typeface="Arial" panose="020B0604020202090204"/>
              </a:rPr>
              <a:t>RuyiSDK，</a:t>
            </a:r>
            <a:r>
              <a:rPr lang="zh-CN" altLang="en-US" sz="1200" b="0" u="none" spc="119">
                <a:solidFill>
                  <a:srgbClr val="404040"/>
                </a:solidFill>
                <a:latin typeface="Arial" panose="020B0604020202090204"/>
                <a:ea typeface="Arial" panose="020B0604020202090204"/>
                <a:cs typeface="Arial" panose="020B0604020202090204"/>
              </a:rPr>
              <a:t>重点围绕 </a:t>
            </a:r>
            <a:r>
              <a:rPr lang="en-US" altLang="zh-CN" sz="1200" b="0" u="none" spc="119">
                <a:solidFill>
                  <a:srgbClr val="404040"/>
                </a:solidFill>
                <a:latin typeface="Arial" panose="020B0604020202090204"/>
                <a:ea typeface="Arial" panose="020B0604020202090204"/>
                <a:cs typeface="Arial" panose="020B0604020202090204"/>
              </a:rPr>
              <a:t>K3 </a:t>
            </a:r>
            <a:r>
              <a:rPr lang="zh-CN" altLang="en-US" sz="1200" b="0" u="none" spc="119">
                <a:solidFill>
                  <a:srgbClr val="404040"/>
                </a:solidFill>
                <a:latin typeface="Arial" panose="020B0604020202090204"/>
                <a:ea typeface="Arial" panose="020B0604020202090204"/>
                <a:cs typeface="Arial" panose="020B0604020202090204"/>
              </a:rPr>
              <a:t>等具备 </a:t>
            </a:r>
            <a:r>
              <a:rPr lang="en-US" altLang="zh-CN" sz="1200" b="0" u="none" spc="119">
                <a:solidFill>
                  <a:srgbClr val="404040"/>
                </a:solidFill>
                <a:latin typeface="Arial" panose="020B0604020202090204"/>
                <a:ea typeface="Arial" panose="020B0604020202090204"/>
                <a:cs typeface="Arial" panose="020B0604020202090204"/>
              </a:rPr>
              <a:t>AI </a:t>
            </a:r>
            <a:r>
              <a:rPr lang="zh-CN" altLang="en-US" sz="1200" b="0" u="none" spc="119">
                <a:solidFill>
                  <a:srgbClr val="404040"/>
                </a:solidFill>
                <a:latin typeface="Arial" panose="020B0604020202090204"/>
                <a:ea typeface="Arial" panose="020B0604020202090204"/>
                <a:cs typeface="Arial" panose="020B0604020202090204"/>
              </a:rPr>
              <a:t>算力的 </a:t>
            </a:r>
            <a:r>
              <a:rPr lang="en-US" altLang="zh-CN" sz="1200" b="0" u="none" spc="119">
                <a:solidFill>
                  <a:srgbClr val="404040"/>
                </a:solidFill>
                <a:latin typeface="Arial" panose="020B0604020202090204"/>
                <a:ea typeface="Arial" panose="020B0604020202090204"/>
                <a:cs typeface="Arial" panose="020B0604020202090204"/>
              </a:rPr>
              <a:t>RISC-V </a:t>
            </a:r>
            <a:r>
              <a:rPr lang="zh-CN" altLang="en-US" sz="1200" b="0" u="none" spc="119">
                <a:solidFill>
                  <a:srgbClr val="404040"/>
                </a:solidFill>
                <a:latin typeface="Arial" panose="020B0604020202090204"/>
                <a:ea typeface="Arial" panose="020B0604020202090204"/>
                <a:cs typeface="Arial" panose="020B0604020202090204"/>
              </a:rPr>
              <a:t>板卡，拓展大模型推理、</a:t>
            </a:r>
            <a:r>
              <a:rPr lang="en-US" altLang="zh-CN" sz="1200" b="0" u="none" spc="119">
                <a:solidFill>
                  <a:srgbClr val="404040"/>
                </a:solidFill>
                <a:latin typeface="Arial" panose="020B0604020202090204"/>
                <a:ea typeface="Arial" panose="020B0604020202090204"/>
                <a:cs typeface="Arial" panose="020B0604020202090204"/>
              </a:rPr>
              <a:t>Harness / </a:t>
            </a:r>
            <a:r>
              <a:rPr lang="zh-CN" altLang="en-US" sz="1200" b="0" u="none" spc="119">
                <a:solidFill>
                  <a:srgbClr val="404040"/>
                </a:solidFill>
                <a:latin typeface="Arial" panose="020B0604020202090204"/>
                <a:ea typeface="Arial" panose="020B0604020202090204"/>
                <a:cs typeface="Arial" panose="020B0604020202090204"/>
              </a:rPr>
              <a:t>智能体运行等端侧 </a:t>
            </a:r>
            <a:r>
              <a:rPr lang="en-US" altLang="zh-CN" sz="1200" b="0" u="none" spc="119">
                <a:solidFill>
                  <a:srgbClr val="404040"/>
                </a:solidFill>
                <a:latin typeface="Arial" panose="020B0604020202090204"/>
                <a:ea typeface="Arial" panose="020B0604020202090204"/>
                <a:cs typeface="Arial" panose="020B0604020202090204"/>
              </a:rPr>
              <a:t>AI </a:t>
            </a:r>
            <a:r>
              <a:rPr lang="zh-CN" altLang="en-US" sz="1200" b="0" u="none" spc="119">
                <a:solidFill>
                  <a:srgbClr val="404040"/>
                </a:solidFill>
                <a:latin typeface="Arial" panose="020B0604020202090204"/>
                <a:ea typeface="Arial" panose="020B0604020202090204"/>
                <a:cs typeface="Arial" panose="020B0604020202090204"/>
              </a:rPr>
              <a:t>场景；并与嵌入式课程结合，形成“基础开发 → </a:t>
            </a:r>
            <a:r>
              <a:rPr lang="en-US" altLang="zh-CN" sz="1200" b="0" u="none" spc="119">
                <a:solidFill>
                  <a:srgbClr val="404040"/>
                </a:solidFill>
                <a:latin typeface="Arial" panose="020B0604020202090204"/>
                <a:ea typeface="Arial" panose="020B0604020202090204"/>
                <a:cs typeface="Arial" panose="020B0604020202090204"/>
              </a:rPr>
              <a:t>AI </a:t>
            </a:r>
            <a:r>
              <a:rPr lang="zh-CN" altLang="en-US" sz="1200" b="0" u="none" spc="119">
                <a:solidFill>
                  <a:srgbClr val="404040"/>
                </a:solidFill>
                <a:latin typeface="Arial" panose="020B0604020202090204"/>
                <a:ea typeface="Arial" panose="020B0604020202090204"/>
                <a:cs typeface="Arial" panose="020B0604020202090204"/>
              </a:rPr>
              <a:t>推理 → 智能体应用”的进阶内容，持续沉淀可复现案例。</a:t>
            </a:r>
            <a:endParaRPr lang="zh-CN" altLang="en-US" sz="1200" b="0" u="none" spc="119">
              <a:solidFill>
                <a:srgbClr val="404040"/>
              </a:solidFill>
              <a:latin typeface="Arial" panose="020B0604020202090204"/>
              <a:ea typeface="Arial" panose="020B0604020202090204"/>
              <a:cs typeface="Arial" panose="020B0604020202090204"/>
            </a:endParaRPr>
          </a:p>
        </p:txBody>
      </p:sp>
      <p:cxnSp>
        <p:nvCxnSpPr>
          <p:cNvPr id="1865" name="直接连接符 13"/>
          <p:cNvCxnSpPr/>
          <p:nvPr>
            <p:custDataLst>
              <p:tags r:id="rId9"/>
            </p:custDataLst>
          </p:nvPr>
        </p:nvCxnSpPr>
        <p:spPr>
          <a:xfrm>
            <a:off x="777860" y="1813680"/>
            <a:ext cx="360" cy="3921840"/>
          </a:xfrm>
          <a:prstGeom prst="straightConnector1">
            <a:avLst/>
          </a:prstGeom>
          <a:ln w="25400">
            <a:solidFill>
              <a:srgbClr val="ED6F00"/>
            </a:solidFill>
          </a:ln>
        </p:spPr>
      </p:cxnSp>
      <p:sp>
        <p:nvSpPr>
          <p:cNvPr id="1834" name="椭圆 14"/>
          <p:cNvSpPr>
            <a:spLocks noGrp="1"/>
          </p:cNvSpPr>
          <p:nvPr>
            <p:custDataLst>
              <p:tags r:id="rId10"/>
            </p:custDataLst>
          </p:nvPr>
        </p:nvSpPr>
        <p:spPr>
          <a:xfrm>
            <a:off x="526940" y="1296000"/>
            <a:ext cx="501480" cy="501480"/>
          </a:xfrm>
          <a:prstGeom prst="ellipse">
            <a:avLst/>
          </a:prstGeom>
          <a:solidFill>
            <a:schemeClr val="accent1"/>
          </a:solidFill>
          <a:ln>
            <a:noFill/>
          </a:ln>
          <a:effectLst>
            <a:outerShdw blurRad="203040" dist="75858" dir="2700000" algn="tl" rotWithShape="0">
              <a:schemeClr val="accent1">
                <a:alpha val="34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rgbClr val="FFFFFF"/>
              </a:solidFill>
              <a:latin typeface="Arial" panose="020B0604020202090204"/>
              <a:ea typeface="Arial" panose="020B0604020202090204"/>
              <a:cs typeface="Arial" panose="020B0604020202090204"/>
            </a:endParaRPr>
          </a:p>
        </p:txBody>
      </p:sp>
      <p:sp>
        <p:nvSpPr>
          <p:cNvPr id="1835" name="search-home_86260"/>
          <p:cNvSpPr>
            <a:spLocks noGrp="1"/>
          </p:cNvSpPr>
          <p:nvPr>
            <p:custDataLst>
              <p:tags r:id="rId11"/>
            </p:custDataLst>
          </p:nvPr>
        </p:nvSpPr>
        <p:spPr>
          <a:xfrm>
            <a:off x="629180" y="1410840"/>
            <a:ext cx="300600" cy="245160"/>
          </a:xfrm>
          <a:custGeom>
            <a:avLst/>
            <a:gdLst>
              <a:gd name="textAreaLeft" fmla="*/ 0 w 300600"/>
              <a:gd name="textAreaRight" fmla="*/ 300960 w 300600"/>
              <a:gd name="textAreaTop" fmla="*/ 0 h 245160"/>
              <a:gd name="textAreaBottom" fmla="*/ 245520 h 245160"/>
              <a:gd name="GluePoint1X" fmla="*/ 508188 w 609120"/>
              <a:gd name="GluePoint1Y" fmla="*/ 388434 h 496992"/>
              <a:gd name="GluePoint2X" fmla="*/ 508188 w 609120"/>
              <a:gd name="GluePoint2Y" fmla="*/ 438152 h 496992"/>
              <a:gd name="GluePoint3X" fmla="*/ 557983 w 609120"/>
              <a:gd name="GluePoint3Y" fmla="*/ 438152 h 496992"/>
              <a:gd name="GluePoint4X" fmla="*/ 557983 w 609120"/>
              <a:gd name="GluePoint4Y" fmla="*/ 388434 h 496992"/>
              <a:gd name="GluePoint5X" fmla="*/ 51136 w 609120"/>
              <a:gd name="GluePoint5Y" fmla="*/ 388434 h 496992"/>
              <a:gd name="GluePoint6X" fmla="*/ 51136 w 609120"/>
              <a:gd name="GluePoint6Y" fmla="*/ 438152 h 496992"/>
              <a:gd name="GluePoint7X" fmla="*/ 100931 w 609120"/>
              <a:gd name="GluePoint7Y" fmla="*/ 438152 h 496992"/>
              <a:gd name="GluePoint8X" fmla="*/ 100931 w 609120"/>
              <a:gd name="GluePoint8Y" fmla="*/ 388434 h 496992"/>
              <a:gd name="GluePoint9X" fmla="*/ 508188 w 609120"/>
              <a:gd name="GluePoint9Y" fmla="*/ 314770 h 496992"/>
              <a:gd name="GluePoint10X" fmla="*/ 508188 w 609120"/>
              <a:gd name="GluePoint10Y" fmla="*/ 364430 h 496992"/>
              <a:gd name="GluePoint11X" fmla="*/ 557983 w 609120"/>
              <a:gd name="GluePoint11Y" fmla="*/ 364430 h 496992"/>
              <a:gd name="GluePoint12X" fmla="*/ 557983 w 609120"/>
              <a:gd name="GluePoint12Y" fmla="*/ 314770 h 496992"/>
              <a:gd name="GluePoint13X" fmla="*/ 51136 w 609120"/>
              <a:gd name="GluePoint13Y" fmla="*/ 314770 h 496992"/>
              <a:gd name="GluePoint14X" fmla="*/ 51136 w 609120"/>
              <a:gd name="GluePoint14Y" fmla="*/ 364430 h 496992"/>
              <a:gd name="GluePoint15X" fmla="*/ 100931 w 609120"/>
              <a:gd name="GluePoint15Y" fmla="*/ 364430 h 496992"/>
              <a:gd name="GluePoint16X" fmla="*/ 100931 w 609120"/>
              <a:gd name="GluePoint16Y" fmla="*/ 314770 h 496992"/>
              <a:gd name="GluePoint17X" fmla="*/ 354456 w 609120"/>
              <a:gd name="GluePoint17Y" fmla="*/ 314763 h 496992"/>
              <a:gd name="GluePoint18X" fmla="*/ 354456 w 609120"/>
              <a:gd name="GluePoint18Y" fmla="*/ 364425 h 496992"/>
              <a:gd name="GluePoint19X" fmla="*/ 404189 w 609120"/>
              <a:gd name="GluePoint19Y" fmla="*/ 364425 h 496992"/>
              <a:gd name="GluePoint20X" fmla="*/ 404189 w 609120"/>
              <a:gd name="GluePoint20Y" fmla="*/ 314763 h 496992"/>
              <a:gd name="GluePoint21X" fmla="*/ 279770 w 609120"/>
              <a:gd name="GluePoint21Y" fmla="*/ 314763 h 496992"/>
              <a:gd name="GluePoint22X" fmla="*/ 279770 w 609120"/>
              <a:gd name="GluePoint22Y" fmla="*/ 364425 h 496992"/>
              <a:gd name="GluePoint23X" fmla="*/ 329561 w 609120"/>
              <a:gd name="GluePoint23Y" fmla="*/ 364425 h 496992"/>
              <a:gd name="GluePoint24X" fmla="*/ 329561 w 609120"/>
              <a:gd name="GluePoint24Y" fmla="*/ 314763 h 496992"/>
              <a:gd name="GluePoint25X" fmla="*/ 205085 w 609120"/>
              <a:gd name="GluePoint25Y" fmla="*/ 314763 h 496992"/>
              <a:gd name="GluePoint26X" fmla="*/ 205085 w 609120"/>
              <a:gd name="GluePoint26Y" fmla="*/ 364425 h 496992"/>
              <a:gd name="GluePoint27X" fmla="*/ 254875 w 609120"/>
              <a:gd name="GluePoint27Y" fmla="*/ 364425 h 496992"/>
              <a:gd name="GluePoint28X" fmla="*/ 254875 w 609120"/>
              <a:gd name="GluePoint28Y" fmla="*/ 314763 h 496992"/>
              <a:gd name="GluePoint29X" fmla="*/ 469471 w 609120"/>
              <a:gd name="GluePoint29Y" fmla="*/ 288542 h 496992"/>
              <a:gd name="GluePoint30X" fmla="*/ 596700 w 609120"/>
              <a:gd name="GluePoint30Y" fmla="*/ 288542 h 496992"/>
              <a:gd name="GluePoint31X" fmla="*/ 596700 w 609120"/>
              <a:gd name="GluePoint31Y" fmla="*/ 496992 h 496992"/>
              <a:gd name="GluePoint32X" fmla="*/ 469471 w 609120"/>
              <a:gd name="GluePoint32Y" fmla="*/ 496992 h 496992"/>
              <a:gd name="GluePoint33X" fmla="*/ 12419 w 609120"/>
              <a:gd name="GluePoint33Y" fmla="*/ 288542 h 496992"/>
              <a:gd name="GluePoint34X" fmla="*/ 139648 w 609120"/>
              <a:gd name="GluePoint34Y" fmla="*/ 288542 h 496992"/>
              <a:gd name="GluePoint35X" fmla="*/ 139648 w 609120"/>
              <a:gd name="GluePoint35Y" fmla="*/ 496992 h 496992"/>
              <a:gd name="GluePoint36X" fmla="*/ 12419 w 609120"/>
              <a:gd name="GluePoint36Y" fmla="*/ 496992 h 496992"/>
              <a:gd name="GluePoint37X" fmla="*/ 469471 w 609120"/>
              <a:gd name="GluePoint37Y" fmla="*/ 257070 h 496992"/>
              <a:gd name="GluePoint38X" fmla="*/ 609120 w 609120"/>
              <a:gd name="GluePoint38Y" fmla="*/ 257070 h 496992"/>
              <a:gd name="GluePoint39X" fmla="*/ 609120 w 609120"/>
              <a:gd name="GluePoint39Y" fmla="*/ 271959 h 496992"/>
              <a:gd name="GluePoint40X" fmla="*/ 469471 w 609120"/>
              <a:gd name="GluePoint40Y" fmla="*/ 271959 h 496992"/>
              <a:gd name="GluePoint41X" fmla="*/ 0 w 609120"/>
              <a:gd name="GluePoint41Y" fmla="*/ 257070 h 496992"/>
              <a:gd name="GluePoint42X" fmla="*/ 139649 w 609120"/>
              <a:gd name="GluePoint42Y" fmla="*/ 257070 h 496992"/>
              <a:gd name="GluePoint43X" fmla="*/ 139649 w 609120"/>
              <a:gd name="GluePoint43Y" fmla="*/ 271959 h 496992"/>
              <a:gd name="GluePoint44X" fmla="*/ 0 w 609120"/>
              <a:gd name="GluePoint44Y" fmla="*/ 271959 h 496992"/>
              <a:gd name="GluePoint45X" fmla="*/ 354456 w 609120"/>
              <a:gd name="GluePoint45Y" fmla="*/ 240183 h 496992"/>
              <a:gd name="GluePoint46X" fmla="*/ 354456 w 609120"/>
              <a:gd name="GluePoint46Y" fmla="*/ 289903 h 496992"/>
              <a:gd name="GluePoint47X" fmla="*/ 404189 w 609120"/>
              <a:gd name="GluePoint47Y" fmla="*/ 289903 h 496992"/>
              <a:gd name="GluePoint48X" fmla="*/ 404189 w 609120"/>
              <a:gd name="GluePoint48Y" fmla="*/ 240183 h 496992"/>
              <a:gd name="GluePoint49X" fmla="*/ 279770 w 609120"/>
              <a:gd name="GluePoint49Y" fmla="*/ 240183 h 496992"/>
              <a:gd name="GluePoint50X" fmla="*/ 279770 w 609120"/>
              <a:gd name="GluePoint50Y" fmla="*/ 289903 h 496992"/>
              <a:gd name="GluePoint51X" fmla="*/ 329561 w 609120"/>
              <a:gd name="GluePoint51Y" fmla="*/ 289903 h 496992"/>
              <a:gd name="GluePoint52X" fmla="*/ 329561 w 609120"/>
              <a:gd name="GluePoint52Y" fmla="*/ 240183 h 496992"/>
              <a:gd name="GluePoint53X" fmla="*/ 205085 w 609120"/>
              <a:gd name="GluePoint53Y" fmla="*/ 240183 h 496992"/>
              <a:gd name="GluePoint54X" fmla="*/ 205085 w 609120"/>
              <a:gd name="GluePoint54Y" fmla="*/ 289903 h 496992"/>
              <a:gd name="GluePoint55X" fmla="*/ 254875 w 609120"/>
              <a:gd name="GluePoint55Y" fmla="*/ 289903 h 496992"/>
              <a:gd name="GluePoint56X" fmla="*/ 254875 w 609120"/>
              <a:gd name="GluePoint56Y" fmla="*/ 240183 h 496992"/>
              <a:gd name="GluePoint57X" fmla="*/ 354456 w 609120"/>
              <a:gd name="GluePoint57Y" fmla="*/ 165603 h 496992"/>
              <a:gd name="GluePoint58X" fmla="*/ 354456 w 609120"/>
              <a:gd name="GluePoint58Y" fmla="*/ 215323 h 496992"/>
              <a:gd name="GluePoint59X" fmla="*/ 404189 w 609120"/>
              <a:gd name="GluePoint59Y" fmla="*/ 215323 h 496992"/>
              <a:gd name="GluePoint60X" fmla="*/ 404189 w 609120"/>
              <a:gd name="GluePoint60Y" fmla="*/ 165603 h 496992"/>
              <a:gd name="GluePoint61X" fmla="*/ 279770 w 609120"/>
              <a:gd name="GluePoint61Y" fmla="*/ 165603 h 496992"/>
              <a:gd name="GluePoint62X" fmla="*/ 279770 w 609120"/>
              <a:gd name="GluePoint62Y" fmla="*/ 215323 h 496992"/>
              <a:gd name="GluePoint63X" fmla="*/ 329561 w 609120"/>
              <a:gd name="GluePoint63Y" fmla="*/ 215323 h 496992"/>
              <a:gd name="GluePoint64X" fmla="*/ 329561 w 609120"/>
              <a:gd name="GluePoint64Y" fmla="*/ 165603 h 496992"/>
              <a:gd name="GluePoint65X" fmla="*/ 205085 w 609120"/>
              <a:gd name="GluePoint65Y" fmla="*/ 165603 h 496992"/>
              <a:gd name="GluePoint66X" fmla="*/ 205085 w 609120"/>
              <a:gd name="GluePoint66Y" fmla="*/ 215323 h 496992"/>
              <a:gd name="GluePoint67X" fmla="*/ 254875 w 609120"/>
              <a:gd name="GluePoint67Y" fmla="*/ 215323 h 496992"/>
              <a:gd name="GluePoint68X" fmla="*/ 254875 w 609120"/>
              <a:gd name="GluePoint68Y" fmla="*/ 165603 h 496992"/>
              <a:gd name="GluePoint69X" fmla="*/ 304666 w 609120"/>
              <a:gd name="GluePoint69Y" fmla="*/ 50313 h 496992"/>
              <a:gd name="GluePoint70X" fmla="*/ 446043 w 609120"/>
              <a:gd name="GluePoint70Y" fmla="*/ 144792 h 496992"/>
              <a:gd name="GluePoint71X" fmla="*/ 446043 w 609120"/>
              <a:gd name="GluePoint71Y" fmla="*/ 496992 h 496992"/>
              <a:gd name="GluePoint72X" fmla="*/ 346119 w 609120"/>
              <a:gd name="GluePoint72Y" fmla="*/ 496992 h 496992"/>
              <a:gd name="GluePoint73X" fmla="*/ 346119 w 609120"/>
              <a:gd name="GluePoint73Y" fmla="*/ 381018 h 496992"/>
              <a:gd name="GluePoint74X" fmla="*/ 263154 w 609120"/>
              <a:gd name="GluePoint74Y" fmla="*/ 381018 h 496992"/>
              <a:gd name="GluePoint75X" fmla="*/ 263154 w 609120"/>
              <a:gd name="GluePoint75Y" fmla="*/ 496992 h 496992"/>
              <a:gd name="GluePoint76X" fmla="*/ 163288 w 609120"/>
              <a:gd name="GluePoint76Y" fmla="*/ 496992 h 496992"/>
              <a:gd name="GluePoint77X" fmla="*/ 163288 w 609120"/>
              <a:gd name="GluePoint77Y" fmla="*/ 144792 h 496992"/>
              <a:gd name="GluePoint78X" fmla="*/ 304666 w 609120"/>
              <a:gd name="GluePoint78Y" fmla="*/ 0 h 496992"/>
              <a:gd name="GluePoint79X" fmla="*/ 501719 w 609120"/>
              <a:gd name="GluePoint79Y" fmla="*/ 131040 h 496992"/>
              <a:gd name="GluePoint80X" fmla="*/ 455296 w 609120"/>
              <a:gd name="GluePoint80Y" fmla="*/ 131040 h 496992"/>
              <a:gd name="GluePoint81X" fmla="*/ 309291 w 609120"/>
              <a:gd name="GluePoint81Y" fmla="*/ 33473 h 496992"/>
              <a:gd name="GluePoint82X" fmla="*/ 300040 w 609120"/>
              <a:gd name="GluePoint82Y" fmla="*/ 33473 h 496992"/>
              <a:gd name="GluePoint83X" fmla="*/ 154035 w 609120"/>
              <a:gd name="GluePoint83Y" fmla="*/ 131040 h 496992"/>
              <a:gd name="GluePoint84X" fmla="*/ 107612 w 609120"/>
              <a:gd name="GluePoint84Y" fmla="*/ 131040 h 496992"/>
            </a:gdLst>
            <a:ahLst/>
            <a:cxnLst/>
            <a:rect l="textAreaLeft" t="textAreaTop" r="textAreaRight" b="textAreaBottom"/>
            <a:pathLst>
              <a:path w="609120" h="496992">
                <a:moveTo>
                  <a:pt x="508188" y="388434"/>
                </a:moveTo>
                <a:lnTo>
                  <a:pt x="508188" y="438152"/>
                </a:lnTo>
                <a:lnTo>
                  <a:pt x="557983" y="438152"/>
                </a:lnTo>
                <a:lnTo>
                  <a:pt x="557983" y="388434"/>
                </a:lnTo>
                <a:close/>
                <a:moveTo>
                  <a:pt x="51136" y="388434"/>
                </a:moveTo>
                <a:lnTo>
                  <a:pt x="51136" y="438152"/>
                </a:lnTo>
                <a:lnTo>
                  <a:pt x="100931" y="438152"/>
                </a:lnTo>
                <a:lnTo>
                  <a:pt x="100931" y="388434"/>
                </a:lnTo>
                <a:close/>
                <a:moveTo>
                  <a:pt x="508188" y="314770"/>
                </a:moveTo>
                <a:lnTo>
                  <a:pt x="508188" y="364430"/>
                </a:lnTo>
                <a:lnTo>
                  <a:pt x="557983" y="364430"/>
                </a:lnTo>
                <a:lnTo>
                  <a:pt x="557983" y="314770"/>
                </a:lnTo>
                <a:close/>
                <a:moveTo>
                  <a:pt x="51136" y="314770"/>
                </a:moveTo>
                <a:lnTo>
                  <a:pt x="51136" y="364430"/>
                </a:lnTo>
                <a:lnTo>
                  <a:pt x="100931" y="364430"/>
                </a:lnTo>
                <a:lnTo>
                  <a:pt x="100931" y="314770"/>
                </a:lnTo>
                <a:close/>
                <a:moveTo>
                  <a:pt x="354456" y="314763"/>
                </a:moveTo>
                <a:lnTo>
                  <a:pt x="354456" y="364425"/>
                </a:lnTo>
                <a:lnTo>
                  <a:pt x="404189" y="364425"/>
                </a:lnTo>
                <a:lnTo>
                  <a:pt x="404189" y="314763"/>
                </a:lnTo>
                <a:close/>
                <a:moveTo>
                  <a:pt x="279770" y="314763"/>
                </a:moveTo>
                <a:lnTo>
                  <a:pt x="279770" y="364425"/>
                </a:lnTo>
                <a:lnTo>
                  <a:pt x="329561" y="364425"/>
                </a:lnTo>
                <a:lnTo>
                  <a:pt x="329561" y="314763"/>
                </a:lnTo>
                <a:close/>
                <a:moveTo>
                  <a:pt x="205085" y="314763"/>
                </a:moveTo>
                <a:lnTo>
                  <a:pt x="205085" y="364425"/>
                </a:lnTo>
                <a:lnTo>
                  <a:pt x="254875" y="364425"/>
                </a:lnTo>
                <a:lnTo>
                  <a:pt x="254875" y="314763"/>
                </a:lnTo>
                <a:close/>
                <a:moveTo>
                  <a:pt x="469471" y="288542"/>
                </a:moveTo>
                <a:lnTo>
                  <a:pt x="596700" y="288542"/>
                </a:lnTo>
                <a:lnTo>
                  <a:pt x="596700" y="496992"/>
                </a:lnTo>
                <a:lnTo>
                  <a:pt x="469471" y="496992"/>
                </a:lnTo>
                <a:close/>
                <a:moveTo>
                  <a:pt x="12419" y="288542"/>
                </a:moveTo>
                <a:lnTo>
                  <a:pt x="139648" y="288542"/>
                </a:lnTo>
                <a:lnTo>
                  <a:pt x="139648" y="496992"/>
                </a:lnTo>
                <a:lnTo>
                  <a:pt x="12419" y="496992"/>
                </a:lnTo>
                <a:close/>
                <a:moveTo>
                  <a:pt x="469471" y="257070"/>
                </a:moveTo>
                <a:lnTo>
                  <a:pt x="609120" y="257070"/>
                </a:lnTo>
                <a:lnTo>
                  <a:pt x="609120" y="271959"/>
                </a:lnTo>
                <a:lnTo>
                  <a:pt x="469471" y="271959"/>
                </a:lnTo>
                <a:close/>
                <a:moveTo>
                  <a:pt x="0" y="257070"/>
                </a:moveTo>
                <a:lnTo>
                  <a:pt x="139649" y="257070"/>
                </a:lnTo>
                <a:lnTo>
                  <a:pt x="139649" y="271959"/>
                </a:lnTo>
                <a:lnTo>
                  <a:pt x="0" y="271959"/>
                </a:lnTo>
                <a:close/>
                <a:moveTo>
                  <a:pt x="354456" y="240183"/>
                </a:moveTo>
                <a:lnTo>
                  <a:pt x="354456" y="289903"/>
                </a:lnTo>
                <a:lnTo>
                  <a:pt x="404189" y="289903"/>
                </a:lnTo>
                <a:lnTo>
                  <a:pt x="404189" y="240183"/>
                </a:lnTo>
                <a:close/>
                <a:moveTo>
                  <a:pt x="279770" y="240183"/>
                </a:moveTo>
                <a:lnTo>
                  <a:pt x="279770" y="289903"/>
                </a:lnTo>
                <a:lnTo>
                  <a:pt x="329561" y="289903"/>
                </a:lnTo>
                <a:lnTo>
                  <a:pt x="329561" y="240183"/>
                </a:lnTo>
                <a:close/>
                <a:moveTo>
                  <a:pt x="205085" y="240183"/>
                </a:moveTo>
                <a:lnTo>
                  <a:pt x="205085" y="289903"/>
                </a:lnTo>
                <a:lnTo>
                  <a:pt x="254875" y="289903"/>
                </a:lnTo>
                <a:lnTo>
                  <a:pt x="254875" y="240183"/>
                </a:lnTo>
                <a:close/>
                <a:moveTo>
                  <a:pt x="354456" y="165603"/>
                </a:moveTo>
                <a:lnTo>
                  <a:pt x="354456" y="215323"/>
                </a:lnTo>
                <a:lnTo>
                  <a:pt x="404189" y="215323"/>
                </a:lnTo>
                <a:lnTo>
                  <a:pt x="404189" y="165603"/>
                </a:lnTo>
                <a:close/>
                <a:moveTo>
                  <a:pt x="279770" y="165603"/>
                </a:moveTo>
                <a:lnTo>
                  <a:pt x="279770" y="215323"/>
                </a:lnTo>
                <a:lnTo>
                  <a:pt x="329561" y="215323"/>
                </a:lnTo>
                <a:lnTo>
                  <a:pt x="329561" y="165603"/>
                </a:lnTo>
                <a:close/>
                <a:moveTo>
                  <a:pt x="205085" y="165603"/>
                </a:moveTo>
                <a:lnTo>
                  <a:pt x="205085" y="215323"/>
                </a:lnTo>
                <a:lnTo>
                  <a:pt x="254875" y="215323"/>
                </a:lnTo>
                <a:lnTo>
                  <a:pt x="254875" y="165603"/>
                </a:lnTo>
                <a:close/>
                <a:moveTo>
                  <a:pt x="304666" y="50313"/>
                </a:moveTo>
                <a:lnTo>
                  <a:pt x="446043" y="144792"/>
                </a:lnTo>
                <a:lnTo>
                  <a:pt x="446043" y="496992"/>
                </a:lnTo>
                <a:lnTo>
                  <a:pt x="346119" y="496992"/>
                </a:lnTo>
                <a:lnTo>
                  <a:pt x="346119" y="381018"/>
                </a:lnTo>
                <a:lnTo>
                  <a:pt x="263154" y="381018"/>
                </a:lnTo>
                <a:lnTo>
                  <a:pt x="263154" y="496992"/>
                </a:lnTo>
                <a:lnTo>
                  <a:pt x="163288" y="496992"/>
                </a:lnTo>
                <a:lnTo>
                  <a:pt x="163288" y="144792"/>
                </a:lnTo>
                <a:close/>
                <a:moveTo>
                  <a:pt x="304666" y="0"/>
                </a:moveTo>
                <a:lnTo>
                  <a:pt x="501719" y="131040"/>
                </a:lnTo>
                <a:lnTo>
                  <a:pt x="455296" y="131040"/>
                </a:lnTo>
                <a:lnTo>
                  <a:pt x="309291" y="33473"/>
                </a:lnTo>
                <a:lnTo>
                  <a:pt x="300040" y="33473"/>
                </a:lnTo>
                <a:lnTo>
                  <a:pt x="154035" y="131040"/>
                </a:lnTo>
                <a:lnTo>
                  <a:pt x="107612" y="131040"/>
                </a:ln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t">
            <a:noAutofit/>
          </a:bodyPr>
          <a:lstStyle/>
          <a:p>
            <a:pPr>
              <a:buNone/>
            </a:pPr>
            <a:endParaRPr sz="1800" b="0" u="none">
              <a:solidFill>
                <a:schemeClr val="dk1"/>
              </a:solidFill>
              <a:latin typeface="微软雅黑"/>
              <a:ea typeface="微软雅黑"/>
              <a:cs typeface="微软雅黑"/>
            </a:endParaRPr>
          </a:p>
        </p:txBody>
      </p:sp>
      <p:sp>
        <p:nvSpPr>
          <p:cNvPr id="1836" name="椭圆 16"/>
          <p:cNvSpPr>
            <a:spLocks noGrp="1"/>
          </p:cNvSpPr>
          <p:nvPr>
            <p:custDataLst>
              <p:tags r:id="rId12"/>
            </p:custDataLst>
          </p:nvPr>
        </p:nvSpPr>
        <p:spPr>
          <a:xfrm>
            <a:off x="526940" y="4191120"/>
            <a:ext cx="501480" cy="501480"/>
          </a:xfrm>
          <a:prstGeom prst="ellipse">
            <a:avLst/>
          </a:prstGeom>
          <a:solidFill>
            <a:schemeClr val="accent1"/>
          </a:solidFill>
          <a:ln>
            <a:noFill/>
          </a:ln>
          <a:effectLst>
            <a:outerShdw blurRad="203040" dist="75858" dir="2700000" algn="tl" rotWithShape="0">
              <a:schemeClr val="accent1">
                <a:alpha val="34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rgbClr val="FFFFFF"/>
              </a:solidFill>
              <a:latin typeface="Arial" panose="020B0604020202090204"/>
              <a:ea typeface="Arial" panose="020B0604020202090204"/>
              <a:cs typeface="Arial" panose="020B0604020202090204"/>
            </a:endParaRPr>
          </a:p>
        </p:txBody>
      </p:sp>
      <p:sp>
        <p:nvSpPr>
          <p:cNvPr id="1837" name="search-home_86260"/>
          <p:cNvSpPr>
            <a:spLocks noGrp="1"/>
          </p:cNvSpPr>
          <p:nvPr>
            <p:custDataLst>
              <p:tags r:id="rId13"/>
            </p:custDataLst>
          </p:nvPr>
        </p:nvSpPr>
        <p:spPr>
          <a:xfrm>
            <a:off x="624860" y="4347000"/>
            <a:ext cx="343440" cy="254160"/>
          </a:xfrm>
          <a:custGeom>
            <a:avLst/>
            <a:gdLst>
              <a:gd name="textAreaLeft" fmla="*/ 0 w 343440"/>
              <a:gd name="textAreaRight" fmla="*/ 343800 w 343440"/>
              <a:gd name="textAreaTop" fmla="*/ 0 h 254160"/>
              <a:gd name="textAreaBottom" fmla="*/ 254520 h 254160"/>
              <a:gd name="GluePoint1X" fmla="*/ 278945 h 440259"/>
              <a:gd name="GluePoint1Y" fmla="*/ 278945 h 440259"/>
              <a:gd name="GluePoint2X" fmla="*/ 278945 h 440259"/>
              <a:gd name="GluePoint2Y" fmla="*/ 278945 h 440259"/>
              <a:gd name="GluePoint3X" fmla="*/ 278945 h 440259"/>
              <a:gd name="GluePoint3Y" fmla="*/ 278945 h 440259"/>
              <a:gd name="GluePoint4X" fmla="*/ 278945 h 440259"/>
              <a:gd name="GluePoint4Y" fmla="*/ 278945 h 440259"/>
              <a:gd name="GluePoint5X" fmla="*/ 278945 h 440259"/>
              <a:gd name="GluePoint5Y" fmla="*/ 278945 h 440259"/>
              <a:gd name="GluePoint6X" fmla="*/ 278945 h 440259"/>
              <a:gd name="GluePoint6Y" fmla="*/ 278945 h 440259"/>
              <a:gd name="GluePoint7X" fmla="*/ 278945 h 440259"/>
              <a:gd name="GluePoint7Y" fmla="*/ 278945 h 440259"/>
              <a:gd name="GluePoint8X" fmla="*/ 278945 h 440259"/>
              <a:gd name="GluePoint8Y" fmla="*/ 278945 h 440259"/>
              <a:gd name="GluePoint9X" fmla="*/ 278945 h 440259"/>
              <a:gd name="GluePoint9Y" fmla="*/ 278945 h 440259"/>
              <a:gd name="GluePoint10X" fmla="*/ 278945 h 440259"/>
              <a:gd name="GluePoint10Y" fmla="*/ 278945 h 440259"/>
              <a:gd name="GluePoint11X" fmla="*/ 278945 h 440259"/>
              <a:gd name="GluePoint11Y" fmla="*/ 278945 h 440259"/>
              <a:gd name="GluePoint12X" fmla="*/ 278945 h 440259"/>
              <a:gd name="GluePoint12Y" fmla="*/ 278945 h 440259"/>
              <a:gd name="GluePoint13X" fmla="*/ 278945 h 440259"/>
              <a:gd name="GluePoint13Y" fmla="*/ 278945 h 440259"/>
              <a:gd name="GluePoint14X" fmla="*/ 278945 h 440259"/>
              <a:gd name="GluePoint14Y" fmla="*/ 278945 h 440259"/>
              <a:gd name="GluePoint15X" fmla="*/ 278945 h 440259"/>
              <a:gd name="GluePoint15Y" fmla="*/ 278945 h 440259"/>
              <a:gd name="GluePoint16X" fmla="*/ 88862 h 440259"/>
              <a:gd name="GluePoint16Y" fmla="*/ 88862 h 440259"/>
              <a:gd name="GluePoint17X" fmla="*/ 278945 h 440259"/>
              <a:gd name="GluePoint17Y" fmla="*/ 278945 h 440259"/>
              <a:gd name="GluePoint18X" fmla="*/ 278945 h 440259"/>
              <a:gd name="GluePoint18Y" fmla="*/ 278945 h 440259"/>
              <a:gd name="GluePoint19X" fmla="*/ 278945 h 440259"/>
              <a:gd name="GluePoint19Y" fmla="*/ 278945 h 440259"/>
              <a:gd name="GluePoint20X" fmla="*/ 278945 h 440259"/>
              <a:gd name="GluePoint20Y" fmla="*/ 278945 h 440259"/>
              <a:gd name="GluePoint21X" fmla="*/ 278945 h 440259"/>
              <a:gd name="GluePoint21Y" fmla="*/ 278945 h 440259"/>
              <a:gd name="GluePoint22X" fmla="*/ 278945 h 440259"/>
              <a:gd name="GluePoint22Y" fmla="*/ 278945 h 440259"/>
              <a:gd name="GluePoint23X" fmla="*/ 278945 h 440259"/>
              <a:gd name="GluePoint23Y" fmla="*/ 278945 h 440259"/>
              <a:gd name="GluePoint24X" fmla="*/ 278945 h 440259"/>
              <a:gd name="GluePoint24Y" fmla="*/ 278945 h 440259"/>
              <a:gd name="GluePoint25X" fmla="*/ 278945 h 440259"/>
              <a:gd name="GluePoint25Y" fmla="*/ 278945 h 440259"/>
              <a:gd name="GluePoint26X" fmla="*/ 278945 h 440259"/>
              <a:gd name="GluePoint26Y" fmla="*/ 278945 h 440259"/>
              <a:gd name="GluePoint27X" fmla="*/ 278945 h 440259"/>
              <a:gd name="GluePoint27Y" fmla="*/ 278945 h 440259"/>
              <a:gd name="GluePoint28X" fmla="*/ 278945 h 440259"/>
              <a:gd name="GluePoint28Y" fmla="*/ 278945 h 440259"/>
              <a:gd name="GluePoint29X" fmla="*/ 278945 h 440259"/>
              <a:gd name="GluePoint29Y" fmla="*/ 278945 h 440259"/>
              <a:gd name="GluePoint30X" fmla="*/ 278945 h 440259"/>
              <a:gd name="GluePoint30Y" fmla="*/ 278945 h 440259"/>
              <a:gd name="GluePoint31X" fmla="*/ 278945 h 440259"/>
              <a:gd name="GluePoint31Y" fmla="*/ 278945 h 440259"/>
              <a:gd name="GluePoint32X" fmla="*/ 278945 h 440259"/>
              <a:gd name="GluePoint32Y" fmla="*/ 278945 h 440259"/>
              <a:gd name="GluePoint33X" fmla="*/ 278945 h 440259"/>
              <a:gd name="GluePoint33Y" fmla="*/ 278945 h 440259"/>
              <a:gd name="GluePoint34X" fmla="*/ 278945 h 440259"/>
              <a:gd name="GluePoint34Y" fmla="*/ 278945 h 440259"/>
              <a:gd name="GluePoint35X" fmla="*/ 278945 h 440259"/>
              <a:gd name="GluePoint35Y" fmla="*/ 278945 h 440259"/>
              <a:gd name="GluePoint36X" fmla="*/ 278945 h 440259"/>
              <a:gd name="GluePoint36Y" fmla="*/ 278945 h 440259"/>
            </a:gdLst>
            <a:ahLst/>
            <a:cxnLst/>
            <a:rect l="textAreaLeft" t="textAreaTop" r="textAreaRight" b="textAreaBottom"/>
            <a:pathLst>
              <a:path w="6608" h="4896">
                <a:moveTo>
                  <a:pt x="6608" y="638"/>
                </a:moveTo>
                <a:lnTo>
                  <a:pt x="6608" y="2638"/>
                </a:lnTo>
                <a:cubicBezTo>
                  <a:pt x="6608" y="2638"/>
                  <a:pt x="6180" y="2723"/>
                  <a:pt x="6092" y="2734"/>
                </a:cubicBezTo>
                <a:cubicBezTo>
                  <a:pt x="6004" y="2745"/>
                  <a:pt x="5728" y="2834"/>
                  <a:pt x="5528" y="2642"/>
                </a:cubicBezTo>
                <a:cubicBezTo>
                  <a:pt x="5219" y="2346"/>
                  <a:pt x="4122" y="1254"/>
                  <a:pt x="4122" y="1254"/>
                </a:cubicBezTo>
                <a:cubicBezTo>
                  <a:pt x="4122" y="1254"/>
                  <a:pt x="3932" y="1069"/>
                  <a:pt x="3629" y="1229"/>
                </a:cubicBezTo>
                <a:cubicBezTo>
                  <a:pt x="3350" y="1376"/>
                  <a:pt x="2936" y="1592"/>
                  <a:pt x="2764" y="1675"/>
                </a:cubicBezTo>
                <a:cubicBezTo>
                  <a:pt x="2437" y="1849"/>
                  <a:pt x="2167" y="1574"/>
                  <a:pt x="2167" y="1364"/>
                </a:cubicBezTo>
                <a:cubicBezTo>
                  <a:pt x="2167" y="1201"/>
                  <a:pt x="2269" y="1090"/>
                  <a:pt x="2414" y="1009"/>
                </a:cubicBezTo>
                <a:cubicBezTo>
                  <a:pt x="2808" y="770"/>
                  <a:pt x="3637" y="305"/>
                  <a:pt x="3983" y="121"/>
                </a:cubicBezTo>
                <a:cubicBezTo>
                  <a:pt x="4193" y="9"/>
                  <a:pt x="4344" y="0"/>
                  <a:pt x="4633" y="243"/>
                </a:cubicBezTo>
                <a:cubicBezTo>
                  <a:pt x="4988" y="541"/>
                  <a:pt x="5304" y="814"/>
                  <a:pt x="5304" y="814"/>
                </a:cubicBezTo>
                <a:cubicBezTo>
                  <a:pt x="5304" y="814"/>
                  <a:pt x="5407" y="900"/>
                  <a:pt x="5571" y="865"/>
                </a:cubicBezTo>
                <a:cubicBezTo>
                  <a:pt x="5975" y="780"/>
                  <a:pt x="6608" y="638"/>
                  <a:pt x="6608" y="638"/>
                </a:cubicBezTo>
                <a:close/>
                <a:moveTo>
                  <a:pt x="2241" y="4027"/>
                </a:moveTo>
                <a:cubicBezTo>
                  <a:pt x="2294" y="3891"/>
                  <a:pt x="2277" y="3738"/>
                  <a:pt x="2175" y="3633"/>
                </a:cubicBezTo>
                <a:cubicBezTo>
                  <a:pt x="2083" y="3540"/>
                  <a:pt x="1950" y="3515"/>
                  <a:pt x="1822" y="3544"/>
                </a:cubicBezTo>
                <a:cubicBezTo>
                  <a:pt x="1858" y="3418"/>
                  <a:pt x="1838" y="3283"/>
                  <a:pt x="1746" y="3188"/>
                </a:cubicBezTo>
                <a:cubicBezTo>
                  <a:pt x="1654" y="3095"/>
                  <a:pt x="1521" y="3070"/>
                  <a:pt x="1394" y="3099"/>
                </a:cubicBezTo>
                <a:cubicBezTo>
                  <a:pt x="1429" y="2973"/>
                  <a:pt x="1409" y="2838"/>
                  <a:pt x="1317" y="2744"/>
                </a:cubicBezTo>
                <a:cubicBezTo>
                  <a:pt x="1173" y="2596"/>
                  <a:pt x="924" y="2602"/>
                  <a:pt x="760" y="2758"/>
                </a:cubicBezTo>
                <a:cubicBezTo>
                  <a:pt x="597" y="2915"/>
                  <a:pt x="492" y="3198"/>
                  <a:pt x="638" y="3365"/>
                </a:cubicBezTo>
                <a:cubicBezTo>
                  <a:pt x="783" y="3531"/>
                  <a:pt x="950" y="3430"/>
                  <a:pt x="1077" y="3401"/>
                </a:cubicBezTo>
                <a:cubicBezTo>
                  <a:pt x="1042" y="3527"/>
                  <a:pt x="936" y="3645"/>
                  <a:pt x="1066" y="3810"/>
                </a:cubicBezTo>
                <a:cubicBezTo>
                  <a:pt x="1197" y="3975"/>
                  <a:pt x="1378" y="3875"/>
                  <a:pt x="1506" y="3846"/>
                </a:cubicBezTo>
                <a:cubicBezTo>
                  <a:pt x="1470" y="3972"/>
                  <a:pt x="1369" y="4101"/>
                  <a:pt x="1494" y="4254"/>
                </a:cubicBezTo>
                <a:cubicBezTo>
                  <a:pt x="1621" y="4408"/>
                  <a:pt x="1829" y="4326"/>
                  <a:pt x="1966" y="4283"/>
                </a:cubicBezTo>
                <a:cubicBezTo>
                  <a:pt x="1913" y="4419"/>
                  <a:pt x="1799" y="4566"/>
                  <a:pt x="1945" y="4730"/>
                </a:cubicBezTo>
                <a:cubicBezTo>
                  <a:pt x="2090" y="4896"/>
                  <a:pt x="2426" y="4819"/>
                  <a:pt x="2590" y="4663"/>
                </a:cubicBezTo>
                <a:cubicBezTo>
                  <a:pt x="2753" y="4506"/>
                  <a:pt x="2769" y="4258"/>
                  <a:pt x="2625" y="4110"/>
                </a:cubicBezTo>
                <a:cubicBezTo>
                  <a:pt x="2526" y="4008"/>
                  <a:pt x="2378" y="3985"/>
                  <a:pt x="2241" y="4027"/>
                </a:cubicBezTo>
                <a:close/>
                <a:moveTo>
                  <a:pt x="5233" y="2987"/>
                </a:moveTo>
                <a:cubicBezTo>
                  <a:pt x="4047" y="1802"/>
                  <a:pt x="4605" y="2359"/>
                  <a:pt x="3967" y="1720"/>
                </a:cubicBezTo>
                <a:cubicBezTo>
                  <a:pt x="3967" y="1720"/>
                  <a:pt x="3775" y="1529"/>
                  <a:pt x="3523" y="1640"/>
                </a:cubicBezTo>
                <a:cubicBezTo>
                  <a:pt x="3346" y="1718"/>
                  <a:pt x="3117" y="1824"/>
                  <a:pt x="2945" y="1905"/>
                </a:cubicBezTo>
                <a:cubicBezTo>
                  <a:pt x="2757" y="2004"/>
                  <a:pt x="2621" y="2034"/>
                  <a:pt x="2557" y="2034"/>
                </a:cubicBezTo>
                <a:cubicBezTo>
                  <a:pt x="2192" y="2031"/>
                  <a:pt x="1896" y="1738"/>
                  <a:pt x="1896" y="1373"/>
                </a:cubicBezTo>
                <a:cubicBezTo>
                  <a:pt x="1896" y="1137"/>
                  <a:pt x="2022" y="931"/>
                  <a:pt x="2209" y="814"/>
                </a:cubicBezTo>
                <a:cubicBezTo>
                  <a:pt x="2472" y="632"/>
                  <a:pt x="3078" y="310"/>
                  <a:pt x="3078" y="310"/>
                </a:cubicBezTo>
                <a:cubicBezTo>
                  <a:pt x="3078" y="310"/>
                  <a:pt x="2894" y="76"/>
                  <a:pt x="2489" y="76"/>
                </a:cubicBezTo>
                <a:cubicBezTo>
                  <a:pt x="2085" y="76"/>
                  <a:pt x="1240" y="629"/>
                  <a:pt x="1240" y="629"/>
                </a:cubicBezTo>
                <a:cubicBezTo>
                  <a:pt x="1240" y="629"/>
                  <a:pt x="1000" y="783"/>
                  <a:pt x="659" y="644"/>
                </a:cubicBezTo>
                <a:lnTo>
                  <a:pt x="0" y="415"/>
                </a:lnTo>
                <a:lnTo>
                  <a:pt x="0" y="2704"/>
                </a:lnTo>
                <a:cubicBezTo>
                  <a:pt x="0" y="2704"/>
                  <a:pt x="188" y="2758"/>
                  <a:pt x="357" y="2827"/>
                </a:cubicBezTo>
                <a:cubicBezTo>
                  <a:pt x="395" y="2719"/>
                  <a:pt x="457" y="2618"/>
                  <a:pt x="542" y="2535"/>
                </a:cubicBezTo>
                <a:cubicBezTo>
                  <a:pt x="822" y="2268"/>
                  <a:pt x="1287" y="2265"/>
                  <a:pt x="1542" y="2528"/>
                </a:cubicBezTo>
                <a:cubicBezTo>
                  <a:pt x="1619" y="2608"/>
                  <a:pt x="1673" y="2703"/>
                  <a:pt x="1700" y="2808"/>
                </a:cubicBezTo>
                <a:cubicBezTo>
                  <a:pt x="1803" y="2840"/>
                  <a:pt x="1896" y="2896"/>
                  <a:pt x="1971" y="2973"/>
                </a:cubicBezTo>
                <a:cubicBezTo>
                  <a:pt x="2048" y="3053"/>
                  <a:pt x="2101" y="3148"/>
                  <a:pt x="2129" y="3253"/>
                </a:cubicBezTo>
                <a:cubicBezTo>
                  <a:pt x="2231" y="3285"/>
                  <a:pt x="2324" y="3341"/>
                  <a:pt x="2399" y="3418"/>
                </a:cubicBezTo>
                <a:cubicBezTo>
                  <a:pt x="2484" y="3505"/>
                  <a:pt x="2540" y="3611"/>
                  <a:pt x="2566" y="3725"/>
                </a:cubicBezTo>
                <a:cubicBezTo>
                  <a:pt x="2674" y="3756"/>
                  <a:pt x="2771" y="3814"/>
                  <a:pt x="2849" y="3894"/>
                </a:cubicBezTo>
                <a:cubicBezTo>
                  <a:pt x="3002" y="4051"/>
                  <a:pt x="3056" y="4265"/>
                  <a:pt x="3023" y="4471"/>
                </a:cubicBezTo>
                <a:cubicBezTo>
                  <a:pt x="3024" y="4471"/>
                  <a:pt x="3024" y="4471"/>
                  <a:pt x="3024" y="4472"/>
                </a:cubicBezTo>
                <a:cubicBezTo>
                  <a:pt x="3027" y="4475"/>
                  <a:pt x="3119" y="4578"/>
                  <a:pt x="3177" y="4636"/>
                </a:cubicBezTo>
                <a:cubicBezTo>
                  <a:pt x="3290" y="4749"/>
                  <a:pt x="3475" y="4749"/>
                  <a:pt x="3588" y="4636"/>
                </a:cubicBezTo>
                <a:cubicBezTo>
                  <a:pt x="3700" y="4523"/>
                  <a:pt x="3701" y="4339"/>
                  <a:pt x="3588" y="4225"/>
                </a:cubicBezTo>
                <a:cubicBezTo>
                  <a:pt x="3584" y="4221"/>
                  <a:pt x="3180" y="3799"/>
                  <a:pt x="3213" y="3766"/>
                </a:cubicBezTo>
                <a:cubicBezTo>
                  <a:pt x="3245" y="3734"/>
                  <a:pt x="3759" y="4269"/>
                  <a:pt x="3769" y="4279"/>
                </a:cubicBezTo>
                <a:cubicBezTo>
                  <a:pt x="3882" y="4391"/>
                  <a:pt x="4066" y="4391"/>
                  <a:pt x="4179" y="4279"/>
                </a:cubicBezTo>
                <a:cubicBezTo>
                  <a:pt x="4292" y="4166"/>
                  <a:pt x="4292" y="3981"/>
                  <a:pt x="4179" y="3868"/>
                </a:cubicBezTo>
                <a:cubicBezTo>
                  <a:pt x="4174" y="3863"/>
                  <a:pt x="4151" y="3841"/>
                  <a:pt x="4142" y="3832"/>
                </a:cubicBezTo>
                <a:cubicBezTo>
                  <a:pt x="4142" y="3832"/>
                  <a:pt x="3632" y="3378"/>
                  <a:pt x="3671" y="3339"/>
                </a:cubicBezTo>
                <a:cubicBezTo>
                  <a:pt x="3710" y="3300"/>
                  <a:pt x="4343" y="3891"/>
                  <a:pt x="4345" y="3891"/>
                </a:cubicBezTo>
                <a:cubicBezTo>
                  <a:pt x="4458" y="3993"/>
                  <a:pt x="4634" y="3992"/>
                  <a:pt x="4743" y="3883"/>
                </a:cubicBezTo>
                <a:cubicBezTo>
                  <a:pt x="4850" y="3776"/>
                  <a:pt x="4852" y="3608"/>
                  <a:pt x="4758" y="3494"/>
                </a:cubicBezTo>
                <a:cubicBezTo>
                  <a:pt x="4756" y="3488"/>
                  <a:pt x="4275" y="2986"/>
                  <a:pt x="4312" y="2948"/>
                </a:cubicBezTo>
                <a:cubicBezTo>
                  <a:pt x="4351" y="2910"/>
                  <a:pt x="4826" y="3400"/>
                  <a:pt x="4827" y="3401"/>
                </a:cubicBezTo>
                <a:cubicBezTo>
                  <a:pt x="4940" y="3513"/>
                  <a:pt x="5124" y="3513"/>
                  <a:pt x="5238" y="3401"/>
                </a:cubicBezTo>
                <a:cubicBezTo>
                  <a:pt x="5350" y="3288"/>
                  <a:pt x="5350" y="3103"/>
                  <a:pt x="5238" y="2990"/>
                </a:cubicBezTo>
                <a:cubicBezTo>
                  <a:pt x="5236" y="2989"/>
                  <a:pt x="5234" y="2988"/>
                  <a:pt x="5233" y="2987"/>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t">
            <a:noAutofit/>
          </a:bodyPr>
          <a:lstStyle/>
          <a:p>
            <a:pPr>
              <a:buNone/>
            </a:pPr>
            <a:endParaRPr sz="1800" b="0" u="none">
              <a:solidFill>
                <a:schemeClr val="dk1"/>
              </a:solidFill>
              <a:latin typeface="微软雅黑"/>
              <a:ea typeface="微软雅黑"/>
              <a:cs typeface="微软雅黑"/>
            </a:endParaRPr>
          </a:p>
        </p:txBody>
      </p:sp>
      <p:sp>
        <p:nvSpPr>
          <p:cNvPr id="1838" name="椭圆 18"/>
          <p:cNvSpPr>
            <a:spLocks noGrp="1"/>
          </p:cNvSpPr>
          <p:nvPr>
            <p:custDataLst>
              <p:tags r:id="rId14"/>
            </p:custDataLst>
          </p:nvPr>
        </p:nvSpPr>
        <p:spPr>
          <a:xfrm>
            <a:off x="526940" y="2730240"/>
            <a:ext cx="501480" cy="501480"/>
          </a:xfrm>
          <a:prstGeom prst="ellipse">
            <a:avLst/>
          </a:prstGeom>
          <a:solidFill>
            <a:schemeClr val="accent1"/>
          </a:solidFill>
          <a:ln>
            <a:noFill/>
          </a:ln>
          <a:effectLst>
            <a:outerShdw blurRad="203040" dist="75858" dir="2700000" algn="tl" rotWithShape="0">
              <a:schemeClr val="accent1">
                <a:alpha val="34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rgbClr val="FFFFFF"/>
              </a:solidFill>
              <a:latin typeface="Arial" panose="020B0604020202090204"/>
              <a:ea typeface="Arial" panose="020B0604020202090204"/>
              <a:cs typeface="Arial" panose="020B0604020202090204"/>
            </a:endParaRPr>
          </a:p>
        </p:txBody>
      </p:sp>
      <p:sp>
        <p:nvSpPr>
          <p:cNvPr id="1839" name="search-home_86260"/>
          <p:cNvSpPr>
            <a:spLocks noGrp="1"/>
          </p:cNvSpPr>
          <p:nvPr>
            <p:custDataLst>
              <p:tags r:id="rId15"/>
            </p:custDataLst>
          </p:nvPr>
        </p:nvSpPr>
        <p:spPr>
          <a:xfrm>
            <a:off x="653660" y="2806560"/>
            <a:ext cx="240480" cy="349920"/>
          </a:xfrm>
          <a:custGeom>
            <a:avLst/>
            <a:gdLst>
              <a:gd name="textAreaLeft" fmla="*/ 0 w 240480"/>
              <a:gd name="textAreaRight" fmla="*/ 240840 w 240480"/>
              <a:gd name="textAreaTop" fmla="*/ 0 h 349920"/>
              <a:gd name="textAreaBottom" fmla="*/ 350280 h 349920"/>
              <a:gd name="GluePoint1X" fmla="*/ 142468 w 412043"/>
              <a:gd name="GluePoint1Y" fmla="*/ 396851 h 599527"/>
              <a:gd name="GluePoint2X" fmla="*/ 153964 w 412043"/>
              <a:gd name="GluePoint2Y" fmla="*/ 405753 h 599527"/>
              <a:gd name="GluePoint3X" fmla="*/ 144814 w 412043"/>
              <a:gd name="GluePoint3Y" fmla="*/ 585910 h 599527"/>
              <a:gd name="GluePoint4X" fmla="*/ 135898 w 412043"/>
              <a:gd name="GluePoint4Y" fmla="*/ 595046 h 599527"/>
              <a:gd name="GluePoint5X" fmla="*/ 15768 w 412043"/>
              <a:gd name="GluePoint5Y" fmla="*/ 599498 h 599527"/>
              <a:gd name="GluePoint6X" fmla="*/ 6383 w 412043"/>
              <a:gd name="GluePoint6Y" fmla="*/ 590127 h 599527"/>
              <a:gd name="GluePoint7X" fmla="*/ 142468 w 412043"/>
              <a:gd name="GluePoint7Y" fmla="*/ 396851 h 599527"/>
              <a:gd name="GluePoint8X" fmla="*/ 275305 w 412043"/>
              <a:gd name="GluePoint8Y" fmla="*/ 271238 h 599527"/>
              <a:gd name="GluePoint9X" fmla="*/ 222034 w 412043"/>
              <a:gd name="GluePoint9Y" fmla="*/ 284828 h 599527"/>
              <a:gd name="GluePoint10X" fmla="*/ 158437 w 412043"/>
              <a:gd name="GluePoint10Y" fmla="*/ 287640 h 599527"/>
              <a:gd name="GluePoint11X" fmla="*/ 99299 w 412043"/>
              <a:gd name="GluePoint11Y" fmla="*/ 277096 h 599527"/>
              <a:gd name="GluePoint12X" fmla="*/ 205137 w 412043"/>
              <a:gd name="GluePoint12Y" fmla="*/ 392382 h 599527"/>
              <a:gd name="GluePoint13X" fmla="*/ 312148 w 412043"/>
              <a:gd name="GluePoint13Y" fmla="*/ 309432 h 599527"/>
              <a:gd name="GluePoint14X" fmla="*/ 305108 w 412043"/>
              <a:gd name="GluePoint14Y" fmla="*/ 310604 h 599527"/>
              <a:gd name="GluePoint15X" fmla="*/ 275305 w 412043"/>
              <a:gd name="GluePoint15Y" fmla="*/ 271238 h 599527"/>
              <a:gd name="GluePoint16X" fmla="*/ 93667 w 412043"/>
              <a:gd name="GluePoint16Y" fmla="*/ 210314 h 599527"/>
              <a:gd name="GluePoint17X" fmla="*/ 93667 w 412043"/>
              <a:gd name="GluePoint17Y" fmla="*/ 212892 h 599527"/>
              <a:gd name="GluePoint18X" fmla="*/ 100003 w 412043"/>
              <a:gd name="GluePoint18Y" fmla="*/ 213595 h 599527"/>
              <a:gd name="GluePoint19X" fmla="*/ 93667 w 412043"/>
              <a:gd name="GluePoint19Y" fmla="*/ 210314 h 599527"/>
              <a:gd name="GluePoint20X" fmla="*/ 80202 w 412043"/>
              <a:gd name="GluePoint20Y" fmla="*/ 186355 h 599527"/>
              <a:gd name="GluePoint21X" fmla="*/ 89443 w 412043"/>
              <a:gd name="GluePoint21Y" fmla="*/ 186413 h 599527"/>
              <a:gd name="GluePoint22X" fmla="*/ 269203 w 412043"/>
              <a:gd name="GluePoint22Y" fmla="*/ 193209 h 599527"/>
              <a:gd name="GluePoint23X" fmla="*/ 279059 w 412043"/>
              <a:gd name="GluePoint23Y" fmla="*/ 193209 h 599527"/>
              <a:gd name="GluePoint24X" fmla="*/ 284222 w 412043"/>
              <a:gd name="GluePoint24Y" fmla="*/ 197661 h 599527"/>
              <a:gd name="GluePoint25X" fmla="*/ 288681 w 412043"/>
              <a:gd name="GluePoint25Y" fmla="*/ 255304 h 599527"/>
              <a:gd name="GluePoint26X" fmla="*/ 312383 w 412043"/>
              <a:gd name="GluePoint26Y" fmla="*/ 289280 h 599527"/>
              <a:gd name="GluePoint27X" fmla="*/ 314965 w 412043"/>
              <a:gd name="GluePoint27Y" fmla="*/ 201175 h 599527"/>
              <a:gd name="GluePoint28X" fmla="*/ 330688 w 412043"/>
              <a:gd name="GluePoint28Y" fmla="*/ 199067 h 599527"/>
              <a:gd name="GluePoint29X" fmla="*/ 260051 w 412043"/>
              <a:gd name="GluePoint29Y" fmla="*/ 401287 h 599527"/>
              <a:gd name="GluePoint30X" fmla="*/ 263102 w 412043"/>
              <a:gd name="GluePoint30Y" fmla="*/ 401990 h 599527"/>
              <a:gd name="GluePoint31X" fmla="*/ 401325 w 412043"/>
              <a:gd name="GluePoint31Y" fmla="*/ 590150 h 599527"/>
              <a:gd name="GluePoint32X" fmla="*/ 389591 w 412043"/>
              <a:gd name="GluePoint32Y" fmla="*/ 599289 h 599527"/>
              <a:gd name="GluePoint33X" fmla="*/ 262867 w 412043"/>
              <a:gd name="GluePoint33Y" fmla="*/ 595071 h 599527"/>
              <a:gd name="GluePoint34X" fmla="*/ 253480 w 412043"/>
              <a:gd name="GluePoint34Y" fmla="*/ 585698 h 599527"/>
              <a:gd name="GluePoint35X" fmla="*/ 247144 w 412043"/>
              <a:gd name="GluePoint35Y" fmla="*/ 414643 h 599527"/>
              <a:gd name="GluePoint36X" fmla="*/ 248786 w 412043"/>
              <a:gd name="GluePoint36Y" fmla="*/ 410660 h 599527"/>
              <a:gd name="GluePoint37X" fmla="*/ 251603 w 412043"/>
              <a:gd name="GluePoint37Y" fmla="*/ 404802 h 599527"/>
              <a:gd name="GluePoint38X" fmla="*/ 205137 w 412043"/>
              <a:gd name="GluePoint38Y" fmla="*/ 410894 h 599527"/>
              <a:gd name="GluePoint39X" fmla="*/ 75362 w 412043"/>
              <a:gd name="GluePoint39Y" fmla="*/ 194380 h 599527"/>
              <a:gd name="GluePoint40X" fmla="*/ 80202 w 412043"/>
              <a:gd name="GluePoint40Y" fmla="*/ 186355 h 599527"/>
              <a:gd name="GluePoint41X" fmla="*/ 204675 w 412043"/>
              <a:gd name="GluePoint41Y" fmla="*/ 1071 h 599527"/>
              <a:gd name="GluePoint42X" fmla="*/ 297143 w 412043"/>
              <a:gd name="GluePoint42Y" fmla="*/ 36212 h 599527"/>
              <a:gd name="GluePoint43X" fmla="*/ 407917 w 412043"/>
              <a:gd name="GluePoint43Y" fmla="*/ 88689 h 599527"/>
              <a:gd name="GluePoint44X" fmla="*/ 405335 w 412043"/>
              <a:gd name="GluePoint44Y" fmla="*/ 105790 h 599527"/>
              <a:gd name="GluePoint45X" fmla="*/ 367785 w 412043"/>
              <a:gd name="GluePoint45Y" fmla="*/ 126172 h 599527"/>
              <a:gd name="GluePoint46X" fmla="*/ 313102 w 412043"/>
              <a:gd name="GluePoint46Y" fmla="*/ 136948 h 599527"/>
              <a:gd name="GluePoint47X" fmla="*/ 200216 w 412043"/>
              <a:gd name="GluePoint47Y" fmla="*/ 93608 h 599527"/>
              <a:gd name="GluePoint48X" fmla="*/ 282123 w 412043"/>
              <a:gd name="GluePoint48Y" fmla="*/ 147256 h 599527"/>
              <a:gd name="GluePoint49X" fmla="*/ 285643 w 412043"/>
              <a:gd name="GluePoint49Y" fmla="*/ 153347 h 599527"/>
              <a:gd name="GluePoint50X" fmla="*/ 285174 w 412043"/>
              <a:gd name="GluePoint50Y" fmla="*/ 165530 h 599527"/>
              <a:gd name="GluePoint51X" fmla="*/ 172757 w 412043"/>
              <a:gd name="GluePoint51Y" fmla="*/ 198328 h 599527"/>
              <a:gd name="GluePoint52X" fmla="*/ 8474 w 412043"/>
              <a:gd name="GluePoint52Y" fmla="*/ 110242 h 599527"/>
              <a:gd name="GluePoint53X" fmla="*/ 3310 w 412043"/>
              <a:gd name="GluePoint53Y" fmla="*/ 97122 h 599527"/>
              <a:gd name="GluePoint54X" fmla="*/ 113146 w 412043"/>
              <a:gd name="GluePoint54Y" fmla="*/ 45114 h 599527"/>
              <a:gd name="GluePoint55X" fmla="*/ 204675 w 412043"/>
              <a:gd name="GluePoint55Y" fmla="*/ 1071 h 599527"/>
            </a:gdLst>
            <a:ahLst/>
            <a:cxnLst/>
            <a:rect l="textAreaLeft" t="textAreaTop" r="textAreaRight" b="textAreaBottom"/>
            <a:pathLst>
              <a:path w="412043" h="599527">
                <a:moveTo>
                  <a:pt x="142468" y="396851"/>
                </a:moveTo>
                <a:cubicBezTo>
                  <a:pt x="148333" y="395679"/>
                  <a:pt x="153730" y="399662"/>
                  <a:pt x="153964" y="405753"/>
                </a:cubicBezTo>
                <a:cubicBezTo>
                  <a:pt x="156545" y="464556"/>
                  <a:pt x="165461" y="529215"/>
                  <a:pt x="144814" y="585910"/>
                </a:cubicBezTo>
                <a:cubicBezTo>
                  <a:pt x="145048" y="590595"/>
                  <a:pt x="142233" y="595515"/>
                  <a:pt x="135898" y="595046"/>
                </a:cubicBezTo>
                <a:cubicBezTo>
                  <a:pt x="95776" y="591532"/>
                  <a:pt x="55889" y="595046"/>
                  <a:pt x="15768" y="599498"/>
                </a:cubicBezTo>
                <a:cubicBezTo>
                  <a:pt x="10606" y="599966"/>
                  <a:pt x="6383" y="594812"/>
                  <a:pt x="6383" y="590127"/>
                </a:cubicBezTo>
                <a:cubicBezTo>
                  <a:pt x="5913" y="512348"/>
                  <a:pt x="62224" y="414655"/>
                  <a:pt x="142468" y="396851"/>
                </a:cubicBezTo>
                <a:close/>
                <a:moveTo>
                  <a:pt x="275305" y="271238"/>
                </a:moveTo>
                <a:cubicBezTo>
                  <a:pt x="260285" y="280845"/>
                  <a:pt x="239165" y="282251"/>
                  <a:pt x="222034" y="284828"/>
                </a:cubicBezTo>
                <a:cubicBezTo>
                  <a:pt x="201148" y="287875"/>
                  <a:pt x="179557" y="289280"/>
                  <a:pt x="158437" y="287640"/>
                </a:cubicBezTo>
                <a:cubicBezTo>
                  <a:pt x="143887" y="286469"/>
                  <a:pt x="116899" y="285531"/>
                  <a:pt x="99299" y="277096"/>
                </a:cubicBezTo>
                <a:cubicBezTo>
                  <a:pt x="110329" y="336145"/>
                  <a:pt x="139663" y="391679"/>
                  <a:pt x="205137" y="392382"/>
                </a:cubicBezTo>
                <a:cubicBezTo>
                  <a:pt x="262163" y="392851"/>
                  <a:pt x="296895" y="356062"/>
                  <a:pt x="312148" y="309432"/>
                </a:cubicBezTo>
                <a:cubicBezTo>
                  <a:pt x="310036" y="310135"/>
                  <a:pt x="307690" y="310604"/>
                  <a:pt x="305108" y="310604"/>
                </a:cubicBezTo>
                <a:cubicBezTo>
                  <a:pt x="287977" y="310604"/>
                  <a:pt x="279294" y="293030"/>
                  <a:pt x="275305" y="271238"/>
                </a:cubicBezTo>
                <a:close/>
                <a:moveTo>
                  <a:pt x="93667" y="210314"/>
                </a:moveTo>
                <a:cubicBezTo>
                  <a:pt x="93667" y="211251"/>
                  <a:pt x="93667" y="212189"/>
                  <a:pt x="93667" y="212892"/>
                </a:cubicBezTo>
                <a:cubicBezTo>
                  <a:pt x="95779" y="213126"/>
                  <a:pt x="97891" y="213360"/>
                  <a:pt x="100003" y="213595"/>
                </a:cubicBezTo>
                <a:cubicBezTo>
                  <a:pt x="97891" y="212423"/>
                  <a:pt x="95779" y="211486"/>
                  <a:pt x="93667" y="210314"/>
                </a:cubicBezTo>
                <a:close/>
                <a:moveTo>
                  <a:pt x="80202" y="186355"/>
                </a:moveTo>
                <a:cubicBezTo>
                  <a:pt x="82872" y="184714"/>
                  <a:pt x="86275" y="184422"/>
                  <a:pt x="89443" y="186413"/>
                </a:cubicBezTo>
                <a:cubicBezTo>
                  <a:pt x="144356" y="220156"/>
                  <a:pt x="213820" y="232340"/>
                  <a:pt x="269203" y="193209"/>
                </a:cubicBezTo>
                <a:cubicBezTo>
                  <a:pt x="272958" y="190397"/>
                  <a:pt x="276713" y="191100"/>
                  <a:pt x="279059" y="193209"/>
                </a:cubicBezTo>
                <a:cubicBezTo>
                  <a:pt x="281641" y="192271"/>
                  <a:pt x="284692" y="194380"/>
                  <a:pt x="284222" y="197661"/>
                </a:cubicBezTo>
                <a:cubicBezTo>
                  <a:pt x="281876" y="216172"/>
                  <a:pt x="285630" y="237261"/>
                  <a:pt x="288681" y="255304"/>
                </a:cubicBezTo>
                <a:cubicBezTo>
                  <a:pt x="289620" y="261162"/>
                  <a:pt x="304404" y="314587"/>
                  <a:pt x="312383" y="289280"/>
                </a:cubicBezTo>
                <a:cubicBezTo>
                  <a:pt x="321301" y="261162"/>
                  <a:pt x="315434" y="229997"/>
                  <a:pt x="314965" y="201175"/>
                </a:cubicBezTo>
                <a:cubicBezTo>
                  <a:pt x="314730" y="192037"/>
                  <a:pt x="328341" y="190397"/>
                  <a:pt x="330688" y="199067"/>
                </a:cubicBezTo>
                <a:cubicBezTo>
                  <a:pt x="349227" y="270300"/>
                  <a:pt x="328576" y="369887"/>
                  <a:pt x="260051" y="401287"/>
                </a:cubicBezTo>
                <a:cubicBezTo>
                  <a:pt x="261224" y="401287"/>
                  <a:pt x="262163" y="401521"/>
                  <a:pt x="263102" y="401990"/>
                </a:cubicBezTo>
                <a:cubicBezTo>
                  <a:pt x="332330" y="431983"/>
                  <a:pt x="406018" y="510481"/>
                  <a:pt x="401325" y="590150"/>
                </a:cubicBezTo>
                <a:cubicBezTo>
                  <a:pt x="401090" y="596711"/>
                  <a:pt x="395693" y="600226"/>
                  <a:pt x="389591" y="599289"/>
                </a:cubicBezTo>
                <a:cubicBezTo>
                  <a:pt x="347584" y="591790"/>
                  <a:pt x="305108" y="600460"/>
                  <a:pt x="262867" y="595071"/>
                </a:cubicBezTo>
                <a:cubicBezTo>
                  <a:pt x="257704" y="594368"/>
                  <a:pt x="253480" y="591322"/>
                  <a:pt x="253480" y="585698"/>
                </a:cubicBezTo>
                <a:cubicBezTo>
                  <a:pt x="252776" y="529226"/>
                  <a:pt x="239634" y="471115"/>
                  <a:pt x="247144" y="414643"/>
                </a:cubicBezTo>
                <a:cubicBezTo>
                  <a:pt x="247378" y="413003"/>
                  <a:pt x="248082" y="411831"/>
                  <a:pt x="248786" y="410660"/>
                </a:cubicBezTo>
                <a:cubicBezTo>
                  <a:pt x="249021" y="408551"/>
                  <a:pt x="249960" y="406442"/>
                  <a:pt x="251603" y="404802"/>
                </a:cubicBezTo>
                <a:cubicBezTo>
                  <a:pt x="237757" y="409722"/>
                  <a:pt x="222268" y="411831"/>
                  <a:pt x="205137" y="410894"/>
                </a:cubicBezTo>
                <a:cubicBezTo>
                  <a:pt x="96248" y="404802"/>
                  <a:pt x="70903" y="284360"/>
                  <a:pt x="75362" y="194380"/>
                </a:cubicBezTo>
                <a:cubicBezTo>
                  <a:pt x="75597" y="190983"/>
                  <a:pt x="77533" y="187995"/>
                  <a:pt x="80202" y="186355"/>
                </a:cubicBezTo>
                <a:close/>
                <a:moveTo>
                  <a:pt x="204675" y="1071"/>
                </a:moveTo>
                <a:cubicBezTo>
                  <a:pt x="234481" y="-6191"/>
                  <a:pt x="272031" y="25435"/>
                  <a:pt x="297143" y="36212"/>
                </a:cubicBezTo>
                <a:cubicBezTo>
                  <a:pt x="334459" y="52142"/>
                  <a:pt x="374121" y="65730"/>
                  <a:pt x="407917" y="88689"/>
                </a:cubicBezTo>
                <a:cubicBezTo>
                  <a:pt x="415192" y="93843"/>
                  <a:pt x="411907" y="104150"/>
                  <a:pt x="405335" y="105790"/>
                </a:cubicBezTo>
                <a:cubicBezTo>
                  <a:pt x="398295" y="117035"/>
                  <a:pt x="379519" y="122189"/>
                  <a:pt x="367785" y="126172"/>
                </a:cubicBezTo>
                <a:cubicBezTo>
                  <a:pt x="351122" y="132029"/>
                  <a:pt x="331173" y="139291"/>
                  <a:pt x="313102" y="136948"/>
                </a:cubicBezTo>
                <a:cubicBezTo>
                  <a:pt x="271562" y="131092"/>
                  <a:pt x="243164" y="83769"/>
                  <a:pt x="200216" y="93608"/>
                </a:cubicBezTo>
                <a:cubicBezTo>
                  <a:pt x="211481" y="122658"/>
                  <a:pt x="255368" y="139760"/>
                  <a:pt x="282123" y="147256"/>
                </a:cubicBezTo>
                <a:cubicBezTo>
                  <a:pt x="285174" y="148193"/>
                  <a:pt x="286113" y="150770"/>
                  <a:pt x="285643" y="153347"/>
                </a:cubicBezTo>
                <a:cubicBezTo>
                  <a:pt x="288459" y="156627"/>
                  <a:pt x="289398" y="161547"/>
                  <a:pt x="285174" y="165530"/>
                </a:cubicBezTo>
                <a:cubicBezTo>
                  <a:pt x="254899" y="193408"/>
                  <a:pt x="213358" y="214961"/>
                  <a:pt x="172757" y="198328"/>
                </a:cubicBezTo>
                <a:cubicBezTo>
                  <a:pt x="115493" y="174666"/>
                  <a:pt x="65738" y="134840"/>
                  <a:pt x="8474" y="110242"/>
                </a:cubicBezTo>
                <a:cubicBezTo>
                  <a:pt x="728" y="112584"/>
                  <a:pt x="-3261" y="101339"/>
                  <a:pt x="3310" y="97122"/>
                </a:cubicBezTo>
                <a:cubicBezTo>
                  <a:pt x="37341" y="75569"/>
                  <a:pt x="76769" y="61982"/>
                  <a:pt x="113146" y="45114"/>
                </a:cubicBezTo>
                <a:cubicBezTo>
                  <a:pt x="142482" y="31526"/>
                  <a:pt x="173226" y="8568"/>
                  <a:pt x="204675" y="1071"/>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t">
            <a:noAutofit/>
          </a:bodyPr>
          <a:lstStyle/>
          <a:p>
            <a:pPr>
              <a:buNone/>
            </a:pPr>
            <a:endParaRPr sz="1800" b="0" u="none">
              <a:solidFill>
                <a:schemeClr val="dk1"/>
              </a:solidFill>
              <a:latin typeface="微软雅黑"/>
              <a:ea typeface="微软雅黑"/>
              <a:cs typeface="微软雅黑"/>
            </a:endParaRPr>
          </a:p>
        </p:txBody>
      </p:sp>
      <p:sp>
        <p:nvSpPr>
          <p:cNvPr id="1840" name="椭圆 20"/>
          <p:cNvSpPr>
            <a:spLocks noGrp="1"/>
          </p:cNvSpPr>
          <p:nvPr>
            <p:custDataLst>
              <p:tags r:id="rId16"/>
            </p:custDataLst>
          </p:nvPr>
        </p:nvSpPr>
        <p:spPr>
          <a:xfrm>
            <a:off x="526940" y="5487120"/>
            <a:ext cx="501480" cy="501480"/>
          </a:xfrm>
          <a:prstGeom prst="ellipse">
            <a:avLst/>
          </a:prstGeom>
          <a:solidFill>
            <a:schemeClr val="accent1"/>
          </a:solidFill>
          <a:ln>
            <a:noFill/>
          </a:ln>
          <a:effectLst>
            <a:outerShdw blurRad="203040" dist="75858" dir="2700000" algn="tl" rotWithShape="0">
              <a:schemeClr val="accent1">
                <a:alpha val="34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buNone/>
            </a:pPr>
            <a:endParaRPr sz="1800" b="0" u="none">
              <a:solidFill>
                <a:srgbClr val="FFFFFF"/>
              </a:solidFill>
              <a:latin typeface="Arial" panose="020B0604020202090204"/>
              <a:ea typeface="Arial" panose="020B0604020202090204"/>
              <a:cs typeface="Arial" panose="020B0604020202090204"/>
            </a:endParaRPr>
          </a:p>
        </p:txBody>
      </p:sp>
      <p:sp>
        <p:nvSpPr>
          <p:cNvPr id="1841" name="search-home_86260"/>
          <p:cNvSpPr>
            <a:spLocks noGrp="1"/>
          </p:cNvSpPr>
          <p:nvPr>
            <p:custDataLst>
              <p:tags r:id="rId17"/>
            </p:custDataLst>
          </p:nvPr>
        </p:nvSpPr>
        <p:spPr>
          <a:xfrm>
            <a:off x="600380" y="5571000"/>
            <a:ext cx="360000" cy="359280"/>
          </a:xfrm>
          <a:custGeom>
            <a:avLst/>
            <a:gdLst>
              <a:gd name="textAreaLeft" fmla="*/ 0 w 360000"/>
              <a:gd name="textAreaRight" fmla="*/ 360360 w 360000"/>
              <a:gd name="textAreaTop" fmla="*/ 0 h 359280"/>
              <a:gd name="textAreaBottom" fmla="*/ 359640 h 359280"/>
              <a:gd name="GluePoint1X" fmla="*/ 3880 w 3987"/>
              <a:gd name="GluePoint1Y" fmla="*/ 1893 h 3987"/>
              <a:gd name="GluePoint2X" fmla="*/ 3535 w 3987"/>
              <a:gd name="GluePoint2Y" fmla="*/ 1893 h 3987"/>
              <a:gd name="GluePoint3X" fmla="*/ 2102 w 3987"/>
              <a:gd name="GluePoint3Y" fmla="*/ 453 h 3987"/>
              <a:gd name="GluePoint4X" fmla="*/ 2102 w 3987"/>
              <a:gd name="GluePoint4Y" fmla="*/ 107 h 3987"/>
              <a:gd name="GluePoint5X" fmla="*/ 1996 w 3987"/>
              <a:gd name="GluePoint5Y" fmla="*/ 0 h 3987"/>
              <a:gd name="GluePoint6X" fmla="*/ 1889 w 3987"/>
              <a:gd name="GluePoint6Y" fmla="*/ 107 h 3987"/>
              <a:gd name="GluePoint7X" fmla="*/ 1889 w 3987"/>
              <a:gd name="GluePoint7Y" fmla="*/ 453 h 3987"/>
              <a:gd name="GluePoint8X" fmla="*/ 465 w 3987"/>
              <a:gd name="GluePoint8Y" fmla="*/ 1893 h 3987"/>
              <a:gd name="GluePoint9X" fmla="*/ 107 w 3987"/>
              <a:gd name="GluePoint9Y" fmla="*/ 1893 h 3987"/>
              <a:gd name="GluePoint10X" fmla="*/ 0 w 3987"/>
              <a:gd name="GluePoint10Y" fmla="*/ 2000 h 3987"/>
              <a:gd name="GluePoint11X" fmla="*/ 107 w 3987"/>
              <a:gd name="GluePoint11Y" fmla="*/ 2107 h 3987"/>
              <a:gd name="GluePoint12X" fmla="*/ 467 w 3987"/>
              <a:gd name="GluePoint12Y" fmla="*/ 2107 h 3987"/>
              <a:gd name="GluePoint13X" fmla="*/ 1889 w 3987"/>
              <a:gd name="GluePoint13Y" fmla="*/ 3521 h 3987"/>
              <a:gd name="GluePoint14X" fmla="*/ 1889 w 3987"/>
              <a:gd name="GluePoint14Y" fmla="*/ 3880 h 3987"/>
              <a:gd name="GluePoint15X" fmla="*/ 1996 w 3987"/>
              <a:gd name="GluePoint15Y" fmla="*/ 3987 h 3987"/>
              <a:gd name="GluePoint16X" fmla="*/ 2102 w 3987"/>
              <a:gd name="GluePoint16Y" fmla="*/ 3880 h 3987"/>
              <a:gd name="GluePoint17X" fmla="*/ 2102 w 3987"/>
              <a:gd name="GluePoint17Y" fmla="*/ 3521 h 3987"/>
              <a:gd name="GluePoint18X" fmla="*/ 3533 w 3987"/>
              <a:gd name="GluePoint18Y" fmla="*/ 2107 h 3987"/>
              <a:gd name="GluePoint19X" fmla="*/ 3880 w 3987"/>
              <a:gd name="GluePoint19Y" fmla="*/ 2107 h 3987"/>
              <a:gd name="GluePoint20X" fmla="*/ 3987 w 3987"/>
              <a:gd name="GluePoint20Y" fmla="*/ 2000 h 3987"/>
              <a:gd name="GluePoint21X" fmla="*/ 3880 w 3987"/>
              <a:gd name="GluePoint21Y" fmla="*/ 1893 h 3987"/>
              <a:gd name="GluePoint22X" fmla="*/ 3321 w 3987"/>
              <a:gd name="GluePoint22Y" fmla="*/ 1893 h 3987"/>
              <a:gd name="GluePoint23X" fmla="*/ 3095 w 3987"/>
              <a:gd name="GluePoint23Y" fmla="*/ 1893 h 3987"/>
              <a:gd name="GluePoint24X" fmla="*/ 2102 w 3987"/>
              <a:gd name="GluePoint24Y" fmla="*/ 893 h 3987"/>
              <a:gd name="GluePoint25X" fmla="*/ 2102 w 3987"/>
              <a:gd name="GluePoint25Y" fmla="*/ 667 h 3987"/>
              <a:gd name="GluePoint26X" fmla="*/ 3321 w 3987"/>
              <a:gd name="GluePoint26Y" fmla="*/ 1893 h 3987"/>
              <a:gd name="GluePoint27X" fmla="*/ 1889 w 3987"/>
              <a:gd name="GluePoint27Y" fmla="*/ 1893 h 3987"/>
              <a:gd name="GluePoint28X" fmla="*/ 1560 w 3987"/>
              <a:gd name="GluePoint28Y" fmla="*/ 1893 h 3987"/>
              <a:gd name="GluePoint29X" fmla="*/ 1889 w 3987"/>
              <a:gd name="GluePoint29Y" fmla="*/ 1550 h 3987"/>
              <a:gd name="GluePoint30X" fmla="*/ 1889 w 3987"/>
              <a:gd name="GluePoint30Y" fmla="*/ 1893 h 3987"/>
              <a:gd name="GluePoint31X" fmla="*/ 1889 w 3987"/>
              <a:gd name="GluePoint31Y" fmla="*/ 2107 h 3987"/>
              <a:gd name="GluePoint32X" fmla="*/ 1889 w 3987"/>
              <a:gd name="GluePoint32Y" fmla="*/ 2424 h 3987"/>
              <a:gd name="GluePoint33X" fmla="*/ 1566 w 3987"/>
              <a:gd name="GluePoint33Y" fmla="*/ 2107 h 3987"/>
              <a:gd name="GluePoint34X" fmla="*/ 1889 w 3987"/>
              <a:gd name="GluePoint34Y" fmla="*/ 2107 h 3987"/>
              <a:gd name="GluePoint35X" fmla="*/ 2102 w 3987"/>
              <a:gd name="GluePoint35Y" fmla="*/ 2107 h 3987"/>
              <a:gd name="GluePoint36X" fmla="*/ 2434 w 3987"/>
              <a:gd name="GluePoint36Y" fmla="*/ 2107 h 3987"/>
              <a:gd name="GluePoint37X" fmla="*/ 2102 w 3987"/>
              <a:gd name="GluePoint37Y" fmla="*/ 2424 h 3987"/>
              <a:gd name="GluePoint38X" fmla="*/ 2102 w 3987"/>
              <a:gd name="GluePoint38Y" fmla="*/ 2107 h 3987"/>
              <a:gd name="GluePoint39X" fmla="*/ 2102 w 3987"/>
              <a:gd name="GluePoint39Y" fmla="*/ 1893 h 3987"/>
              <a:gd name="GluePoint40X" fmla="*/ 2102 w 3987"/>
              <a:gd name="GluePoint40Y" fmla="*/ 1550 h 3987"/>
              <a:gd name="GluePoint41X" fmla="*/ 2440 w 3987"/>
              <a:gd name="GluePoint41Y" fmla="*/ 1893 h 3987"/>
              <a:gd name="GluePoint42X" fmla="*/ 2102 w 3987"/>
              <a:gd name="GluePoint42Y" fmla="*/ 1893 h 3987"/>
              <a:gd name="GluePoint43X" fmla="*/ 1889 w 3987"/>
              <a:gd name="GluePoint43Y" fmla="*/ 667 h 3987"/>
              <a:gd name="GluePoint44X" fmla="*/ 1889 w 3987"/>
              <a:gd name="GluePoint44Y" fmla="*/ 893 h 3987"/>
              <a:gd name="GluePoint45X" fmla="*/ 905 w 3987"/>
              <a:gd name="GluePoint45Y" fmla="*/ 1893 h 3987"/>
              <a:gd name="GluePoint46X" fmla="*/ 679 w 3987"/>
              <a:gd name="GluePoint46Y" fmla="*/ 1893 h 3987"/>
              <a:gd name="GluePoint47X" fmla="*/ 1889 w 3987"/>
              <a:gd name="GluePoint47Y" fmla="*/ 667 h 3987"/>
              <a:gd name="GluePoint48X" fmla="*/ 681 w 3987"/>
              <a:gd name="GluePoint48Y" fmla="*/ 2107 h 3987"/>
              <a:gd name="GluePoint49X" fmla="*/ 908 w 3987"/>
              <a:gd name="GluePoint49Y" fmla="*/ 2107 h 3987"/>
              <a:gd name="GluePoint50X" fmla="*/ 1889 w 3987"/>
              <a:gd name="GluePoint50Y" fmla="*/ 3080 h 3987"/>
              <a:gd name="GluePoint51X" fmla="*/ 1889 w 3987"/>
              <a:gd name="GluePoint51Y" fmla="*/ 3307 h 3987"/>
              <a:gd name="GluePoint52X" fmla="*/ 681 w 3987"/>
              <a:gd name="GluePoint52Y" fmla="*/ 2107 h 3987"/>
              <a:gd name="GluePoint53X" fmla="*/ 2102 w 3987"/>
              <a:gd name="GluePoint53Y" fmla="*/ 3307 h 3987"/>
              <a:gd name="GluePoint54X" fmla="*/ 2102 w 3987"/>
              <a:gd name="GluePoint54Y" fmla="*/ 3080 h 3987"/>
              <a:gd name="GluePoint55X" fmla="*/ 3092 w 3987"/>
              <a:gd name="GluePoint55Y" fmla="*/ 2107 h 3987"/>
              <a:gd name="GluePoint56X" fmla="*/ 3319 w 3987"/>
              <a:gd name="GluePoint56Y" fmla="*/ 2107 h 3987"/>
              <a:gd name="GluePoint57X" fmla="*/ 2102 w 3987"/>
              <a:gd name="GluePoint57Y" fmla="*/ 3307 h 3987"/>
            </a:gdLst>
            <a:ahLst/>
            <a:cxnLst/>
            <a:rect l="textAreaLeft" t="textAreaTop" r="textAreaRight" b="textAreaBottom"/>
            <a:pathLst>
              <a:path w="3987" h="3987">
                <a:moveTo>
                  <a:pt x="3880" y="1893"/>
                </a:moveTo>
                <a:lnTo>
                  <a:pt x="3535" y="1893"/>
                </a:lnTo>
                <a:cubicBezTo>
                  <a:pt x="3489" y="1124"/>
                  <a:pt x="2876" y="506"/>
                  <a:pt x="2102" y="453"/>
                </a:cubicBezTo>
                <a:lnTo>
                  <a:pt x="2102" y="107"/>
                </a:lnTo>
                <a:cubicBezTo>
                  <a:pt x="2102" y="48"/>
                  <a:pt x="2054" y="0"/>
                  <a:pt x="1996" y="0"/>
                </a:cubicBezTo>
                <a:cubicBezTo>
                  <a:pt x="1937" y="0"/>
                  <a:pt x="1889" y="48"/>
                  <a:pt x="1889" y="107"/>
                </a:cubicBezTo>
                <a:lnTo>
                  <a:pt x="1889" y="453"/>
                </a:lnTo>
                <a:cubicBezTo>
                  <a:pt x="1129" y="506"/>
                  <a:pt x="511" y="1124"/>
                  <a:pt x="465" y="1893"/>
                </a:cubicBezTo>
                <a:lnTo>
                  <a:pt x="107" y="1893"/>
                </a:lnTo>
                <a:cubicBezTo>
                  <a:pt x="48" y="1893"/>
                  <a:pt x="0" y="1941"/>
                  <a:pt x="0" y="2000"/>
                </a:cubicBezTo>
                <a:cubicBezTo>
                  <a:pt x="0" y="2059"/>
                  <a:pt x="48" y="2107"/>
                  <a:pt x="107" y="2107"/>
                </a:cubicBezTo>
                <a:lnTo>
                  <a:pt x="467" y="2107"/>
                </a:lnTo>
                <a:cubicBezTo>
                  <a:pt x="526" y="2864"/>
                  <a:pt x="1129" y="3468"/>
                  <a:pt x="1889" y="3521"/>
                </a:cubicBezTo>
                <a:lnTo>
                  <a:pt x="1889" y="3880"/>
                </a:lnTo>
                <a:cubicBezTo>
                  <a:pt x="1889" y="3939"/>
                  <a:pt x="1937" y="3987"/>
                  <a:pt x="1996" y="3987"/>
                </a:cubicBezTo>
                <a:cubicBezTo>
                  <a:pt x="2054" y="3987"/>
                  <a:pt x="2102" y="3939"/>
                  <a:pt x="2102" y="3880"/>
                </a:cubicBezTo>
                <a:lnTo>
                  <a:pt x="2102" y="3521"/>
                </a:lnTo>
                <a:cubicBezTo>
                  <a:pt x="2862" y="3468"/>
                  <a:pt x="3474" y="2864"/>
                  <a:pt x="3533" y="2107"/>
                </a:cubicBezTo>
                <a:lnTo>
                  <a:pt x="3880" y="2107"/>
                </a:lnTo>
                <a:cubicBezTo>
                  <a:pt x="3939" y="2107"/>
                  <a:pt x="3987" y="2059"/>
                  <a:pt x="3987" y="2000"/>
                </a:cubicBezTo>
                <a:cubicBezTo>
                  <a:pt x="3987" y="1941"/>
                  <a:pt x="3939" y="1893"/>
                  <a:pt x="3880" y="1893"/>
                </a:cubicBezTo>
                <a:close/>
                <a:moveTo>
                  <a:pt x="3321" y="1893"/>
                </a:moveTo>
                <a:lnTo>
                  <a:pt x="3095" y="1893"/>
                </a:lnTo>
                <a:cubicBezTo>
                  <a:pt x="3050" y="1366"/>
                  <a:pt x="2636" y="944"/>
                  <a:pt x="2102" y="893"/>
                </a:cubicBezTo>
                <a:lnTo>
                  <a:pt x="2102" y="667"/>
                </a:lnTo>
                <a:cubicBezTo>
                  <a:pt x="2756" y="719"/>
                  <a:pt x="3276" y="1242"/>
                  <a:pt x="3321" y="1893"/>
                </a:cubicBezTo>
                <a:close/>
                <a:moveTo>
                  <a:pt x="1889" y="1893"/>
                </a:moveTo>
                <a:lnTo>
                  <a:pt x="1560" y="1893"/>
                </a:lnTo>
                <a:cubicBezTo>
                  <a:pt x="1596" y="1724"/>
                  <a:pt x="1729" y="1590"/>
                  <a:pt x="1889" y="1550"/>
                </a:cubicBezTo>
                <a:lnTo>
                  <a:pt x="1889" y="1893"/>
                </a:lnTo>
                <a:close/>
                <a:moveTo>
                  <a:pt x="1889" y="2107"/>
                </a:moveTo>
                <a:lnTo>
                  <a:pt x="1889" y="2424"/>
                </a:lnTo>
                <a:cubicBezTo>
                  <a:pt x="1729" y="2385"/>
                  <a:pt x="1610" y="2263"/>
                  <a:pt x="1566" y="2107"/>
                </a:cubicBezTo>
                <a:lnTo>
                  <a:pt x="1889" y="2107"/>
                </a:lnTo>
                <a:close/>
                <a:moveTo>
                  <a:pt x="2102" y="2107"/>
                </a:moveTo>
                <a:lnTo>
                  <a:pt x="2434" y="2107"/>
                </a:lnTo>
                <a:cubicBezTo>
                  <a:pt x="2390" y="2263"/>
                  <a:pt x="2262" y="2385"/>
                  <a:pt x="2102" y="2424"/>
                </a:cubicBezTo>
                <a:lnTo>
                  <a:pt x="2102" y="2107"/>
                </a:lnTo>
                <a:close/>
                <a:moveTo>
                  <a:pt x="2102" y="1893"/>
                </a:moveTo>
                <a:lnTo>
                  <a:pt x="2102" y="1550"/>
                </a:lnTo>
                <a:cubicBezTo>
                  <a:pt x="2276" y="1590"/>
                  <a:pt x="2404" y="1724"/>
                  <a:pt x="2440" y="1893"/>
                </a:cubicBezTo>
                <a:lnTo>
                  <a:pt x="2102" y="1893"/>
                </a:lnTo>
                <a:close/>
                <a:moveTo>
                  <a:pt x="1889" y="667"/>
                </a:moveTo>
                <a:lnTo>
                  <a:pt x="1889" y="893"/>
                </a:lnTo>
                <a:cubicBezTo>
                  <a:pt x="1369" y="944"/>
                  <a:pt x="950" y="1366"/>
                  <a:pt x="905" y="1893"/>
                </a:cubicBezTo>
                <a:lnTo>
                  <a:pt x="679" y="1893"/>
                </a:lnTo>
                <a:cubicBezTo>
                  <a:pt x="724" y="1242"/>
                  <a:pt x="1249" y="719"/>
                  <a:pt x="1889" y="667"/>
                </a:cubicBezTo>
                <a:close/>
                <a:moveTo>
                  <a:pt x="681" y="2107"/>
                </a:moveTo>
                <a:lnTo>
                  <a:pt x="908" y="2107"/>
                </a:lnTo>
                <a:cubicBezTo>
                  <a:pt x="964" y="2621"/>
                  <a:pt x="1382" y="3030"/>
                  <a:pt x="1889" y="3080"/>
                </a:cubicBezTo>
                <a:lnTo>
                  <a:pt x="1889" y="3307"/>
                </a:lnTo>
                <a:cubicBezTo>
                  <a:pt x="1249" y="3255"/>
                  <a:pt x="739" y="2746"/>
                  <a:pt x="681" y="2107"/>
                </a:cubicBezTo>
                <a:close/>
                <a:moveTo>
                  <a:pt x="2102" y="3307"/>
                </a:moveTo>
                <a:lnTo>
                  <a:pt x="2102" y="3080"/>
                </a:lnTo>
                <a:cubicBezTo>
                  <a:pt x="2622" y="3030"/>
                  <a:pt x="3036" y="2621"/>
                  <a:pt x="3092" y="2107"/>
                </a:cubicBezTo>
                <a:lnTo>
                  <a:pt x="3319" y="2107"/>
                </a:lnTo>
                <a:cubicBezTo>
                  <a:pt x="3261" y="2746"/>
                  <a:pt x="2742" y="3255"/>
                  <a:pt x="2102" y="3307"/>
                </a:cubicBezTo>
                <a:close/>
              </a:path>
            </a:pathLst>
          </a:custGeom>
          <a:solidFill>
            <a:schemeClr val="bg1"/>
          </a:solidFill>
          <a:ln w="0">
            <a:noFill/>
          </a:ln>
        </p:spPr>
        <p:style>
          <a:lnRef idx="0">
            <a:srgbClr val="FFFFFF"/>
          </a:lnRef>
          <a:fillRef idx="0">
            <a:srgbClr val="FFFFFF"/>
          </a:fillRef>
          <a:effectRef idx="0">
            <a:srgbClr val="FFFFFF"/>
          </a:effectRef>
          <a:fontRef idx="minor"/>
        </p:style>
        <p:txBody>
          <a:bodyPr lIns="90000" tIns="45000" rIns="90000" bIns="45000" anchor="t">
            <a:noAutofit/>
          </a:bodyPr>
          <a:lstStyle/>
          <a:p>
            <a:pPr>
              <a:buNone/>
            </a:pPr>
            <a:endParaRPr sz="1800" b="0" u="none">
              <a:solidFill>
                <a:schemeClr val="dk1"/>
              </a:solidFill>
              <a:latin typeface="微软雅黑"/>
              <a:ea typeface="微软雅黑"/>
              <a:cs typeface="微软雅黑"/>
            </a:endParaRPr>
          </a:p>
        </p:txBody>
      </p:sp>
      <p:pic>
        <p:nvPicPr>
          <p:cNvPr id="12" name="图片 11"/>
          <p:cNvPicPr>
            <a:picLocks noChangeAspect="1"/>
          </p:cNvPicPr>
          <p:nvPr/>
        </p:nvPicPr>
        <p:blipFill>
          <a:blip r:embed="rId18"/>
          <a:stretch>
            <a:fillRect/>
          </a:stretch>
        </p:blipFill>
        <p:spPr>
          <a:xfrm>
            <a:off x="7585075" y="-27305"/>
            <a:ext cx="2331720" cy="6920230"/>
          </a:xfrm>
          <a:prstGeom prst="rect">
            <a:avLst/>
          </a:prstGeom>
        </p:spPr>
      </p:pic>
      <p:pic>
        <p:nvPicPr>
          <p:cNvPr id="13" name="图片 12"/>
          <p:cNvPicPr>
            <a:picLocks noChangeAspect="1"/>
          </p:cNvPicPr>
          <p:nvPr/>
        </p:nvPicPr>
        <p:blipFill>
          <a:blip r:embed="rId19"/>
          <a:stretch>
            <a:fillRect/>
          </a:stretch>
        </p:blipFill>
        <p:spPr>
          <a:xfrm>
            <a:off x="9872345" y="-27305"/>
            <a:ext cx="2319655" cy="6885305"/>
          </a:xfrm>
          <a:prstGeom prst="rect">
            <a:avLst/>
          </a:prstGeom>
        </p:spPr>
      </p:pic>
      <p:pic>
        <p:nvPicPr>
          <p:cNvPr id="15" name="图片 14"/>
          <p:cNvPicPr>
            <a:picLocks noChangeAspect="1"/>
          </p:cNvPicPr>
          <p:nvPr/>
        </p:nvPicPr>
        <p:blipFill>
          <a:blip r:embed="rId20"/>
          <a:stretch>
            <a:fillRect/>
          </a:stretch>
        </p:blipFill>
        <p:spPr>
          <a:xfrm>
            <a:off x="5184775" y="-26670"/>
            <a:ext cx="2400300" cy="6899275"/>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192.6755905511811,&quot;left&quot;:631.2472440944881,&quot;top&quot;:125.3244094488189,&quot;width&quot;:292.80629921259845}"/>
</p:tagLst>
</file>

<file path=ppt/tags/tag2.xml><?xml version="1.0" encoding="utf-8"?>
<p:tagLst xmlns:p="http://schemas.openxmlformats.org/presentationml/2006/main">
  <p:tag name="KSO_WM_DIAGRAM_VIRTUALLY_FRAME" val="{&quot;height&quot;:192.6755905511811,&quot;left&quot;:631.2472440944881,&quot;top&quot;:125.3244094488189,&quot;width&quot;:292.80629921259845}"/>
</p:tagLst>
</file>

<file path=ppt/tags/tag3.xml><?xml version="1.0" encoding="utf-8"?>
<p:tagLst xmlns:p="http://schemas.openxmlformats.org/presentationml/2006/main">
  <p:tag name="KSO_WM_DIAGRAM_VIRTUALLY_FRAME" val="{&quot;height&quot;:192.6755905511811,&quot;left&quot;:631.2472440944881,&quot;top&quot;:125.3244094488189,&quot;width&quot;:292.80629921259845}"/>
</p:tagLst>
</file>

<file path=ppt/tags/tag4.xml><?xml version="1.0" encoding="utf-8"?>
<p:tagLst xmlns:p="http://schemas.openxmlformats.org/presentationml/2006/main">
  <p:tag name="KSO_WM_DIAGRAM_VIRTUALLY_FRAME" val="{&quot;height&quot;:192.6755905511811,&quot;left&quot;:631.2472440944881,&quot;top&quot;:125.3244094488189,&quot;width&quot;:292.80629921259845}"/>
</p:tagLst>
</file>

<file path=ppt/tags/tag5.xml><?xml version="1.0" encoding="utf-8"?>
<p:tagLst xmlns:p="http://schemas.openxmlformats.org/presentationml/2006/main">
  <p:tag name="KSO_WM_DIAGRAM_VIRTUALLY_FRAME" val="{&quot;height&quot;:192.6755905511811,&quot;left&quot;:631.2472440944881,&quot;top&quot;:125.3244094488189,&quot;width&quot;:292.80629921259845}"/>
</p:tagLst>
</file>

<file path=ppt/tags/tag6.xml><?xml version="1.0" encoding="utf-8"?>
<p:tagLst xmlns:p="http://schemas.openxmlformats.org/presentationml/2006/main">
  <p:tag name="KSO_WM_DIAGRAM_VIRTUALLY_FRAME" val="{&quot;height&quot;:192.6755905511811,&quot;left&quot;:631.2472440944881,&quot;top&quot;:125.3244094488189,&quot;width&quot;:292.80629921259845}"/>
</p:tagLst>
</file>

<file path=ppt/tags/tag7.xml><?xml version="1.0" encoding="utf-8"?>
<p:tagLst xmlns:p="http://schemas.openxmlformats.org/presentationml/2006/main">
  <p:tag name="KSO_WM_DIAGRAM_VIRTUALLY_FRAME" val="{&quot;height&quot;:192.6755905511811,&quot;left&quot;:631.2472440944881,&quot;top&quot;:125.3244094488189,&quot;width&quot;:292.80629921259845}"/>
</p:tagLst>
</file>

<file path=ppt/tags/tag8.xml><?xml version="1.0" encoding="utf-8"?>
<p:tagLst xmlns:p="http://schemas.openxmlformats.org/presentationml/2006/main">
  <p:tag name="KSO_WM_DIAGRAM_VIRTUALLY_FRAME" val="{&quot;height&quot;:192.6755905511811,&quot;left&quot;:631.2472440944881,&quot;top&quot;:125.3244094488189,&quot;width&quot;:292.80629921259845}"/>
</p:tagLst>
</file>

<file path=ppt/tags/tag9.xml><?xml version="1.0" encoding="utf-8"?>
<p:tagLst xmlns:p="http://schemas.openxmlformats.org/presentationml/2006/main">
  <p:tag name="KSO_WM_DIAGRAM_VIRTUALLY_FRAME" val="{&quot;height&quot;:192.6755905511811,&quot;left&quot;:631.2472440944881,&quot;top&quot;:125.3244094488189,&quot;width&quot;:292.80629921259845}"/>
</p:tagLst>
</file>

<file path=ppt/tags/tag10.xml><?xml version="1.0" encoding="utf-8"?>
<p:tagLst xmlns:p="http://schemas.openxmlformats.org/presentationml/2006/main">
  <p:tag name="KSO_WM_DIAGRAM_VIRTUALLY_FRAME" val="{&quot;height&quot;:192.6755905511811,&quot;left&quot;:631.2472440944881,&quot;top&quot;:125.3244094488189,&quot;width&quot;:292.80629921259845}"/>
</p:tagLst>
</file>

<file path=ppt/tags/tag11.xml><?xml version="1.0" encoding="utf-8"?>
<p:tagLst xmlns:p="http://schemas.openxmlformats.org/presentationml/2006/main">
  <p:tag name="KSO_WM_DIAGRAM_VIRTUALLY_FRAME" val="{&quot;height&quot;:192.6755905511811,&quot;left&quot;:631.2472440944881,&quot;top&quot;:125.3244094488189,&quot;width&quot;:292.80629921259845}"/>
</p:tagLst>
</file>

<file path=ppt/tags/tag12.xml><?xml version="1.0" encoding="utf-8"?>
<p:tagLst xmlns:p="http://schemas.openxmlformats.org/presentationml/2006/main">
  <p:tag name="KSO_WM_DIAGRAM_VIRTUALLY_FRAME" val="{&quot;height&quot;:192.6755905511811,&quot;left&quot;:631.2472440944881,&quot;top&quot;:125.3244094488189,&quot;width&quot;:292.80629921259845}"/>
</p:tagLst>
</file>

<file path=ppt/tags/tag13.xml><?xml version="1.0" encoding="utf-8"?>
<p:tagLst xmlns:p="http://schemas.openxmlformats.org/presentationml/2006/main">
  <p:tag name="KSO_WM_DIAGRAM_VIRTUALLY_FRAME" val="{&quot;height&quot;:390.69921259842516,&quot;left&quot;:64.09133858267717,&quot;top&quot;:97.00157480314961,&quot;width&quot;:327.5149606299213}"/>
</p:tagLst>
</file>

<file path=ppt/tags/tag14.xml><?xml version="1.0" encoding="utf-8"?>
<p:tagLst xmlns:p="http://schemas.openxmlformats.org/presentationml/2006/main">
  <p:tag name="KSO_WM_DIAGRAM_VIRTUALLY_FRAME" val="{&quot;height&quot;:390.69921259842516,&quot;left&quot;:64.09133858267717,&quot;top&quot;:97.00157480314961,&quot;width&quot;:327.5149606299213}"/>
</p:tagLst>
</file>

<file path=ppt/tags/tag15.xml><?xml version="1.0" encoding="utf-8"?>
<p:tagLst xmlns:p="http://schemas.openxmlformats.org/presentationml/2006/main">
  <p:tag name="KSO_WM_DIAGRAM_VIRTUALLY_FRAME" val="{&quot;height&quot;:390.69921259842516,&quot;left&quot;:64.09133858267717,&quot;top&quot;:97.00157480314961,&quot;width&quot;:327.5149606299213}"/>
</p:tagLst>
</file>

<file path=ppt/tags/tag16.xml><?xml version="1.0" encoding="utf-8"?>
<p:tagLst xmlns:p="http://schemas.openxmlformats.org/presentationml/2006/main">
  <p:tag name="KSO_WM_DIAGRAM_VIRTUALLY_FRAME" val="{&quot;height&quot;:390.69921259842516,&quot;left&quot;:64.09133858267717,&quot;top&quot;:97.00157480314961,&quot;width&quot;:327.5149606299213}"/>
</p:tagLst>
</file>

<file path=ppt/tags/tag17.xml><?xml version="1.0" encoding="utf-8"?>
<p:tagLst xmlns:p="http://schemas.openxmlformats.org/presentationml/2006/main">
  <p:tag name="KSO_WM_DIAGRAM_VIRTUALLY_FRAME" val="{&quot;height&quot;:390.69921259842516,&quot;left&quot;:64.09133858267717,&quot;top&quot;:97.00157480314961,&quot;width&quot;:327.5149606299213}"/>
</p:tagLst>
</file>

<file path=ppt/tags/tag18.xml><?xml version="1.0" encoding="utf-8"?>
<p:tagLst xmlns:p="http://schemas.openxmlformats.org/presentationml/2006/main">
  <p:tag name="KSO_WM_DIAGRAM_VIRTUALLY_FRAME" val="{&quot;height&quot;:390.69921259842516,&quot;left&quot;:64.09133858267717,&quot;top&quot;:97.00157480314961,&quot;width&quot;:327.5149606299213}"/>
</p:tagLst>
</file>

<file path=ppt/tags/tag19.xml><?xml version="1.0" encoding="utf-8"?>
<p:tagLst xmlns:p="http://schemas.openxmlformats.org/presentationml/2006/main">
  <p:tag name="KSO_WM_DIAGRAM_VIRTUALLY_FRAME" val="{&quot;height&quot;:390.69921259842516,&quot;left&quot;:64.09133858267717,&quot;top&quot;:97.00157480314961,&quot;width&quot;:327.5149606299213}"/>
</p:tagLst>
</file>

<file path=ppt/tags/tag20.xml><?xml version="1.0" encoding="utf-8"?>
<p:tagLst xmlns:p="http://schemas.openxmlformats.org/presentationml/2006/main">
  <p:tag name="KSO_WM_DIAGRAM_VIRTUALLY_FRAME" val="{&quot;height&quot;:390.69921259842516,&quot;left&quot;:64.09133858267717,&quot;top&quot;:97.00157480314961,&quot;width&quot;:327.5149606299213}"/>
</p:tagLst>
</file>

<file path=ppt/tags/tag21.xml><?xml version="1.0" encoding="utf-8"?>
<p:tagLst xmlns:p="http://schemas.openxmlformats.org/presentationml/2006/main">
  <p:tag name="KSO_WM_DIAGRAM_VIRTUALLY_FRAME" val="{&quot;height&quot;:390.69921259842516,&quot;left&quot;:64.09133858267717,&quot;top&quot;:97.00157480314961,&quot;width&quot;:327.5149606299213}"/>
</p:tagLst>
</file>

<file path=ppt/tags/tag22.xml><?xml version="1.0" encoding="utf-8"?>
<p:tagLst xmlns:p="http://schemas.openxmlformats.org/presentationml/2006/main">
  <p:tag name="KSO_WM_DIAGRAM_VIRTUALLY_FRAME" val="{&quot;height&quot;:390.69921259842516,&quot;left&quot;:64.09133858267717,&quot;top&quot;:97.00157480314961,&quot;width&quot;:327.5149606299213}"/>
</p:tagLst>
</file>

<file path=ppt/tags/tag23.xml><?xml version="1.0" encoding="utf-8"?>
<p:tagLst xmlns:p="http://schemas.openxmlformats.org/presentationml/2006/main">
  <p:tag name="KSO_WM_DIAGRAM_VIRTUALLY_FRAME" val="{&quot;height&quot;:390.69921259842516,&quot;left&quot;:64.09133858267717,&quot;top&quot;:97.00157480314961,&quot;width&quot;:327.5149606299213}"/>
</p:tagLst>
</file>

<file path=ppt/tags/tag24.xml><?xml version="1.0" encoding="utf-8"?>
<p:tagLst xmlns:p="http://schemas.openxmlformats.org/presentationml/2006/main">
  <p:tag name="KSO_WM_DIAGRAM_VIRTUALLY_FRAME" val="{&quot;height&quot;:390.69921259842516,&quot;left&quot;:64.09133858267717,&quot;top&quot;:97.00157480314961,&quot;width&quot;:327.5149606299213}"/>
</p:tagLst>
</file>

<file path=ppt/tags/tag25.xml><?xml version="1.0" encoding="utf-8"?>
<p:tagLst xmlns:p="http://schemas.openxmlformats.org/presentationml/2006/main">
  <p:tag name="KSO_WM_DIAGRAM_VIRTUALLY_FRAME" val="{&quot;height&quot;:390.69921259842516,&quot;left&quot;:64.09133858267717,&quot;top&quot;:97.00157480314961,&quot;width&quot;:327.5149606299213}"/>
</p:tagLst>
</file>

<file path=ppt/tags/tag26.xml><?xml version="1.0" encoding="utf-8"?>
<p:tagLst xmlns:p="http://schemas.openxmlformats.org/presentationml/2006/main">
  <p:tag name="KSO_WM_DIAGRAM_VIRTUALLY_FRAME" val="{&quot;height&quot;:390.69921259842516,&quot;left&quot;:64.09133858267717,&quot;top&quot;:97.00157480314961,&quot;width&quot;:327.5149606299213}"/>
</p:tagLst>
</file>

<file path=ppt/tags/tag27.xml><?xml version="1.0" encoding="utf-8"?>
<p:tagLst xmlns:p="http://schemas.openxmlformats.org/presentationml/2006/main">
  <p:tag name="KSO_WM_DIAGRAM_VIRTUALLY_FRAME" val="{&quot;height&quot;:390.69921259842516,&quot;left&quot;:64.09133858267717,&quot;top&quot;:97.00157480314961,&quot;width&quot;:327.5149606299213}"/>
</p:tagLst>
</file>

<file path=ppt/tags/tag28.xml><?xml version="1.0" encoding="utf-8"?>
<p:tagLst xmlns:p="http://schemas.openxmlformats.org/presentationml/2006/main">
  <p:tag name="KSO_WM_DIAGRAM_VIRTUALLY_FRAME" val="{&quot;height&quot;:390.69921259842516,&quot;left&quot;:64.09133858267717,&quot;top&quot;:97.00157480314961,&quot;width&quot;:327.5149606299213}"/>
</p:tagLst>
</file>

<file path=ppt/tags/tag29.xml><?xml version="1.0" encoding="utf-8"?>
<p:tagLst xmlns:p="http://schemas.openxmlformats.org/presentationml/2006/main">
  <p:tag name="KSO_WM_DIAGRAM_VIRTUALLY_FRAME" val="{&quot;height&quot;:390.69921259842516,&quot;left&quot;:64.09133858267717,&quot;top&quot;:97.00157480314961,&quot;width&quot;:327.5149606299213}"/>
</p:tagLst>
</file>

<file path=ppt/theme/theme1.xml><?xml version="1.0" encoding="utf-8"?>
<a:theme xmlns:a="http://schemas.openxmlformats.org/drawingml/2006/main" name="Office 主题​​">
  <a:themeElements>
    <a:clrScheme name="Office">
      <a:dk1>
        <a:srgbClr val="000000"/>
      </a:dk1>
      <a:lt1>
        <a:srgbClr val="FFFFFF"/>
      </a:lt1>
      <a:dk2>
        <a:srgbClr val="0E2841"/>
      </a:dk2>
      <a:lt2>
        <a:srgbClr val="E8E8E8"/>
      </a:lt2>
      <a:accent1>
        <a:srgbClr val="ED6F00"/>
      </a:accent1>
      <a:accent2>
        <a:srgbClr val="77DD6A"/>
      </a:accent2>
      <a:accent3>
        <a:srgbClr val="196B24"/>
      </a:accent3>
      <a:accent4>
        <a:srgbClr val="2A90F7"/>
      </a:accent4>
      <a:accent5>
        <a:srgbClr val="FFB23F"/>
      </a:accent5>
      <a:accent6>
        <a:srgbClr val="FC5D7D"/>
      </a:accent6>
      <a:hlink>
        <a:srgbClr val="467886"/>
      </a:hlink>
      <a:folHlink>
        <a:srgbClr val="96607D"/>
      </a:folHlink>
    </a:clrScheme>
    <a:fontScheme name="自定义 22">
      <a:majorFont>
        <a:latin typeface="微软雅黑"/>
        <a:ea typeface="微软雅黑"/>
        <a:cs typeface=""/>
      </a:majorFont>
      <a:minorFont>
        <a:latin typeface="微软雅黑"/>
        <a:ea typeface="微软雅黑 Light"/>
        <a:cs typeface=""/>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0E2841"/>
      </a:dk2>
      <a:lt2>
        <a:srgbClr val="E8E8E8"/>
      </a:lt2>
      <a:accent1>
        <a:srgbClr val="ED6F00"/>
      </a:accent1>
      <a:accent2>
        <a:srgbClr val="77DD6A"/>
      </a:accent2>
      <a:accent3>
        <a:srgbClr val="196B24"/>
      </a:accent3>
      <a:accent4>
        <a:srgbClr val="2A90F7"/>
      </a:accent4>
      <a:accent5>
        <a:srgbClr val="FFB23F"/>
      </a:accent5>
      <a:accent6>
        <a:srgbClr val="FC5D7D"/>
      </a:accent6>
      <a:hlink>
        <a:srgbClr val="467886"/>
      </a:hlink>
      <a:folHlink>
        <a:srgbClr val="96607D"/>
      </a:folHlink>
    </a:clrScheme>
    <a:fontScheme name="自定义 22">
      <a:majorFont>
        <a:latin typeface="微软雅黑"/>
        <a:ea typeface="微软雅黑"/>
        <a:cs typeface=""/>
      </a:majorFont>
      <a:minorFont>
        <a:latin typeface="微软雅黑"/>
        <a:ea typeface="微软雅黑 Light"/>
        <a:cs typeface=""/>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0E2841"/>
      </a:dk2>
      <a:lt2>
        <a:srgbClr val="E8E8E8"/>
      </a:lt2>
      <a:accent1>
        <a:srgbClr val="ED6F00"/>
      </a:accent1>
      <a:accent2>
        <a:srgbClr val="77DD6A"/>
      </a:accent2>
      <a:accent3>
        <a:srgbClr val="196B24"/>
      </a:accent3>
      <a:accent4>
        <a:srgbClr val="2A90F7"/>
      </a:accent4>
      <a:accent5>
        <a:srgbClr val="FFB23F"/>
      </a:accent5>
      <a:accent6>
        <a:srgbClr val="FC5D7D"/>
      </a:accent6>
      <a:hlink>
        <a:srgbClr val="467886"/>
      </a:hlink>
      <a:folHlink>
        <a:srgbClr val="96607D"/>
      </a:folHlink>
    </a:clrScheme>
    <a:fontScheme name="自定义 22">
      <a:majorFont>
        <a:latin typeface="微软雅黑"/>
        <a:ea typeface="微软雅黑"/>
        <a:cs typeface=""/>
      </a:majorFont>
      <a:minorFont>
        <a:latin typeface="微软雅黑"/>
        <a:ea typeface="微软雅黑 Light"/>
        <a:cs typeface=""/>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0E2841"/>
      </a:dk2>
      <a:lt2>
        <a:srgbClr val="E8E8E8"/>
      </a:lt2>
      <a:accent1>
        <a:srgbClr val="ED6F00"/>
      </a:accent1>
      <a:accent2>
        <a:srgbClr val="77DD6A"/>
      </a:accent2>
      <a:accent3>
        <a:srgbClr val="196B24"/>
      </a:accent3>
      <a:accent4>
        <a:srgbClr val="2A90F7"/>
      </a:accent4>
      <a:accent5>
        <a:srgbClr val="FFB23F"/>
      </a:accent5>
      <a:accent6>
        <a:srgbClr val="FC5D7D"/>
      </a:accent6>
      <a:hlink>
        <a:srgbClr val="467886"/>
      </a:hlink>
      <a:folHlink>
        <a:srgbClr val="96607D"/>
      </a:folHlink>
    </a:clrScheme>
    <a:fontScheme name="自定义 22">
      <a:majorFont>
        <a:latin typeface="微软雅黑"/>
        <a:ea typeface="微软雅黑"/>
        <a:cs typeface=""/>
      </a:majorFont>
      <a:minorFont>
        <a:latin typeface="微软雅黑"/>
        <a:ea typeface="微软雅黑 Light"/>
        <a:cs typeface=""/>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rgbClr val="000000"/>
      </a:dk1>
      <a:lt1>
        <a:srgbClr val="FFFFFF"/>
      </a:lt1>
      <a:dk2>
        <a:srgbClr val="0E2841"/>
      </a:dk2>
      <a:lt2>
        <a:srgbClr val="E8E8E8"/>
      </a:lt2>
      <a:accent1>
        <a:srgbClr val="ED6F00"/>
      </a:accent1>
      <a:accent2>
        <a:srgbClr val="77DD6A"/>
      </a:accent2>
      <a:accent3>
        <a:srgbClr val="196B24"/>
      </a:accent3>
      <a:accent4>
        <a:srgbClr val="2A90F7"/>
      </a:accent4>
      <a:accent5>
        <a:srgbClr val="FFB23F"/>
      </a:accent5>
      <a:accent6>
        <a:srgbClr val="FC5D7D"/>
      </a:accent6>
      <a:hlink>
        <a:srgbClr val="467886"/>
      </a:hlink>
      <a:folHlink>
        <a:srgbClr val="96607D"/>
      </a:folHlink>
    </a:clrScheme>
    <a:fontScheme name="自定义 22">
      <a:majorFont>
        <a:latin typeface="微软雅黑"/>
        <a:ea typeface="微软雅黑"/>
        <a:cs typeface=""/>
      </a:majorFont>
      <a:minorFont>
        <a:latin typeface="微软雅黑"/>
        <a:ea typeface="微软雅黑 Light"/>
        <a:cs typeface=""/>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1270</Words>
  <Application>WPS 演示</Application>
  <PresentationFormat>Converted Presentation</PresentationFormat>
  <Paragraphs>95</Paragraphs>
  <Slides>3</Slides>
  <Notes>0</Notes>
  <HiddenSlides>0</HiddenSlides>
  <MMClips>0</MMClips>
  <ScaleCrop>false</ScaleCrop>
  <HeadingPairs>
    <vt:vector size="6" baseType="variant">
      <vt:variant>
        <vt:lpstr>已用的字体</vt:lpstr>
      </vt:variant>
      <vt:variant>
        <vt:i4>24</vt:i4>
      </vt:variant>
      <vt:variant>
        <vt:lpstr>主题</vt:lpstr>
      </vt:variant>
      <vt:variant>
        <vt:i4>4</vt:i4>
      </vt:variant>
      <vt:variant>
        <vt:lpstr>幻灯片标题</vt:lpstr>
      </vt:variant>
      <vt:variant>
        <vt:i4>3</vt:i4>
      </vt:variant>
    </vt:vector>
  </HeadingPairs>
  <TitlesOfParts>
    <vt:vector size="31" baseType="lpstr">
      <vt:lpstr>Arial</vt:lpstr>
      <vt:lpstr>宋体</vt:lpstr>
      <vt:lpstr>Wingdings</vt:lpstr>
      <vt:lpstr>微软雅黑</vt:lpstr>
      <vt:lpstr>Arial</vt:lpstr>
      <vt:lpstr>方正雅意黑 GB18030L2</vt:lpstr>
      <vt:lpstr>钟齐志莽行书</vt:lpstr>
      <vt:lpstr>思源黑体 CN Bold</vt:lpstr>
      <vt:lpstr>汉仪中黑KW</vt:lpstr>
      <vt:lpstr>Symbol</vt:lpstr>
      <vt:lpstr>Wingdings</vt:lpstr>
      <vt:lpstr>微软雅黑 Light</vt:lpstr>
      <vt:lpstr>Kingsoft Sign</vt:lpstr>
      <vt:lpstr>Thonburi</vt:lpstr>
      <vt:lpstr>宋体</vt:lpstr>
      <vt:lpstr>汉仪书宋二KW</vt:lpstr>
      <vt:lpstr>Apple Color Emoji</vt:lpstr>
      <vt:lpstr>微软雅黑</vt:lpstr>
      <vt:lpstr>Calibri</vt:lpstr>
      <vt:lpstr>Helvetica Neue</vt:lpstr>
      <vt:lpstr>Arial Unicode MS</vt:lpstr>
      <vt:lpstr>微软雅黑</vt:lpstr>
      <vt:lpstr>微软雅黑 Light</vt:lpstr>
      <vt:lpstr>思源黑体 CN Bold</vt:lpstr>
      <vt:lpstr>Office 主题​​</vt:lpstr>
      <vt:lpstr>Office 主题​​</vt:lpstr>
      <vt:lpstr>Office 主题​​</vt:lpstr>
      <vt:lpstr>Office 主题​​</vt:lpstr>
      <vt:lpstr>操作系统支持矩阵:规模与进展</vt:lpstr>
      <vt:lpstr>从“能不能跑”到“怎么用”:board-docs</vt:lpstr>
      <vt:lpstr>工作机制与下一步规划</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操作系统支持矩阵:规模与进展</dc:title>
  <dc:creator>Walnut Exporter</dc:creator>
  <cp:lastModifiedBy>duoqilai</cp:lastModifiedBy>
  <cp:revision>7</cp:revision>
  <dcterms:created xsi:type="dcterms:W3CDTF">2026-08-17T09:35:51Z</dcterms:created>
  <dcterms:modified xsi:type="dcterms:W3CDTF">2026-08-17T09:35:51Z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2052-12.1.26046.26046</vt:lpwstr>
  </property>
  <property fmtid="{D5CDD505-2E9C-101B-9397-08002B2CF9AE}" pid="3" name="ICV">
    <vt:lpwstr>B068D7A9078329471DC9826A2A6D7C12_43</vt:lpwstr>
  </property>
</Properties>
</file>